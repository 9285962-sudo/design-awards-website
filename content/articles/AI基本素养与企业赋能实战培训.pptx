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1.svg" ContentType="image/svg+xml"/>
  <Override PartName="/ppt/media/image103.svg" ContentType="image/svg+xml"/>
  <Override PartName="/ppt/media/image105.svg" ContentType="image/svg+xml"/>
  <Override PartName="/ppt/media/image107.svg" ContentType="image/svg+xml"/>
  <Override PartName="/ppt/media/image109.svg" ContentType="image/svg+xml"/>
  <Override PartName="/ppt/media/image111.svg" ContentType="image/svg+xml"/>
  <Override PartName="/ppt/media/image113.svg" ContentType="image/svg+xml"/>
  <Override PartName="/ppt/media/image115.svg" ContentType="image/svg+xml"/>
  <Override PartName="/ppt/media/image117.svg" ContentType="image/svg+xml"/>
  <Override PartName="/ppt/media/image119.svg" ContentType="image/svg+xml"/>
  <Override PartName="/ppt/media/image12.svg" ContentType="image/svg+xml"/>
  <Override PartName="/ppt/media/image121.svg" ContentType="image/svg+xml"/>
  <Override PartName="/ppt/media/image123.svg" ContentType="image/svg+xml"/>
  <Override PartName="/ppt/media/image125.svg" ContentType="image/svg+xml"/>
  <Override PartName="/ppt/media/image127.svg" ContentType="image/svg+xml"/>
  <Override PartName="/ppt/media/image129.svg" ContentType="image/svg+xml"/>
  <Override PartName="/ppt/media/image131.svg" ContentType="image/svg+xml"/>
  <Override PartName="/ppt/media/image133.svg" ContentType="image/svg+xml"/>
  <Override PartName="/ppt/media/image135.svg" ContentType="image/svg+xml"/>
  <Override PartName="/ppt/media/image137.svg" ContentType="image/svg+xml"/>
  <Override PartName="/ppt/media/image139.svg" ContentType="image/svg+xml"/>
  <Override PartName="/ppt/media/image14.svg" ContentType="image/svg+xml"/>
  <Override PartName="/ppt/media/image141.svg" ContentType="image/svg+xml"/>
  <Override PartName="/ppt/media/image143.svg" ContentType="image/svg+xml"/>
  <Override PartName="/ppt/media/image145.svg" ContentType="image/svg+xml"/>
  <Override PartName="/ppt/media/image147.svg" ContentType="image/svg+xml"/>
  <Override PartName="/ppt/media/image149.svg" ContentType="image/svg+xml"/>
  <Override PartName="/ppt/media/image151.svg" ContentType="image/svg+xml"/>
  <Override PartName="/ppt/media/image153.svg" ContentType="image/svg+xml"/>
  <Override PartName="/ppt/media/image155.svg" ContentType="image/svg+xml"/>
  <Override PartName="/ppt/media/image157.svg" ContentType="image/svg+xml"/>
  <Override PartName="/ppt/media/image159.svg" ContentType="image/svg+xml"/>
  <Override PartName="/ppt/media/image16.svg" ContentType="image/svg+xml"/>
  <Override PartName="/ppt/media/image161.svg" ContentType="image/svg+xml"/>
  <Override PartName="/ppt/media/image163.svg" ContentType="image/svg+xml"/>
  <Override PartName="/ppt/media/image165.svg" ContentType="image/svg+xml"/>
  <Override PartName="/ppt/media/image167.svg" ContentType="image/svg+xml"/>
  <Override PartName="/ppt/media/image169.svg" ContentType="image/svg+xml"/>
  <Override PartName="/ppt/media/image171.svg" ContentType="image/svg+xml"/>
  <Override PartName="/ppt/media/image173.svg" ContentType="image/svg+xml"/>
  <Override PartName="/ppt/media/image175.svg" ContentType="image/svg+xml"/>
  <Override PartName="/ppt/media/image177.svg" ContentType="image/svg+xml"/>
  <Override PartName="/ppt/media/image179.svg" ContentType="image/svg+xml"/>
  <Override PartName="/ppt/media/image18.svg" ContentType="image/svg+xml"/>
  <Override PartName="/ppt/media/image181.svg" ContentType="image/svg+xml"/>
  <Override PartName="/ppt/media/image183.svg" ContentType="image/svg+xml"/>
  <Override PartName="/ppt/media/image185.svg" ContentType="image/svg+xml"/>
  <Override PartName="/ppt/media/image187.svg" ContentType="image/svg+xml"/>
  <Override PartName="/ppt/media/image189.svg" ContentType="image/svg+xml"/>
  <Override PartName="/ppt/media/image191.svg" ContentType="image/svg+xml"/>
  <Override PartName="/ppt/media/image193.svg" ContentType="image/svg+xml"/>
  <Override PartName="/ppt/media/image195.svg" ContentType="image/svg+xml"/>
  <Override PartName="/ppt/media/image197.svg" ContentType="image/svg+xml"/>
  <Override PartName="/ppt/media/image199.svg" ContentType="image/svg+xml"/>
  <Override PartName="/ppt/media/image2.svg" ContentType="image/svg+xml"/>
  <Override PartName="/ppt/media/image20.svg" ContentType="image/svg+xml"/>
  <Override PartName="/ppt/media/image201.svg" ContentType="image/svg+xml"/>
  <Override PartName="/ppt/media/image203.svg" ContentType="image/svg+xml"/>
  <Override PartName="/ppt/media/image205.svg" ContentType="image/svg+xml"/>
  <Override PartName="/ppt/media/image207.svg" ContentType="image/svg+xml"/>
  <Override PartName="/ppt/media/image209.svg" ContentType="image/svg+xml"/>
  <Override PartName="/ppt/media/image211.svg" ContentType="image/svg+xml"/>
  <Override PartName="/ppt/media/image213.svg" ContentType="image/svg+xml"/>
  <Override PartName="/ppt/media/image215.svg" ContentType="image/svg+xml"/>
  <Override PartName="/ppt/media/image217.svg" ContentType="image/svg+xml"/>
  <Override PartName="/ppt/media/image219.svg" ContentType="image/svg+xml"/>
  <Override PartName="/ppt/media/image22.svg" ContentType="image/svg+xml"/>
  <Override PartName="/ppt/media/image221.svg" ContentType="image/svg+xml"/>
  <Override PartName="/ppt/media/image223.svg" ContentType="image/svg+xml"/>
  <Override PartName="/ppt/media/image225.svg" ContentType="image/svg+xml"/>
  <Override PartName="/ppt/media/image227.svg" ContentType="image/svg+xml"/>
  <Override PartName="/ppt/media/image229.svg" ContentType="image/svg+xml"/>
  <Override PartName="/ppt/media/image231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.svg" ContentType="image/svg+xml"/>
  <Override PartName="/ppt/media/image81.svg" ContentType="image/svg+xml"/>
  <Override PartName="/ppt/media/image83.svg" ContentType="image/svg+xml"/>
  <Override PartName="/ppt/media/image85.svg" ContentType="image/svg+xml"/>
  <Override PartName="/ppt/media/image87.svg" ContentType="image/svg+xml"/>
  <Override PartName="/ppt/media/image89.svg" ContentType="image/svg+xml"/>
  <Override PartName="/ppt/media/image91.svg" ContentType="image/svg+xml"/>
  <Override PartName="/ppt/media/image93.svg" ContentType="image/svg+xml"/>
  <Override PartName="/ppt/media/image95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23"/>
  </p:notesMasterIdLst>
  <p:sldIdLst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556" y="1524000"/>
            <a:ext cx="10972888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84" y="1523857"/>
            <a:ext cx="5257842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22060" y="1524000"/>
            <a:ext cx="5266690" cy="4724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601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7060" y="1524000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324411" y="1523712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324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7095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609457"/>
            <a:ext cx="355602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772660" y="609600"/>
            <a:ext cx="6807254" cy="5638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2311400"/>
            <a:ext cx="3556000" cy="3937031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0" name="页脚占位符 29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2" name="日期占位符 3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547860" y="609600"/>
            <a:ext cx="2032016" cy="563884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636069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609600"/>
            <a:ext cx="10973435" cy="5638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56" y="1524000"/>
            <a:ext cx="10972888" cy="47244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6" Type="http://schemas.openxmlformats.org/officeDocument/2006/relationships/slideLayout" Target="../slideLayouts/slideLayout17.xml"/><Relationship Id="rId25" Type="http://schemas.openxmlformats.org/officeDocument/2006/relationships/tags" Target="../tags/tag63.xml"/><Relationship Id="rId24" Type="http://schemas.openxmlformats.org/officeDocument/2006/relationships/tags" Target="../tags/tag62.xml"/><Relationship Id="rId23" Type="http://schemas.openxmlformats.org/officeDocument/2006/relationships/tags" Target="../tags/tag61.xml"/><Relationship Id="rId22" Type="http://schemas.openxmlformats.org/officeDocument/2006/relationships/tags" Target="../tags/tag60.xml"/><Relationship Id="rId21" Type="http://schemas.openxmlformats.org/officeDocument/2006/relationships/tags" Target="../tags/tag59.xml"/><Relationship Id="rId20" Type="http://schemas.openxmlformats.org/officeDocument/2006/relationships/tags" Target="../tags/tag58.xml"/><Relationship Id="rId2" Type="http://schemas.openxmlformats.org/officeDocument/2006/relationships/tags" Target="../tags/tag40.xml"/><Relationship Id="rId19" Type="http://schemas.openxmlformats.org/officeDocument/2006/relationships/tags" Target="../tags/tag57.xml"/><Relationship Id="rId18" Type="http://schemas.openxmlformats.org/officeDocument/2006/relationships/tags" Target="../tags/tag56.xml"/><Relationship Id="rId17" Type="http://schemas.openxmlformats.org/officeDocument/2006/relationships/tags" Target="../tags/tag55.xml"/><Relationship Id="rId16" Type="http://schemas.openxmlformats.org/officeDocument/2006/relationships/tags" Target="../tags/tag54.xml"/><Relationship Id="rId15" Type="http://schemas.openxmlformats.org/officeDocument/2006/relationships/tags" Target="../tags/tag53.xml"/><Relationship Id="rId14" Type="http://schemas.openxmlformats.org/officeDocument/2006/relationships/tags" Target="../tags/tag52.xml"/><Relationship Id="rId13" Type="http://schemas.openxmlformats.org/officeDocument/2006/relationships/tags" Target="../tags/tag51.xml"/><Relationship Id="rId12" Type="http://schemas.openxmlformats.org/officeDocument/2006/relationships/tags" Target="../tags/tag50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tags" Target="../tags/tag3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_rels/slide4.xml.rels><?xml version="1.0" encoding="UTF-8" standalone="yes"?>
<Relationships xmlns="http://schemas.openxmlformats.org/package/2006/relationships"><Relationship Id="rId99" Type="http://schemas.openxmlformats.org/officeDocument/2006/relationships/image" Target="../media/image30.svg"/><Relationship Id="rId98" Type="http://schemas.openxmlformats.org/officeDocument/2006/relationships/image" Target="../media/image29.png"/><Relationship Id="rId97" Type="http://schemas.openxmlformats.org/officeDocument/2006/relationships/tags" Target="../tags/tag134.xml"/><Relationship Id="rId96" Type="http://schemas.openxmlformats.org/officeDocument/2006/relationships/tags" Target="../tags/tag133.xml"/><Relationship Id="rId95" Type="http://schemas.openxmlformats.org/officeDocument/2006/relationships/tags" Target="../tags/tag132.xml"/><Relationship Id="rId94" Type="http://schemas.openxmlformats.org/officeDocument/2006/relationships/tags" Target="../tags/tag131.xml"/><Relationship Id="rId93" Type="http://schemas.openxmlformats.org/officeDocument/2006/relationships/tags" Target="../tags/tag130.xml"/><Relationship Id="rId92" Type="http://schemas.openxmlformats.org/officeDocument/2006/relationships/tags" Target="../tags/tag129.xml"/><Relationship Id="rId91" Type="http://schemas.openxmlformats.org/officeDocument/2006/relationships/tags" Target="../tags/tag128.xml"/><Relationship Id="rId90" Type="http://schemas.openxmlformats.org/officeDocument/2006/relationships/tags" Target="../tags/tag127.xml"/><Relationship Id="rId9" Type="http://schemas.openxmlformats.org/officeDocument/2006/relationships/image" Target="../media/image3.png"/><Relationship Id="rId89" Type="http://schemas.openxmlformats.org/officeDocument/2006/relationships/image" Target="../media/image28.svg"/><Relationship Id="rId88" Type="http://schemas.openxmlformats.org/officeDocument/2006/relationships/image" Target="../media/image27.png"/><Relationship Id="rId87" Type="http://schemas.openxmlformats.org/officeDocument/2006/relationships/tags" Target="../tags/tag126.xml"/><Relationship Id="rId86" Type="http://schemas.openxmlformats.org/officeDocument/2006/relationships/tags" Target="../tags/tag125.xml"/><Relationship Id="rId85" Type="http://schemas.openxmlformats.org/officeDocument/2006/relationships/tags" Target="../tags/tag124.xml"/><Relationship Id="rId84" Type="http://schemas.openxmlformats.org/officeDocument/2006/relationships/image" Target="../media/image26.svg"/><Relationship Id="rId83" Type="http://schemas.openxmlformats.org/officeDocument/2006/relationships/image" Target="../media/image25.png"/><Relationship Id="rId82" Type="http://schemas.openxmlformats.org/officeDocument/2006/relationships/tags" Target="../tags/tag123.xml"/><Relationship Id="rId81" Type="http://schemas.openxmlformats.org/officeDocument/2006/relationships/tags" Target="../tags/tag122.xml"/><Relationship Id="rId80" Type="http://schemas.openxmlformats.org/officeDocument/2006/relationships/tags" Target="../tags/tag121.xml"/><Relationship Id="rId8" Type="http://schemas.openxmlformats.org/officeDocument/2006/relationships/tags" Target="../tags/tag71.xml"/><Relationship Id="rId79" Type="http://schemas.openxmlformats.org/officeDocument/2006/relationships/tags" Target="../tags/tag120.xml"/><Relationship Id="rId78" Type="http://schemas.openxmlformats.org/officeDocument/2006/relationships/tags" Target="../tags/tag119.xml"/><Relationship Id="rId77" Type="http://schemas.openxmlformats.org/officeDocument/2006/relationships/tags" Target="../tags/tag118.xml"/><Relationship Id="rId76" Type="http://schemas.openxmlformats.org/officeDocument/2006/relationships/tags" Target="../tags/tag117.xml"/><Relationship Id="rId75" Type="http://schemas.openxmlformats.org/officeDocument/2006/relationships/tags" Target="../tags/tag116.xml"/><Relationship Id="rId74" Type="http://schemas.openxmlformats.org/officeDocument/2006/relationships/image" Target="../media/image24.svg"/><Relationship Id="rId73" Type="http://schemas.openxmlformats.org/officeDocument/2006/relationships/image" Target="../media/image23.png"/><Relationship Id="rId72" Type="http://schemas.openxmlformats.org/officeDocument/2006/relationships/tags" Target="../tags/tag115.xml"/><Relationship Id="rId71" Type="http://schemas.openxmlformats.org/officeDocument/2006/relationships/tags" Target="../tags/tag114.xml"/><Relationship Id="rId70" Type="http://schemas.openxmlformats.org/officeDocument/2006/relationships/tags" Target="../tags/tag113.xml"/><Relationship Id="rId7" Type="http://schemas.openxmlformats.org/officeDocument/2006/relationships/tags" Target="../tags/tag70.xml"/><Relationship Id="rId69" Type="http://schemas.openxmlformats.org/officeDocument/2006/relationships/image" Target="../media/image22.svg"/><Relationship Id="rId68" Type="http://schemas.openxmlformats.org/officeDocument/2006/relationships/image" Target="../media/image21.png"/><Relationship Id="rId67" Type="http://schemas.openxmlformats.org/officeDocument/2006/relationships/tags" Target="../tags/tag112.xml"/><Relationship Id="rId66" Type="http://schemas.openxmlformats.org/officeDocument/2006/relationships/tags" Target="../tags/tag111.xml"/><Relationship Id="rId65" Type="http://schemas.openxmlformats.org/officeDocument/2006/relationships/tags" Target="../tags/tag110.xml"/><Relationship Id="rId64" Type="http://schemas.openxmlformats.org/officeDocument/2006/relationships/tags" Target="../tags/tag109.xml"/><Relationship Id="rId63" Type="http://schemas.openxmlformats.org/officeDocument/2006/relationships/tags" Target="../tags/tag108.xml"/><Relationship Id="rId62" Type="http://schemas.openxmlformats.org/officeDocument/2006/relationships/tags" Target="../tags/tag107.xml"/><Relationship Id="rId61" Type="http://schemas.openxmlformats.org/officeDocument/2006/relationships/tags" Target="../tags/tag106.xml"/><Relationship Id="rId60" Type="http://schemas.openxmlformats.org/officeDocument/2006/relationships/tags" Target="../tags/tag105.xml"/><Relationship Id="rId6" Type="http://schemas.openxmlformats.org/officeDocument/2006/relationships/tags" Target="../tags/tag69.xml"/><Relationship Id="rId59" Type="http://schemas.openxmlformats.org/officeDocument/2006/relationships/image" Target="../media/image20.svg"/><Relationship Id="rId58" Type="http://schemas.openxmlformats.org/officeDocument/2006/relationships/image" Target="../media/image19.png"/><Relationship Id="rId57" Type="http://schemas.openxmlformats.org/officeDocument/2006/relationships/tags" Target="../tags/tag104.xml"/><Relationship Id="rId56" Type="http://schemas.openxmlformats.org/officeDocument/2006/relationships/tags" Target="../tags/tag103.xml"/><Relationship Id="rId55" Type="http://schemas.openxmlformats.org/officeDocument/2006/relationships/tags" Target="../tags/tag102.xml"/><Relationship Id="rId54" Type="http://schemas.openxmlformats.org/officeDocument/2006/relationships/image" Target="../media/image18.svg"/><Relationship Id="rId53" Type="http://schemas.openxmlformats.org/officeDocument/2006/relationships/image" Target="../media/image17.png"/><Relationship Id="rId52" Type="http://schemas.openxmlformats.org/officeDocument/2006/relationships/tags" Target="../tags/tag101.xml"/><Relationship Id="rId51" Type="http://schemas.openxmlformats.org/officeDocument/2006/relationships/tags" Target="../tags/tag100.xml"/><Relationship Id="rId50" Type="http://schemas.openxmlformats.org/officeDocument/2006/relationships/tags" Target="../tags/tag99.xml"/><Relationship Id="rId5" Type="http://schemas.openxmlformats.org/officeDocument/2006/relationships/image" Target="../media/image2.svg"/><Relationship Id="rId49" Type="http://schemas.openxmlformats.org/officeDocument/2006/relationships/tags" Target="../tags/tag98.xml"/><Relationship Id="rId48" Type="http://schemas.openxmlformats.org/officeDocument/2006/relationships/tags" Target="../tags/tag97.xml"/><Relationship Id="rId47" Type="http://schemas.openxmlformats.org/officeDocument/2006/relationships/tags" Target="../tags/tag96.xml"/><Relationship Id="rId46" Type="http://schemas.openxmlformats.org/officeDocument/2006/relationships/tags" Target="../tags/tag95.xml"/><Relationship Id="rId45" Type="http://schemas.openxmlformats.org/officeDocument/2006/relationships/tags" Target="../tags/tag94.xml"/><Relationship Id="rId44" Type="http://schemas.openxmlformats.org/officeDocument/2006/relationships/tags" Target="../tags/tag93.xml"/><Relationship Id="rId43" Type="http://schemas.openxmlformats.org/officeDocument/2006/relationships/image" Target="../media/image16.svg"/><Relationship Id="rId42" Type="http://schemas.openxmlformats.org/officeDocument/2006/relationships/image" Target="../media/image15.png"/><Relationship Id="rId41" Type="http://schemas.openxmlformats.org/officeDocument/2006/relationships/tags" Target="../tags/tag92.xml"/><Relationship Id="rId40" Type="http://schemas.openxmlformats.org/officeDocument/2006/relationships/tags" Target="../tags/tag91.xml"/><Relationship Id="rId4" Type="http://schemas.openxmlformats.org/officeDocument/2006/relationships/image" Target="../media/image1.png"/><Relationship Id="rId39" Type="http://schemas.openxmlformats.org/officeDocument/2006/relationships/tags" Target="../tags/tag90.xml"/><Relationship Id="rId38" Type="http://schemas.openxmlformats.org/officeDocument/2006/relationships/image" Target="../media/image14.svg"/><Relationship Id="rId37" Type="http://schemas.openxmlformats.org/officeDocument/2006/relationships/image" Target="../media/image13.png"/><Relationship Id="rId36" Type="http://schemas.openxmlformats.org/officeDocument/2006/relationships/tags" Target="../tags/tag89.xml"/><Relationship Id="rId35" Type="http://schemas.openxmlformats.org/officeDocument/2006/relationships/tags" Target="../tags/tag88.xml"/><Relationship Id="rId34" Type="http://schemas.openxmlformats.org/officeDocument/2006/relationships/tags" Target="../tags/tag87.xml"/><Relationship Id="rId33" Type="http://schemas.openxmlformats.org/officeDocument/2006/relationships/tags" Target="../tags/tag86.xml"/><Relationship Id="rId32" Type="http://schemas.openxmlformats.org/officeDocument/2006/relationships/image" Target="../media/image12.svg"/><Relationship Id="rId31" Type="http://schemas.openxmlformats.org/officeDocument/2006/relationships/image" Target="../media/image11.png"/><Relationship Id="rId30" Type="http://schemas.openxmlformats.org/officeDocument/2006/relationships/tags" Target="../tags/tag85.xml"/><Relationship Id="rId3" Type="http://schemas.openxmlformats.org/officeDocument/2006/relationships/tags" Target="../tags/tag68.xml"/><Relationship Id="rId29" Type="http://schemas.openxmlformats.org/officeDocument/2006/relationships/tags" Target="../tags/tag84.xml"/><Relationship Id="rId28" Type="http://schemas.openxmlformats.org/officeDocument/2006/relationships/tags" Target="../tags/tag83.xml"/><Relationship Id="rId27" Type="http://schemas.openxmlformats.org/officeDocument/2006/relationships/image" Target="../media/image10.svg"/><Relationship Id="rId26" Type="http://schemas.openxmlformats.org/officeDocument/2006/relationships/image" Target="../media/image9.png"/><Relationship Id="rId25" Type="http://schemas.openxmlformats.org/officeDocument/2006/relationships/tags" Target="../tags/tag82.xml"/><Relationship Id="rId24" Type="http://schemas.openxmlformats.org/officeDocument/2006/relationships/tags" Target="../tags/tag81.xml"/><Relationship Id="rId23" Type="http://schemas.openxmlformats.org/officeDocument/2006/relationships/tags" Target="../tags/tag80.xml"/><Relationship Id="rId22" Type="http://schemas.openxmlformats.org/officeDocument/2006/relationships/tags" Target="../tags/tag79.xml"/><Relationship Id="rId21" Type="http://schemas.openxmlformats.org/officeDocument/2006/relationships/image" Target="../media/image8.svg"/><Relationship Id="rId20" Type="http://schemas.openxmlformats.org/officeDocument/2006/relationships/image" Target="../media/image7.png"/><Relationship Id="rId2" Type="http://schemas.openxmlformats.org/officeDocument/2006/relationships/tags" Target="../tags/tag67.xml"/><Relationship Id="rId19" Type="http://schemas.openxmlformats.org/officeDocument/2006/relationships/tags" Target="../tags/tag78.xml"/><Relationship Id="rId18" Type="http://schemas.openxmlformats.org/officeDocument/2006/relationships/tags" Target="../tags/tag77.xml"/><Relationship Id="rId17" Type="http://schemas.openxmlformats.org/officeDocument/2006/relationships/tags" Target="../tags/tag76.xml"/><Relationship Id="rId166" Type="http://schemas.openxmlformats.org/officeDocument/2006/relationships/slideLayout" Target="../slideLayouts/slideLayout17.xml"/><Relationship Id="rId165" Type="http://schemas.openxmlformats.org/officeDocument/2006/relationships/tags" Target="../tags/tag182.xml"/><Relationship Id="rId164" Type="http://schemas.openxmlformats.org/officeDocument/2006/relationships/image" Target="../media/image48.svg"/><Relationship Id="rId163" Type="http://schemas.openxmlformats.org/officeDocument/2006/relationships/image" Target="../media/image47.png"/><Relationship Id="rId162" Type="http://schemas.openxmlformats.org/officeDocument/2006/relationships/tags" Target="../tags/tag181.xml"/><Relationship Id="rId161" Type="http://schemas.openxmlformats.org/officeDocument/2006/relationships/tags" Target="../tags/tag180.xml"/><Relationship Id="rId160" Type="http://schemas.openxmlformats.org/officeDocument/2006/relationships/tags" Target="../tags/tag179.xml"/><Relationship Id="rId16" Type="http://schemas.openxmlformats.org/officeDocument/2006/relationships/image" Target="../media/image6.svg"/><Relationship Id="rId159" Type="http://schemas.openxmlformats.org/officeDocument/2006/relationships/image" Target="../media/image46.svg"/><Relationship Id="rId158" Type="http://schemas.openxmlformats.org/officeDocument/2006/relationships/image" Target="../media/image45.png"/><Relationship Id="rId157" Type="http://schemas.openxmlformats.org/officeDocument/2006/relationships/tags" Target="../tags/tag178.xml"/><Relationship Id="rId156" Type="http://schemas.openxmlformats.org/officeDocument/2006/relationships/tags" Target="../tags/tag177.xml"/><Relationship Id="rId155" Type="http://schemas.openxmlformats.org/officeDocument/2006/relationships/tags" Target="../tags/tag176.xml"/><Relationship Id="rId154" Type="http://schemas.openxmlformats.org/officeDocument/2006/relationships/tags" Target="../tags/tag175.xml"/><Relationship Id="rId153" Type="http://schemas.openxmlformats.org/officeDocument/2006/relationships/tags" Target="../tags/tag174.xml"/><Relationship Id="rId152" Type="http://schemas.openxmlformats.org/officeDocument/2006/relationships/tags" Target="../tags/tag173.xml"/><Relationship Id="rId151" Type="http://schemas.openxmlformats.org/officeDocument/2006/relationships/tags" Target="../tags/tag172.xml"/><Relationship Id="rId150" Type="http://schemas.openxmlformats.org/officeDocument/2006/relationships/tags" Target="../tags/tag171.xml"/><Relationship Id="rId15" Type="http://schemas.openxmlformats.org/officeDocument/2006/relationships/image" Target="../media/image5.png"/><Relationship Id="rId149" Type="http://schemas.openxmlformats.org/officeDocument/2006/relationships/image" Target="../media/image44.svg"/><Relationship Id="rId148" Type="http://schemas.openxmlformats.org/officeDocument/2006/relationships/image" Target="../media/image43.png"/><Relationship Id="rId147" Type="http://schemas.openxmlformats.org/officeDocument/2006/relationships/tags" Target="../tags/tag170.xml"/><Relationship Id="rId146" Type="http://schemas.openxmlformats.org/officeDocument/2006/relationships/tags" Target="../tags/tag169.xml"/><Relationship Id="rId145" Type="http://schemas.openxmlformats.org/officeDocument/2006/relationships/tags" Target="../tags/tag168.xml"/><Relationship Id="rId144" Type="http://schemas.openxmlformats.org/officeDocument/2006/relationships/image" Target="../media/image42.svg"/><Relationship Id="rId143" Type="http://schemas.openxmlformats.org/officeDocument/2006/relationships/image" Target="../media/image41.png"/><Relationship Id="rId142" Type="http://schemas.openxmlformats.org/officeDocument/2006/relationships/tags" Target="../tags/tag167.xml"/><Relationship Id="rId141" Type="http://schemas.openxmlformats.org/officeDocument/2006/relationships/tags" Target="../tags/tag166.xml"/><Relationship Id="rId140" Type="http://schemas.openxmlformats.org/officeDocument/2006/relationships/tags" Target="../tags/tag165.xml"/><Relationship Id="rId14" Type="http://schemas.openxmlformats.org/officeDocument/2006/relationships/tags" Target="../tags/tag75.xml"/><Relationship Id="rId139" Type="http://schemas.openxmlformats.org/officeDocument/2006/relationships/tags" Target="../tags/tag164.xml"/><Relationship Id="rId138" Type="http://schemas.openxmlformats.org/officeDocument/2006/relationships/tags" Target="../tags/tag163.xml"/><Relationship Id="rId137" Type="http://schemas.openxmlformats.org/officeDocument/2006/relationships/tags" Target="../tags/tag162.xml"/><Relationship Id="rId136" Type="http://schemas.openxmlformats.org/officeDocument/2006/relationships/tags" Target="../tags/tag161.xml"/><Relationship Id="rId135" Type="http://schemas.openxmlformats.org/officeDocument/2006/relationships/tags" Target="../tags/tag160.xml"/><Relationship Id="rId134" Type="http://schemas.openxmlformats.org/officeDocument/2006/relationships/image" Target="../media/image40.svg"/><Relationship Id="rId133" Type="http://schemas.openxmlformats.org/officeDocument/2006/relationships/image" Target="../media/image39.png"/><Relationship Id="rId132" Type="http://schemas.openxmlformats.org/officeDocument/2006/relationships/tags" Target="../tags/tag159.xml"/><Relationship Id="rId131" Type="http://schemas.openxmlformats.org/officeDocument/2006/relationships/tags" Target="../tags/tag158.xml"/><Relationship Id="rId130" Type="http://schemas.openxmlformats.org/officeDocument/2006/relationships/tags" Target="../tags/tag157.xml"/><Relationship Id="rId13" Type="http://schemas.openxmlformats.org/officeDocument/2006/relationships/tags" Target="../tags/tag74.xml"/><Relationship Id="rId129" Type="http://schemas.openxmlformats.org/officeDocument/2006/relationships/image" Target="../media/image38.svg"/><Relationship Id="rId128" Type="http://schemas.openxmlformats.org/officeDocument/2006/relationships/image" Target="../media/image37.png"/><Relationship Id="rId127" Type="http://schemas.openxmlformats.org/officeDocument/2006/relationships/tags" Target="../tags/tag156.xml"/><Relationship Id="rId126" Type="http://schemas.openxmlformats.org/officeDocument/2006/relationships/tags" Target="../tags/tag155.xml"/><Relationship Id="rId125" Type="http://schemas.openxmlformats.org/officeDocument/2006/relationships/tags" Target="../tags/tag154.xml"/><Relationship Id="rId124" Type="http://schemas.openxmlformats.org/officeDocument/2006/relationships/tags" Target="../tags/tag153.xml"/><Relationship Id="rId123" Type="http://schemas.openxmlformats.org/officeDocument/2006/relationships/tags" Target="../tags/tag152.xml"/><Relationship Id="rId122" Type="http://schemas.openxmlformats.org/officeDocument/2006/relationships/tags" Target="../tags/tag151.xml"/><Relationship Id="rId121" Type="http://schemas.openxmlformats.org/officeDocument/2006/relationships/tags" Target="../tags/tag150.xml"/><Relationship Id="rId120" Type="http://schemas.openxmlformats.org/officeDocument/2006/relationships/tags" Target="../tags/tag149.xml"/><Relationship Id="rId12" Type="http://schemas.openxmlformats.org/officeDocument/2006/relationships/tags" Target="../tags/tag73.xml"/><Relationship Id="rId119" Type="http://schemas.openxmlformats.org/officeDocument/2006/relationships/image" Target="../media/image36.svg"/><Relationship Id="rId118" Type="http://schemas.openxmlformats.org/officeDocument/2006/relationships/image" Target="../media/image35.png"/><Relationship Id="rId117" Type="http://schemas.openxmlformats.org/officeDocument/2006/relationships/tags" Target="../tags/tag148.xml"/><Relationship Id="rId116" Type="http://schemas.openxmlformats.org/officeDocument/2006/relationships/tags" Target="../tags/tag147.xml"/><Relationship Id="rId115" Type="http://schemas.openxmlformats.org/officeDocument/2006/relationships/tags" Target="../tags/tag146.xml"/><Relationship Id="rId114" Type="http://schemas.openxmlformats.org/officeDocument/2006/relationships/image" Target="../media/image34.svg"/><Relationship Id="rId113" Type="http://schemas.openxmlformats.org/officeDocument/2006/relationships/image" Target="../media/image33.png"/><Relationship Id="rId112" Type="http://schemas.openxmlformats.org/officeDocument/2006/relationships/tags" Target="../tags/tag145.xml"/><Relationship Id="rId111" Type="http://schemas.openxmlformats.org/officeDocument/2006/relationships/tags" Target="../tags/tag144.xml"/><Relationship Id="rId110" Type="http://schemas.openxmlformats.org/officeDocument/2006/relationships/tags" Target="../tags/tag143.xml"/><Relationship Id="rId11" Type="http://schemas.openxmlformats.org/officeDocument/2006/relationships/tags" Target="../tags/tag72.xml"/><Relationship Id="rId109" Type="http://schemas.openxmlformats.org/officeDocument/2006/relationships/tags" Target="../tags/tag142.xml"/><Relationship Id="rId108" Type="http://schemas.openxmlformats.org/officeDocument/2006/relationships/tags" Target="../tags/tag141.xml"/><Relationship Id="rId107" Type="http://schemas.openxmlformats.org/officeDocument/2006/relationships/tags" Target="../tags/tag140.xml"/><Relationship Id="rId106" Type="http://schemas.openxmlformats.org/officeDocument/2006/relationships/tags" Target="../tags/tag139.xml"/><Relationship Id="rId105" Type="http://schemas.openxmlformats.org/officeDocument/2006/relationships/tags" Target="../tags/tag138.xml"/><Relationship Id="rId104" Type="http://schemas.openxmlformats.org/officeDocument/2006/relationships/image" Target="../media/image32.svg"/><Relationship Id="rId103" Type="http://schemas.openxmlformats.org/officeDocument/2006/relationships/image" Target="../media/image31.png"/><Relationship Id="rId102" Type="http://schemas.openxmlformats.org/officeDocument/2006/relationships/tags" Target="../tags/tag137.xml"/><Relationship Id="rId101" Type="http://schemas.openxmlformats.org/officeDocument/2006/relationships/tags" Target="../tags/tag136.xml"/><Relationship Id="rId100" Type="http://schemas.openxmlformats.org/officeDocument/2006/relationships/tags" Target="../tags/tag135.xml"/><Relationship Id="rId10" Type="http://schemas.openxmlformats.org/officeDocument/2006/relationships/image" Target="../media/image4.svg"/><Relationship Id="rId1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89.xml"/><Relationship Id="rId8" Type="http://schemas.openxmlformats.org/officeDocument/2006/relationships/image" Target="../media/image50.svg"/><Relationship Id="rId7" Type="http://schemas.openxmlformats.org/officeDocument/2006/relationships/image" Target="../media/image49.png"/><Relationship Id="rId6" Type="http://schemas.openxmlformats.org/officeDocument/2006/relationships/tags" Target="../tags/tag188.xml"/><Relationship Id="rId5" Type="http://schemas.openxmlformats.org/officeDocument/2006/relationships/tags" Target="../tags/tag187.xml"/><Relationship Id="rId48" Type="http://schemas.openxmlformats.org/officeDocument/2006/relationships/slideLayout" Target="../slideLayouts/slideLayout17.xml"/><Relationship Id="rId47" Type="http://schemas.openxmlformats.org/officeDocument/2006/relationships/tags" Target="../tags/tag223.xml"/><Relationship Id="rId46" Type="http://schemas.openxmlformats.org/officeDocument/2006/relationships/tags" Target="../tags/tag222.xml"/><Relationship Id="rId45" Type="http://schemas.openxmlformats.org/officeDocument/2006/relationships/tags" Target="../tags/tag221.xml"/><Relationship Id="rId44" Type="http://schemas.openxmlformats.org/officeDocument/2006/relationships/tags" Target="../tags/tag220.xml"/><Relationship Id="rId43" Type="http://schemas.openxmlformats.org/officeDocument/2006/relationships/tags" Target="../tags/tag219.xml"/><Relationship Id="rId42" Type="http://schemas.openxmlformats.org/officeDocument/2006/relationships/tags" Target="../tags/tag218.xml"/><Relationship Id="rId41" Type="http://schemas.openxmlformats.org/officeDocument/2006/relationships/tags" Target="../tags/tag217.xml"/><Relationship Id="rId40" Type="http://schemas.openxmlformats.org/officeDocument/2006/relationships/tags" Target="../tags/tag216.xml"/><Relationship Id="rId4" Type="http://schemas.openxmlformats.org/officeDocument/2006/relationships/tags" Target="../tags/tag186.xml"/><Relationship Id="rId39" Type="http://schemas.openxmlformats.org/officeDocument/2006/relationships/tags" Target="../tags/tag215.xml"/><Relationship Id="rId38" Type="http://schemas.openxmlformats.org/officeDocument/2006/relationships/image" Target="../media/image54.svg"/><Relationship Id="rId37" Type="http://schemas.openxmlformats.org/officeDocument/2006/relationships/image" Target="../media/image53.png"/><Relationship Id="rId36" Type="http://schemas.openxmlformats.org/officeDocument/2006/relationships/tags" Target="../tags/tag214.xml"/><Relationship Id="rId35" Type="http://schemas.openxmlformats.org/officeDocument/2006/relationships/tags" Target="../tags/tag213.xml"/><Relationship Id="rId34" Type="http://schemas.openxmlformats.org/officeDocument/2006/relationships/tags" Target="../tags/tag212.xml"/><Relationship Id="rId33" Type="http://schemas.openxmlformats.org/officeDocument/2006/relationships/tags" Target="../tags/tag211.xml"/><Relationship Id="rId32" Type="http://schemas.openxmlformats.org/officeDocument/2006/relationships/tags" Target="../tags/tag210.xml"/><Relationship Id="rId31" Type="http://schemas.openxmlformats.org/officeDocument/2006/relationships/tags" Target="../tags/tag209.xml"/><Relationship Id="rId30" Type="http://schemas.openxmlformats.org/officeDocument/2006/relationships/tags" Target="../tags/tag208.xml"/><Relationship Id="rId3" Type="http://schemas.openxmlformats.org/officeDocument/2006/relationships/tags" Target="../tags/tag185.xml"/><Relationship Id="rId29" Type="http://schemas.openxmlformats.org/officeDocument/2006/relationships/tags" Target="../tags/tag207.xml"/><Relationship Id="rId28" Type="http://schemas.openxmlformats.org/officeDocument/2006/relationships/tags" Target="../tags/tag206.xml"/><Relationship Id="rId27" Type="http://schemas.openxmlformats.org/officeDocument/2006/relationships/tags" Target="../tags/tag205.xml"/><Relationship Id="rId26" Type="http://schemas.openxmlformats.org/officeDocument/2006/relationships/tags" Target="../tags/tag204.xml"/><Relationship Id="rId25" Type="http://schemas.openxmlformats.org/officeDocument/2006/relationships/tags" Target="../tags/tag203.xml"/><Relationship Id="rId24" Type="http://schemas.openxmlformats.org/officeDocument/2006/relationships/tags" Target="../tags/tag202.xml"/><Relationship Id="rId23" Type="http://schemas.openxmlformats.org/officeDocument/2006/relationships/image" Target="../media/image52.svg"/><Relationship Id="rId22" Type="http://schemas.openxmlformats.org/officeDocument/2006/relationships/image" Target="../media/image51.png"/><Relationship Id="rId21" Type="http://schemas.openxmlformats.org/officeDocument/2006/relationships/tags" Target="../tags/tag201.xml"/><Relationship Id="rId20" Type="http://schemas.openxmlformats.org/officeDocument/2006/relationships/tags" Target="../tags/tag200.xml"/><Relationship Id="rId2" Type="http://schemas.openxmlformats.org/officeDocument/2006/relationships/tags" Target="../tags/tag184.xml"/><Relationship Id="rId19" Type="http://schemas.openxmlformats.org/officeDocument/2006/relationships/tags" Target="../tags/tag199.xml"/><Relationship Id="rId18" Type="http://schemas.openxmlformats.org/officeDocument/2006/relationships/tags" Target="../tags/tag198.xml"/><Relationship Id="rId17" Type="http://schemas.openxmlformats.org/officeDocument/2006/relationships/tags" Target="../tags/tag197.xml"/><Relationship Id="rId16" Type="http://schemas.openxmlformats.org/officeDocument/2006/relationships/tags" Target="../tags/tag196.xml"/><Relationship Id="rId15" Type="http://schemas.openxmlformats.org/officeDocument/2006/relationships/tags" Target="../tags/tag195.xml"/><Relationship Id="rId14" Type="http://schemas.openxmlformats.org/officeDocument/2006/relationships/tags" Target="../tags/tag194.xml"/><Relationship Id="rId13" Type="http://schemas.openxmlformats.org/officeDocument/2006/relationships/tags" Target="../tags/tag193.xml"/><Relationship Id="rId12" Type="http://schemas.openxmlformats.org/officeDocument/2006/relationships/tags" Target="../tags/tag192.xml"/><Relationship Id="rId11" Type="http://schemas.openxmlformats.org/officeDocument/2006/relationships/tags" Target="../tags/tag191.xml"/><Relationship Id="rId10" Type="http://schemas.openxmlformats.org/officeDocument/2006/relationships/tags" Target="../tags/tag190.xml"/><Relationship Id="rId1" Type="http://schemas.openxmlformats.org/officeDocument/2006/relationships/tags" Target="../tags/tag18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30.xml"/><Relationship Id="rId8" Type="http://schemas.openxmlformats.org/officeDocument/2006/relationships/image" Target="../media/image56.svg"/><Relationship Id="rId7" Type="http://schemas.openxmlformats.org/officeDocument/2006/relationships/image" Target="../media/image55.png"/><Relationship Id="rId6" Type="http://schemas.openxmlformats.org/officeDocument/2006/relationships/tags" Target="../tags/tag229.xml"/><Relationship Id="rId59" Type="http://schemas.openxmlformats.org/officeDocument/2006/relationships/slideLayout" Target="../slideLayouts/slideLayout17.xml"/><Relationship Id="rId58" Type="http://schemas.openxmlformats.org/officeDocument/2006/relationships/tags" Target="../tags/tag260.xml"/><Relationship Id="rId57" Type="http://schemas.openxmlformats.org/officeDocument/2006/relationships/image" Target="../media/image75.svg"/><Relationship Id="rId56" Type="http://schemas.openxmlformats.org/officeDocument/2006/relationships/image" Target="../media/image74.png"/><Relationship Id="rId55" Type="http://schemas.openxmlformats.org/officeDocument/2006/relationships/tags" Target="../tags/tag259.xml"/><Relationship Id="rId54" Type="http://schemas.openxmlformats.org/officeDocument/2006/relationships/tags" Target="../tags/tag258.xml"/><Relationship Id="rId53" Type="http://schemas.openxmlformats.org/officeDocument/2006/relationships/image" Target="../media/image73.png"/><Relationship Id="rId52" Type="http://schemas.openxmlformats.org/officeDocument/2006/relationships/tags" Target="../tags/tag257.xml"/><Relationship Id="rId51" Type="http://schemas.openxmlformats.org/officeDocument/2006/relationships/tags" Target="../tags/tag256.xml"/><Relationship Id="rId50" Type="http://schemas.openxmlformats.org/officeDocument/2006/relationships/tags" Target="../tags/tag255.xml"/><Relationship Id="rId5" Type="http://schemas.openxmlformats.org/officeDocument/2006/relationships/tags" Target="../tags/tag228.xml"/><Relationship Id="rId49" Type="http://schemas.openxmlformats.org/officeDocument/2006/relationships/tags" Target="../tags/tag254.xml"/><Relationship Id="rId48" Type="http://schemas.openxmlformats.org/officeDocument/2006/relationships/image" Target="../media/image72.svg"/><Relationship Id="rId47" Type="http://schemas.openxmlformats.org/officeDocument/2006/relationships/image" Target="../media/image71.png"/><Relationship Id="rId46" Type="http://schemas.openxmlformats.org/officeDocument/2006/relationships/tags" Target="../tags/tag253.xml"/><Relationship Id="rId45" Type="http://schemas.openxmlformats.org/officeDocument/2006/relationships/tags" Target="../tags/tag252.xml"/><Relationship Id="rId44" Type="http://schemas.openxmlformats.org/officeDocument/2006/relationships/image" Target="../media/image70.svg"/><Relationship Id="rId43" Type="http://schemas.openxmlformats.org/officeDocument/2006/relationships/image" Target="../media/image69.png"/><Relationship Id="rId42" Type="http://schemas.openxmlformats.org/officeDocument/2006/relationships/tags" Target="../tags/tag251.xml"/><Relationship Id="rId41" Type="http://schemas.openxmlformats.org/officeDocument/2006/relationships/tags" Target="../tags/tag250.xml"/><Relationship Id="rId40" Type="http://schemas.openxmlformats.org/officeDocument/2006/relationships/image" Target="../media/image68.svg"/><Relationship Id="rId4" Type="http://schemas.openxmlformats.org/officeDocument/2006/relationships/tags" Target="../tags/tag227.xml"/><Relationship Id="rId39" Type="http://schemas.openxmlformats.org/officeDocument/2006/relationships/image" Target="../media/image67.png"/><Relationship Id="rId38" Type="http://schemas.openxmlformats.org/officeDocument/2006/relationships/tags" Target="../tags/tag249.xml"/><Relationship Id="rId37" Type="http://schemas.openxmlformats.org/officeDocument/2006/relationships/tags" Target="../tags/tag248.xml"/><Relationship Id="rId36" Type="http://schemas.openxmlformats.org/officeDocument/2006/relationships/image" Target="../media/image66.svg"/><Relationship Id="rId35" Type="http://schemas.openxmlformats.org/officeDocument/2006/relationships/image" Target="../media/image65.png"/><Relationship Id="rId34" Type="http://schemas.openxmlformats.org/officeDocument/2006/relationships/tags" Target="../tags/tag247.xml"/><Relationship Id="rId33" Type="http://schemas.openxmlformats.org/officeDocument/2006/relationships/tags" Target="../tags/tag246.xml"/><Relationship Id="rId32" Type="http://schemas.openxmlformats.org/officeDocument/2006/relationships/tags" Target="../tags/tag245.xml"/><Relationship Id="rId31" Type="http://schemas.openxmlformats.org/officeDocument/2006/relationships/tags" Target="../tags/tag244.xml"/><Relationship Id="rId30" Type="http://schemas.openxmlformats.org/officeDocument/2006/relationships/image" Target="../media/image64.svg"/><Relationship Id="rId3" Type="http://schemas.openxmlformats.org/officeDocument/2006/relationships/tags" Target="../tags/tag226.xml"/><Relationship Id="rId29" Type="http://schemas.openxmlformats.org/officeDocument/2006/relationships/image" Target="../media/image63.png"/><Relationship Id="rId28" Type="http://schemas.openxmlformats.org/officeDocument/2006/relationships/tags" Target="../tags/tag243.xml"/><Relationship Id="rId27" Type="http://schemas.openxmlformats.org/officeDocument/2006/relationships/tags" Target="../tags/tag242.xml"/><Relationship Id="rId26" Type="http://schemas.openxmlformats.org/officeDocument/2006/relationships/tags" Target="../tags/tag241.xml"/><Relationship Id="rId25" Type="http://schemas.openxmlformats.org/officeDocument/2006/relationships/tags" Target="../tags/tag240.xml"/><Relationship Id="rId24" Type="http://schemas.openxmlformats.org/officeDocument/2006/relationships/tags" Target="../tags/tag239.xml"/><Relationship Id="rId23" Type="http://schemas.openxmlformats.org/officeDocument/2006/relationships/tags" Target="../tags/tag238.xml"/><Relationship Id="rId22" Type="http://schemas.openxmlformats.org/officeDocument/2006/relationships/image" Target="../media/image62.svg"/><Relationship Id="rId21" Type="http://schemas.openxmlformats.org/officeDocument/2006/relationships/image" Target="../media/image61.png"/><Relationship Id="rId20" Type="http://schemas.openxmlformats.org/officeDocument/2006/relationships/tags" Target="../tags/tag237.xml"/><Relationship Id="rId2" Type="http://schemas.openxmlformats.org/officeDocument/2006/relationships/tags" Target="../tags/tag225.xml"/><Relationship Id="rId19" Type="http://schemas.openxmlformats.org/officeDocument/2006/relationships/tags" Target="../tags/tag236.xml"/><Relationship Id="rId18" Type="http://schemas.openxmlformats.org/officeDocument/2006/relationships/image" Target="../media/image60.svg"/><Relationship Id="rId17" Type="http://schemas.openxmlformats.org/officeDocument/2006/relationships/image" Target="../media/image59.png"/><Relationship Id="rId16" Type="http://schemas.openxmlformats.org/officeDocument/2006/relationships/tags" Target="../tags/tag235.xml"/><Relationship Id="rId15" Type="http://schemas.openxmlformats.org/officeDocument/2006/relationships/tags" Target="../tags/tag234.xml"/><Relationship Id="rId14" Type="http://schemas.openxmlformats.org/officeDocument/2006/relationships/image" Target="../media/image58.svg"/><Relationship Id="rId13" Type="http://schemas.openxmlformats.org/officeDocument/2006/relationships/image" Target="../media/image57.png"/><Relationship Id="rId12" Type="http://schemas.openxmlformats.org/officeDocument/2006/relationships/tags" Target="../tags/tag233.xml"/><Relationship Id="rId11" Type="http://schemas.openxmlformats.org/officeDocument/2006/relationships/tags" Target="../tags/tag232.xml"/><Relationship Id="rId10" Type="http://schemas.openxmlformats.org/officeDocument/2006/relationships/tags" Target="../tags/tag231.xml"/><Relationship Id="rId1" Type="http://schemas.openxmlformats.org/officeDocument/2006/relationships/tags" Target="../tags/tag224.xml"/></Relationships>
</file>

<file path=ppt/slides/_rels/slide7.xml.rels><?xml version="1.0" encoding="UTF-8" standalone="yes"?>
<Relationships xmlns="http://schemas.openxmlformats.org/package/2006/relationships"><Relationship Id="rId99" Type="http://schemas.openxmlformats.org/officeDocument/2006/relationships/tags" Target="../tags/tag329.xml"/><Relationship Id="rId98" Type="http://schemas.openxmlformats.org/officeDocument/2006/relationships/tags" Target="../tags/tag328.xml"/><Relationship Id="rId97" Type="http://schemas.openxmlformats.org/officeDocument/2006/relationships/tags" Target="../tags/tag327.xml"/><Relationship Id="rId96" Type="http://schemas.openxmlformats.org/officeDocument/2006/relationships/image" Target="../media/image103.svg"/><Relationship Id="rId95" Type="http://schemas.openxmlformats.org/officeDocument/2006/relationships/image" Target="../media/image102.png"/><Relationship Id="rId94" Type="http://schemas.openxmlformats.org/officeDocument/2006/relationships/tags" Target="../tags/tag326.xml"/><Relationship Id="rId93" Type="http://schemas.openxmlformats.org/officeDocument/2006/relationships/tags" Target="../tags/tag325.xml"/><Relationship Id="rId92" Type="http://schemas.openxmlformats.org/officeDocument/2006/relationships/tags" Target="../tags/tag324.xml"/><Relationship Id="rId91" Type="http://schemas.openxmlformats.org/officeDocument/2006/relationships/tags" Target="../tags/tag323.xml"/><Relationship Id="rId90" Type="http://schemas.openxmlformats.org/officeDocument/2006/relationships/tags" Target="../tags/tag322.xml"/><Relationship Id="rId9" Type="http://schemas.openxmlformats.org/officeDocument/2006/relationships/image" Target="../media/image77.svg"/><Relationship Id="rId89" Type="http://schemas.openxmlformats.org/officeDocument/2006/relationships/tags" Target="../tags/tag321.xml"/><Relationship Id="rId88" Type="http://schemas.openxmlformats.org/officeDocument/2006/relationships/image" Target="../media/image101.svg"/><Relationship Id="rId87" Type="http://schemas.openxmlformats.org/officeDocument/2006/relationships/image" Target="../media/image100.png"/><Relationship Id="rId86" Type="http://schemas.openxmlformats.org/officeDocument/2006/relationships/tags" Target="../tags/tag320.xml"/><Relationship Id="rId85" Type="http://schemas.openxmlformats.org/officeDocument/2006/relationships/tags" Target="../tags/tag319.xml"/><Relationship Id="rId84" Type="http://schemas.openxmlformats.org/officeDocument/2006/relationships/tags" Target="../tags/tag318.xml"/><Relationship Id="rId83" Type="http://schemas.openxmlformats.org/officeDocument/2006/relationships/tags" Target="../tags/tag317.xml"/><Relationship Id="rId82" Type="http://schemas.openxmlformats.org/officeDocument/2006/relationships/tags" Target="../tags/tag316.xml"/><Relationship Id="rId81" Type="http://schemas.openxmlformats.org/officeDocument/2006/relationships/tags" Target="../tags/tag315.xml"/><Relationship Id="rId80" Type="http://schemas.openxmlformats.org/officeDocument/2006/relationships/image" Target="../media/image99.svg"/><Relationship Id="rId8" Type="http://schemas.openxmlformats.org/officeDocument/2006/relationships/image" Target="../media/image76.png"/><Relationship Id="rId79" Type="http://schemas.openxmlformats.org/officeDocument/2006/relationships/image" Target="../media/image98.png"/><Relationship Id="rId78" Type="http://schemas.openxmlformats.org/officeDocument/2006/relationships/tags" Target="../tags/tag314.xml"/><Relationship Id="rId77" Type="http://schemas.openxmlformats.org/officeDocument/2006/relationships/tags" Target="../tags/tag313.xml"/><Relationship Id="rId76" Type="http://schemas.openxmlformats.org/officeDocument/2006/relationships/tags" Target="../tags/tag312.xml"/><Relationship Id="rId75" Type="http://schemas.openxmlformats.org/officeDocument/2006/relationships/tags" Target="../tags/tag311.xml"/><Relationship Id="rId74" Type="http://schemas.openxmlformats.org/officeDocument/2006/relationships/tags" Target="../tags/tag310.xml"/><Relationship Id="rId73" Type="http://schemas.openxmlformats.org/officeDocument/2006/relationships/tags" Target="../tags/tag309.xml"/><Relationship Id="rId72" Type="http://schemas.openxmlformats.org/officeDocument/2006/relationships/image" Target="../media/image97.svg"/><Relationship Id="rId71" Type="http://schemas.openxmlformats.org/officeDocument/2006/relationships/image" Target="../media/image96.png"/><Relationship Id="rId70" Type="http://schemas.openxmlformats.org/officeDocument/2006/relationships/tags" Target="../tags/tag308.xml"/><Relationship Id="rId7" Type="http://schemas.openxmlformats.org/officeDocument/2006/relationships/tags" Target="../tags/tag267.xml"/><Relationship Id="rId69" Type="http://schemas.openxmlformats.org/officeDocument/2006/relationships/tags" Target="../tags/tag307.xml"/><Relationship Id="rId68" Type="http://schemas.openxmlformats.org/officeDocument/2006/relationships/tags" Target="../tags/tag306.xml"/><Relationship Id="rId67" Type="http://schemas.openxmlformats.org/officeDocument/2006/relationships/tags" Target="../tags/tag305.xml"/><Relationship Id="rId66" Type="http://schemas.openxmlformats.org/officeDocument/2006/relationships/tags" Target="../tags/tag304.xml"/><Relationship Id="rId65" Type="http://schemas.openxmlformats.org/officeDocument/2006/relationships/tags" Target="../tags/tag303.xml"/><Relationship Id="rId64" Type="http://schemas.openxmlformats.org/officeDocument/2006/relationships/image" Target="../media/image95.svg"/><Relationship Id="rId63" Type="http://schemas.openxmlformats.org/officeDocument/2006/relationships/image" Target="../media/image94.png"/><Relationship Id="rId62" Type="http://schemas.openxmlformats.org/officeDocument/2006/relationships/tags" Target="../tags/tag302.xml"/><Relationship Id="rId61" Type="http://schemas.openxmlformats.org/officeDocument/2006/relationships/tags" Target="../tags/tag301.xml"/><Relationship Id="rId60" Type="http://schemas.openxmlformats.org/officeDocument/2006/relationships/tags" Target="../tags/tag300.xml"/><Relationship Id="rId6" Type="http://schemas.openxmlformats.org/officeDocument/2006/relationships/tags" Target="../tags/tag266.xml"/><Relationship Id="rId59" Type="http://schemas.openxmlformats.org/officeDocument/2006/relationships/tags" Target="../tags/tag299.xml"/><Relationship Id="rId58" Type="http://schemas.openxmlformats.org/officeDocument/2006/relationships/tags" Target="../tags/tag298.xml"/><Relationship Id="rId57" Type="http://schemas.openxmlformats.org/officeDocument/2006/relationships/tags" Target="../tags/tag297.xml"/><Relationship Id="rId56" Type="http://schemas.openxmlformats.org/officeDocument/2006/relationships/image" Target="../media/image93.svg"/><Relationship Id="rId55" Type="http://schemas.openxmlformats.org/officeDocument/2006/relationships/image" Target="../media/image92.png"/><Relationship Id="rId54" Type="http://schemas.openxmlformats.org/officeDocument/2006/relationships/tags" Target="../tags/tag296.xml"/><Relationship Id="rId53" Type="http://schemas.openxmlformats.org/officeDocument/2006/relationships/tags" Target="../tags/tag295.xml"/><Relationship Id="rId52" Type="http://schemas.openxmlformats.org/officeDocument/2006/relationships/tags" Target="../tags/tag294.xml"/><Relationship Id="rId51" Type="http://schemas.openxmlformats.org/officeDocument/2006/relationships/image" Target="../media/image91.svg"/><Relationship Id="rId50" Type="http://schemas.openxmlformats.org/officeDocument/2006/relationships/image" Target="../media/image90.png"/><Relationship Id="rId5" Type="http://schemas.openxmlformats.org/officeDocument/2006/relationships/tags" Target="../tags/tag265.xml"/><Relationship Id="rId49" Type="http://schemas.openxmlformats.org/officeDocument/2006/relationships/tags" Target="../tags/tag293.xml"/><Relationship Id="rId48" Type="http://schemas.openxmlformats.org/officeDocument/2006/relationships/tags" Target="../tags/tag292.xml"/><Relationship Id="rId47" Type="http://schemas.openxmlformats.org/officeDocument/2006/relationships/image" Target="../media/image89.svg"/><Relationship Id="rId46" Type="http://schemas.openxmlformats.org/officeDocument/2006/relationships/image" Target="../media/image88.png"/><Relationship Id="rId45" Type="http://schemas.openxmlformats.org/officeDocument/2006/relationships/tags" Target="../tags/tag291.xml"/><Relationship Id="rId44" Type="http://schemas.openxmlformats.org/officeDocument/2006/relationships/tags" Target="../tags/tag290.xml"/><Relationship Id="rId43" Type="http://schemas.openxmlformats.org/officeDocument/2006/relationships/tags" Target="../tags/tag289.xml"/><Relationship Id="rId42" Type="http://schemas.openxmlformats.org/officeDocument/2006/relationships/image" Target="../media/image87.svg"/><Relationship Id="rId41" Type="http://schemas.openxmlformats.org/officeDocument/2006/relationships/image" Target="../media/image86.png"/><Relationship Id="rId40" Type="http://schemas.openxmlformats.org/officeDocument/2006/relationships/tags" Target="../tags/tag288.xml"/><Relationship Id="rId4" Type="http://schemas.openxmlformats.org/officeDocument/2006/relationships/tags" Target="../tags/tag264.xml"/><Relationship Id="rId39" Type="http://schemas.openxmlformats.org/officeDocument/2006/relationships/tags" Target="../tags/tag287.xml"/><Relationship Id="rId38" Type="http://schemas.openxmlformats.org/officeDocument/2006/relationships/tags" Target="../tags/tag286.xml"/><Relationship Id="rId37" Type="http://schemas.openxmlformats.org/officeDocument/2006/relationships/tags" Target="../tags/tag285.xml"/><Relationship Id="rId36" Type="http://schemas.openxmlformats.org/officeDocument/2006/relationships/image" Target="../media/image85.svg"/><Relationship Id="rId35" Type="http://schemas.openxmlformats.org/officeDocument/2006/relationships/image" Target="../media/image84.png"/><Relationship Id="rId34" Type="http://schemas.openxmlformats.org/officeDocument/2006/relationships/tags" Target="../tags/tag284.xml"/><Relationship Id="rId33" Type="http://schemas.openxmlformats.org/officeDocument/2006/relationships/tags" Target="../tags/tag283.xml"/><Relationship Id="rId32" Type="http://schemas.openxmlformats.org/officeDocument/2006/relationships/tags" Target="../tags/tag282.xml"/><Relationship Id="rId31" Type="http://schemas.openxmlformats.org/officeDocument/2006/relationships/tags" Target="../tags/tag281.xml"/><Relationship Id="rId30" Type="http://schemas.openxmlformats.org/officeDocument/2006/relationships/tags" Target="../tags/tag280.xml"/><Relationship Id="rId3" Type="http://schemas.openxmlformats.org/officeDocument/2006/relationships/tags" Target="../tags/tag263.xml"/><Relationship Id="rId29" Type="http://schemas.openxmlformats.org/officeDocument/2006/relationships/tags" Target="../tags/tag279.xml"/><Relationship Id="rId28" Type="http://schemas.openxmlformats.org/officeDocument/2006/relationships/tags" Target="../tags/tag278.xml"/><Relationship Id="rId27" Type="http://schemas.openxmlformats.org/officeDocument/2006/relationships/image" Target="../media/image83.svg"/><Relationship Id="rId26" Type="http://schemas.openxmlformats.org/officeDocument/2006/relationships/image" Target="../media/image82.png"/><Relationship Id="rId25" Type="http://schemas.openxmlformats.org/officeDocument/2006/relationships/tags" Target="../tags/tag277.xml"/><Relationship Id="rId24" Type="http://schemas.openxmlformats.org/officeDocument/2006/relationships/tags" Target="../tags/tag276.xml"/><Relationship Id="rId23" Type="http://schemas.openxmlformats.org/officeDocument/2006/relationships/image" Target="../media/image81.svg"/><Relationship Id="rId22" Type="http://schemas.openxmlformats.org/officeDocument/2006/relationships/image" Target="../media/image80.png"/><Relationship Id="rId21" Type="http://schemas.openxmlformats.org/officeDocument/2006/relationships/tags" Target="../tags/tag275.xml"/><Relationship Id="rId20" Type="http://schemas.openxmlformats.org/officeDocument/2006/relationships/tags" Target="../tags/tag274.xml"/><Relationship Id="rId2" Type="http://schemas.openxmlformats.org/officeDocument/2006/relationships/tags" Target="../tags/tag262.xml"/><Relationship Id="rId19" Type="http://schemas.openxmlformats.org/officeDocument/2006/relationships/image" Target="../media/image70.svg"/><Relationship Id="rId18" Type="http://schemas.openxmlformats.org/officeDocument/2006/relationships/image" Target="../media/image69.png"/><Relationship Id="rId17" Type="http://schemas.openxmlformats.org/officeDocument/2006/relationships/tags" Target="../tags/tag273.xml"/><Relationship Id="rId16" Type="http://schemas.openxmlformats.org/officeDocument/2006/relationships/tags" Target="../tags/tag272.xml"/><Relationship Id="rId15" Type="http://schemas.openxmlformats.org/officeDocument/2006/relationships/image" Target="../media/image79.svg"/><Relationship Id="rId14" Type="http://schemas.openxmlformats.org/officeDocument/2006/relationships/image" Target="../media/image78.png"/><Relationship Id="rId13" Type="http://schemas.openxmlformats.org/officeDocument/2006/relationships/tags" Target="../tags/tag271.xml"/><Relationship Id="rId12" Type="http://schemas.openxmlformats.org/officeDocument/2006/relationships/tags" Target="../tags/tag270.xml"/><Relationship Id="rId117" Type="http://schemas.openxmlformats.org/officeDocument/2006/relationships/slideLayout" Target="../slideLayouts/slideLayout17.xml"/><Relationship Id="rId116" Type="http://schemas.openxmlformats.org/officeDocument/2006/relationships/tags" Target="../tags/tag342.xml"/><Relationship Id="rId115" Type="http://schemas.openxmlformats.org/officeDocument/2006/relationships/tags" Target="../tags/tag341.xml"/><Relationship Id="rId114" Type="http://schemas.openxmlformats.org/officeDocument/2006/relationships/tags" Target="../tags/tag340.xml"/><Relationship Id="rId113" Type="http://schemas.openxmlformats.org/officeDocument/2006/relationships/tags" Target="../tags/tag339.xml"/><Relationship Id="rId112" Type="http://schemas.openxmlformats.org/officeDocument/2006/relationships/image" Target="../media/image107.svg"/><Relationship Id="rId111" Type="http://schemas.openxmlformats.org/officeDocument/2006/relationships/image" Target="../media/image106.png"/><Relationship Id="rId110" Type="http://schemas.openxmlformats.org/officeDocument/2006/relationships/tags" Target="../tags/tag338.xml"/><Relationship Id="rId11" Type="http://schemas.openxmlformats.org/officeDocument/2006/relationships/tags" Target="../tags/tag269.xml"/><Relationship Id="rId109" Type="http://schemas.openxmlformats.org/officeDocument/2006/relationships/tags" Target="../tags/tag337.xml"/><Relationship Id="rId108" Type="http://schemas.openxmlformats.org/officeDocument/2006/relationships/tags" Target="../tags/tag336.xml"/><Relationship Id="rId107" Type="http://schemas.openxmlformats.org/officeDocument/2006/relationships/tags" Target="../tags/tag335.xml"/><Relationship Id="rId106" Type="http://schemas.openxmlformats.org/officeDocument/2006/relationships/tags" Target="../tags/tag334.xml"/><Relationship Id="rId105" Type="http://schemas.openxmlformats.org/officeDocument/2006/relationships/tags" Target="../tags/tag333.xml"/><Relationship Id="rId104" Type="http://schemas.openxmlformats.org/officeDocument/2006/relationships/image" Target="../media/image105.svg"/><Relationship Id="rId103" Type="http://schemas.openxmlformats.org/officeDocument/2006/relationships/image" Target="../media/image104.png"/><Relationship Id="rId102" Type="http://schemas.openxmlformats.org/officeDocument/2006/relationships/tags" Target="../tags/tag332.xml"/><Relationship Id="rId101" Type="http://schemas.openxmlformats.org/officeDocument/2006/relationships/tags" Target="../tags/tag331.xml"/><Relationship Id="rId100" Type="http://schemas.openxmlformats.org/officeDocument/2006/relationships/tags" Target="../tags/tag330.xml"/><Relationship Id="rId10" Type="http://schemas.openxmlformats.org/officeDocument/2006/relationships/tags" Target="../tags/tag268.xml"/><Relationship Id="rId1" Type="http://schemas.openxmlformats.org/officeDocument/2006/relationships/tags" Target="../tags/tag26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44.xml"/><Relationship Id="rId1" Type="http://schemas.openxmlformats.org/officeDocument/2006/relationships/tags" Target="../tags/tag343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351.xml"/><Relationship Id="rId8" Type="http://schemas.openxmlformats.org/officeDocument/2006/relationships/tags" Target="../tags/tag350.xml"/><Relationship Id="rId76" Type="http://schemas.openxmlformats.org/officeDocument/2006/relationships/slideLayout" Target="../slideLayouts/slideLayout17.xml"/><Relationship Id="rId75" Type="http://schemas.openxmlformats.org/officeDocument/2006/relationships/tags" Target="../tags/tag407.xml"/><Relationship Id="rId74" Type="http://schemas.openxmlformats.org/officeDocument/2006/relationships/tags" Target="../tags/tag406.xml"/><Relationship Id="rId73" Type="http://schemas.openxmlformats.org/officeDocument/2006/relationships/tags" Target="../tags/tag405.xml"/><Relationship Id="rId72" Type="http://schemas.openxmlformats.org/officeDocument/2006/relationships/tags" Target="../tags/tag404.xml"/><Relationship Id="rId71" Type="http://schemas.openxmlformats.org/officeDocument/2006/relationships/tags" Target="../tags/tag403.xml"/><Relationship Id="rId70" Type="http://schemas.openxmlformats.org/officeDocument/2006/relationships/tags" Target="../tags/tag402.xml"/><Relationship Id="rId7" Type="http://schemas.openxmlformats.org/officeDocument/2006/relationships/image" Target="../media/image109.svg"/><Relationship Id="rId69" Type="http://schemas.openxmlformats.org/officeDocument/2006/relationships/tags" Target="../tags/tag401.xml"/><Relationship Id="rId68" Type="http://schemas.openxmlformats.org/officeDocument/2006/relationships/tags" Target="../tags/tag400.xml"/><Relationship Id="rId67" Type="http://schemas.openxmlformats.org/officeDocument/2006/relationships/image" Target="../media/image119.svg"/><Relationship Id="rId66" Type="http://schemas.openxmlformats.org/officeDocument/2006/relationships/image" Target="../media/image118.png"/><Relationship Id="rId65" Type="http://schemas.openxmlformats.org/officeDocument/2006/relationships/tags" Target="../tags/tag399.xml"/><Relationship Id="rId64" Type="http://schemas.openxmlformats.org/officeDocument/2006/relationships/tags" Target="../tags/tag398.xml"/><Relationship Id="rId63" Type="http://schemas.openxmlformats.org/officeDocument/2006/relationships/tags" Target="../tags/tag397.xml"/><Relationship Id="rId62" Type="http://schemas.openxmlformats.org/officeDocument/2006/relationships/tags" Target="../tags/tag396.xml"/><Relationship Id="rId61" Type="http://schemas.openxmlformats.org/officeDocument/2006/relationships/tags" Target="../tags/tag395.xml"/><Relationship Id="rId60" Type="http://schemas.openxmlformats.org/officeDocument/2006/relationships/tags" Target="../tags/tag394.xml"/><Relationship Id="rId6" Type="http://schemas.openxmlformats.org/officeDocument/2006/relationships/image" Target="../media/image108.png"/><Relationship Id="rId59" Type="http://schemas.openxmlformats.org/officeDocument/2006/relationships/tags" Target="../tags/tag393.xml"/><Relationship Id="rId58" Type="http://schemas.openxmlformats.org/officeDocument/2006/relationships/tags" Target="../tags/tag392.xml"/><Relationship Id="rId57" Type="http://schemas.openxmlformats.org/officeDocument/2006/relationships/tags" Target="../tags/tag391.xml"/><Relationship Id="rId56" Type="http://schemas.openxmlformats.org/officeDocument/2006/relationships/tags" Target="../tags/tag390.xml"/><Relationship Id="rId55" Type="http://schemas.openxmlformats.org/officeDocument/2006/relationships/tags" Target="../tags/tag389.xml"/><Relationship Id="rId54" Type="http://schemas.openxmlformats.org/officeDocument/2006/relationships/tags" Target="../tags/tag388.xml"/><Relationship Id="rId53" Type="http://schemas.openxmlformats.org/officeDocument/2006/relationships/image" Target="../media/image117.svg"/><Relationship Id="rId52" Type="http://schemas.openxmlformats.org/officeDocument/2006/relationships/image" Target="../media/image116.png"/><Relationship Id="rId51" Type="http://schemas.openxmlformats.org/officeDocument/2006/relationships/tags" Target="../tags/tag387.xml"/><Relationship Id="rId50" Type="http://schemas.openxmlformats.org/officeDocument/2006/relationships/tags" Target="../tags/tag386.xml"/><Relationship Id="rId5" Type="http://schemas.openxmlformats.org/officeDocument/2006/relationships/tags" Target="../tags/tag349.xml"/><Relationship Id="rId49" Type="http://schemas.openxmlformats.org/officeDocument/2006/relationships/tags" Target="../tags/tag385.xml"/><Relationship Id="rId48" Type="http://schemas.openxmlformats.org/officeDocument/2006/relationships/tags" Target="../tags/tag384.xml"/><Relationship Id="rId47" Type="http://schemas.openxmlformats.org/officeDocument/2006/relationships/tags" Target="../tags/tag383.xml"/><Relationship Id="rId46" Type="http://schemas.openxmlformats.org/officeDocument/2006/relationships/tags" Target="../tags/tag382.xml"/><Relationship Id="rId45" Type="http://schemas.openxmlformats.org/officeDocument/2006/relationships/tags" Target="../tags/tag381.xml"/><Relationship Id="rId44" Type="http://schemas.openxmlformats.org/officeDocument/2006/relationships/tags" Target="../tags/tag380.xml"/><Relationship Id="rId43" Type="http://schemas.openxmlformats.org/officeDocument/2006/relationships/tags" Target="../tags/tag379.xml"/><Relationship Id="rId42" Type="http://schemas.openxmlformats.org/officeDocument/2006/relationships/tags" Target="../tags/tag378.xml"/><Relationship Id="rId41" Type="http://schemas.openxmlformats.org/officeDocument/2006/relationships/tags" Target="../tags/tag377.xml"/><Relationship Id="rId40" Type="http://schemas.openxmlformats.org/officeDocument/2006/relationships/tags" Target="../tags/tag376.xml"/><Relationship Id="rId4" Type="http://schemas.openxmlformats.org/officeDocument/2006/relationships/tags" Target="../tags/tag348.xml"/><Relationship Id="rId39" Type="http://schemas.openxmlformats.org/officeDocument/2006/relationships/image" Target="../media/image115.svg"/><Relationship Id="rId38" Type="http://schemas.openxmlformats.org/officeDocument/2006/relationships/image" Target="../media/image114.png"/><Relationship Id="rId37" Type="http://schemas.openxmlformats.org/officeDocument/2006/relationships/tags" Target="../tags/tag375.xml"/><Relationship Id="rId36" Type="http://schemas.openxmlformats.org/officeDocument/2006/relationships/tags" Target="../tags/tag374.xml"/><Relationship Id="rId35" Type="http://schemas.openxmlformats.org/officeDocument/2006/relationships/tags" Target="../tags/tag373.xml"/><Relationship Id="rId34" Type="http://schemas.openxmlformats.org/officeDocument/2006/relationships/tags" Target="../tags/tag372.xml"/><Relationship Id="rId33" Type="http://schemas.openxmlformats.org/officeDocument/2006/relationships/tags" Target="../tags/tag371.xml"/><Relationship Id="rId32" Type="http://schemas.openxmlformats.org/officeDocument/2006/relationships/tags" Target="../tags/tag370.xml"/><Relationship Id="rId31" Type="http://schemas.openxmlformats.org/officeDocument/2006/relationships/tags" Target="../tags/tag369.xml"/><Relationship Id="rId30" Type="http://schemas.openxmlformats.org/officeDocument/2006/relationships/tags" Target="../tags/tag368.xml"/><Relationship Id="rId3" Type="http://schemas.openxmlformats.org/officeDocument/2006/relationships/tags" Target="../tags/tag347.xml"/><Relationship Id="rId29" Type="http://schemas.openxmlformats.org/officeDocument/2006/relationships/tags" Target="../tags/tag367.xml"/><Relationship Id="rId28" Type="http://schemas.openxmlformats.org/officeDocument/2006/relationships/image" Target="../media/image113.svg"/><Relationship Id="rId27" Type="http://schemas.openxmlformats.org/officeDocument/2006/relationships/image" Target="../media/image112.png"/><Relationship Id="rId26" Type="http://schemas.openxmlformats.org/officeDocument/2006/relationships/tags" Target="../tags/tag366.xml"/><Relationship Id="rId25" Type="http://schemas.openxmlformats.org/officeDocument/2006/relationships/tags" Target="../tags/tag365.xml"/><Relationship Id="rId24" Type="http://schemas.openxmlformats.org/officeDocument/2006/relationships/tags" Target="../tags/tag364.xml"/><Relationship Id="rId23" Type="http://schemas.openxmlformats.org/officeDocument/2006/relationships/image" Target="../media/image111.svg"/><Relationship Id="rId22" Type="http://schemas.openxmlformats.org/officeDocument/2006/relationships/image" Target="../media/image110.png"/><Relationship Id="rId21" Type="http://schemas.openxmlformats.org/officeDocument/2006/relationships/tags" Target="../tags/tag363.xml"/><Relationship Id="rId20" Type="http://schemas.openxmlformats.org/officeDocument/2006/relationships/tags" Target="../tags/tag362.xml"/><Relationship Id="rId2" Type="http://schemas.openxmlformats.org/officeDocument/2006/relationships/tags" Target="../tags/tag346.xml"/><Relationship Id="rId19" Type="http://schemas.openxmlformats.org/officeDocument/2006/relationships/tags" Target="../tags/tag361.xml"/><Relationship Id="rId18" Type="http://schemas.openxmlformats.org/officeDocument/2006/relationships/tags" Target="../tags/tag360.xml"/><Relationship Id="rId17" Type="http://schemas.openxmlformats.org/officeDocument/2006/relationships/tags" Target="../tags/tag359.xml"/><Relationship Id="rId16" Type="http://schemas.openxmlformats.org/officeDocument/2006/relationships/tags" Target="../tags/tag358.xml"/><Relationship Id="rId15" Type="http://schemas.openxmlformats.org/officeDocument/2006/relationships/tags" Target="../tags/tag357.xml"/><Relationship Id="rId14" Type="http://schemas.openxmlformats.org/officeDocument/2006/relationships/tags" Target="../tags/tag356.xml"/><Relationship Id="rId13" Type="http://schemas.openxmlformats.org/officeDocument/2006/relationships/tags" Target="../tags/tag355.xml"/><Relationship Id="rId12" Type="http://schemas.openxmlformats.org/officeDocument/2006/relationships/tags" Target="../tags/tag354.xml"/><Relationship Id="rId11" Type="http://schemas.openxmlformats.org/officeDocument/2006/relationships/tags" Target="../tags/tag353.xml"/><Relationship Id="rId10" Type="http://schemas.openxmlformats.org/officeDocument/2006/relationships/tags" Target="../tags/tag352.xml"/><Relationship Id="rId1" Type="http://schemas.openxmlformats.org/officeDocument/2006/relationships/tags" Target="../tags/tag345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14.xml"/><Relationship Id="rId8" Type="http://schemas.openxmlformats.org/officeDocument/2006/relationships/tags" Target="../tags/tag413.xml"/><Relationship Id="rId7" Type="http://schemas.openxmlformats.org/officeDocument/2006/relationships/tags" Target="../tags/tag412.xml"/><Relationship Id="rId66" Type="http://schemas.openxmlformats.org/officeDocument/2006/relationships/slideLayout" Target="../slideLayouts/slideLayout17.xml"/><Relationship Id="rId65" Type="http://schemas.openxmlformats.org/officeDocument/2006/relationships/tags" Target="../tags/tag456.xml"/><Relationship Id="rId64" Type="http://schemas.openxmlformats.org/officeDocument/2006/relationships/tags" Target="../tags/tag455.xml"/><Relationship Id="rId63" Type="http://schemas.openxmlformats.org/officeDocument/2006/relationships/tags" Target="../tags/tag454.xml"/><Relationship Id="rId62" Type="http://schemas.openxmlformats.org/officeDocument/2006/relationships/tags" Target="../tags/tag453.xml"/><Relationship Id="rId61" Type="http://schemas.openxmlformats.org/officeDocument/2006/relationships/image" Target="../media/image135.svg"/><Relationship Id="rId60" Type="http://schemas.openxmlformats.org/officeDocument/2006/relationships/image" Target="../media/image134.png"/><Relationship Id="rId6" Type="http://schemas.openxmlformats.org/officeDocument/2006/relationships/image" Target="../media/image121.svg"/><Relationship Id="rId59" Type="http://schemas.openxmlformats.org/officeDocument/2006/relationships/tags" Target="../tags/tag452.xml"/><Relationship Id="rId58" Type="http://schemas.openxmlformats.org/officeDocument/2006/relationships/tags" Target="../tags/tag451.xml"/><Relationship Id="rId57" Type="http://schemas.openxmlformats.org/officeDocument/2006/relationships/tags" Target="../tags/tag450.xml"/><Relationship Id="rId56" Type="http://schemas.openxmlformats.org/officeDocument/2006/relationships/tags" Target="../tags/tag449.xml"/><Relationship Id="rId55" Type="http://schemas.openxmlformats.org/officeDocument/2006/relationships/tags" Target="../tags/tag448.xml"/><Relationship Id="rId54" Type="http://schemas.openxmlformats.org/officeDocument/2006/relationships/tags" Target="../tags/tag447.xml"/><Relationship Id="rId53" Type="http://schemas.openxmlformats.org/officeDocument/2006/relationships/tags" Target="../tags/tag446.xml"/><Relationship Id="rId52" Type="http://schemas.openxmlformats.org/officeDocument/2006/relationships/image" Target="../media/image133.svg"/><Relationship Id="rId51" Type="http://schemas.openxmlformats.org/officeDocument/2006/relationships/image" Target="../media/image132.png"/><Relationship Id="rId50" Type="http://schemas.openxmlformats.org/officeDocument/2006/relationships/tags" Target="../tags/tag445.xml"/><Relationship Id="rId5" Type="http://schemas.openxmlformats.org/officeDocument/2006/relationships/image" Target="../media/image120.png"/><Relationship Id="rId49" Type="http://schemas.openxmlformats.org/officeDocument/2006/relationships/tags" Target="../tags/tag444.xml"/><Relationship Id="rId48" Type="http://schemas.openxmlformats.org/officeDocument/2006/relationships/tags" Target="../tags/tag443.xml"/><Relationship Id="rId47" Type="http://schemas.openxmlformats.org/officeDocument/2006/relationships/tags" Target="../tags/tag442.xml"/><Relationship Id="rId46" Type="http://schemas.openxmlformats.org/officeDocument/2006/relationships/tags" Target="../tags/tag441.xml"/><Relationship Id="rId45" Type="http://schemas.openxmlformats.org/officeDocument/2006/relationships/tags" Target="../tags/tag440.xml"/><Relationship Id="rId44" Type="http://schemas.openxmlformats.org/officeDocument/2006/relationships/tags" Target="../tags/tag439.xml"/><Relationship Id="rId43" Type="http://schemas.openxmlformats.org/officeDocument/2006/relationships/image" Target="../media/image131.svg"/><Relationship Id="rId42" Type="http://schemas.openxmlformats.org/officeDocument/2006/relationships/image" Target="../media/image130.png"/><Relationship Id="rId41" Type="http://schemas.openxmlformats.org/officeDocument/2006/relationships/tags" Target="../tags/tag438.xml"/><Relationship Id="rId40" Type="http://schemas.openxmlformats.org/officeDocument/2006/relationships/tags" Target="../tags/tag437.xml"/><Relationship Id="rId4" Type="http://schemas.openxmlformats.org/officeDocument/2006/relationships/tags" Target="../tags/tag411.xml"/><Relationship Id="rId39" Type="http://schemas.openxmlformats.org/officeDocument/2006/relationships/tags" Target="../tags/tag436.xml"/><Relationship Id="rId38" Type="http://schemas.openxmlformats.org/officeDocument/2006/relationships/tags" Target="../tags/tag435.xml"/><Relationship Id="rId37" Type="http://schemas.openxmlformats.org/officeDocument/2006/relationships/tags" Target="../tags/tag434.xml"/><Relationship Id="rId36" Type="http://schemas.openxmlformats.org/officeDocument/2006/relationships/tags" Target="../tags/tag433.xml"/><Relationship Id="rId35" Type="http://schemas.openxmlformats.org/officeDocument/2006/relationships/tags" Target="../tags/tag432.xml"/><Relationship Id="rId34" Type="http://schemas.openxmlformats.org/officeDocument/2006/relationships/image" Target="../media/image129.svg"/><Relationship Id="rId33" Type="http://schemas.openxmlformats.org/officeDocument/2006/relationships/image" Target="../media/image128.png"/><Relationship Id="rId32" Type="http://schemas.openxmlformats.org/officeDocument/2006/relationships/tags" Target="../tags/tag431.xml"/><Relationship Id="rId31" Type="http://schemas.openxmlformats.org/officeDocument/2006/relationships/tags" Target="../tags/tag430.xml"/><Relationship Id="rId30" Type="http://schemas.openxmlformats.org/officeDocument/2006/relationships/tags" Target="../tags/tag429.xml"/><Relationship Id="rId3" Type="http://schemas.openxmlformats.org/officeDocument/2006/relationships/tags" Target="../tags/tag410.xml"/><Relationship Id="rId29" Type="http://schemas.openxmlformats.org/officeDocument/2006/relationships/tags" Target="../tags/tag428.xml"/><Relationship Id="rId28" Type="http://schemas.openxmlformats.org/officeDocument/2006/relationships/image" Target="../media/image127.svg"/><Relationship Id="rId27" Type="http://schemas.openxmlformats.org/officeDocument/2006/relationships/image" Target="../media/image126.png"/><Relationship Id="rId26" Type="http://schemas.openxmlformats.org/officeDocument/2006/relationships/tags" Target="../tags/tag427.xml"/><Relationship Id="rId25" Type="http://schemas.openxmlformats.org/officeDocument/2006/relationships/tags" Target="../tags/tag426.xml"/><Relationship Id="rId24" Type="http://schemas.openxmlformats.org/officeDocument/2006/relationships/tags" Target="../tags/tag425.xml"/><Relationship Id="rId23" Type="http://schemas.openxmlformats.org/officeDocument/2006/relationships/image" Target="../media/image125.svg"/><Relationship Id="rId22" Type="http://schemas.openxmlformats.org/officeDocument/2006/relationships/image" Target="../media/image124.png"/><Relationship Id="rId21" Type="http://schemas.openxmlformats.org/officeDocument/2006/relationships/tags" Target="../tags/tag424.xml"/><Relationship Id="rId20" Type="http://schemas.openxmlformats.org/officeDocument/2006/relationships/tags" Target="../tags/tag423.xml"/><Relationship Id="rId2" Type="http://schemas.openxmlformats.org/officeDocument/2006/relationships/tags" Target="../tags/tag409.xml"/><Relationship Id="rId19" Type="http://schemas.openxmlformats.org/officeDocument/2006/relationships/tags" Target="../tags/tag422.xml"/><Relationship Id="rId18" Type="http://schemas.openxmlformats.org/officeDocument/2006/relationships/tags" Target="../tags/tag421.xml"/><Relationship Id="rId17" Type="http://schemas.openxmlformats.org/officeDocument/2006/relationships/tags" Target="../tags/tag420.xml"/><Relationship Id="rId16" Type="http://schemas.openxmlformats.org/officeDocument/2006/relationships/image" Target="../media/image123.svg"/><Relationship Id="rId15" Type="http://schemas.openxmlformats.org/officeDocument/2006/relationships/image" Target="../media/image122.png"/><Relationship Id="rId14" Type="http://schemas.openxmlformats.org/officeDocument/2006/relationships/tags" Target="../tags/tag419.xml"/><Relationship Id="rId13" Type="http://schemas.openxmlformats.org/officeDocument/2006/relationships/tags" Target="../tags/tag418.xml"/><Relationship Id="rId12" Type="http://schemas.openxmlformats.org/officeDocument/2006/relationships/tags" Target="../tags/tag417.xml"/><Relationship Id="rId11" Type="http://schemas.openxmlformats.org/officeDocument/2006/relationships/tags" Target="../tags/tag416.xml"/><Relationship Id="rId10" Type="http://schemas.openxmlformats.org/officeDocument/2006/relationships/tags" Target="../tags/tag415.xml"/><Relationship Id="rId1" Type="http://schemas.openxmlformats.org/officeDocument/2006/relationships/tags" Target="../tags/tag408.xml"/></Relationships>
</file>

<file path=ppt/slides/_rels/slide11.xml.rels><?xml version="1.0" encoding="UTF-8" standalone="yes"?>
<Relationships xmlns="http://schemas.openxmlformats.org/package/2006/relationships"><Relationship Id="rId99" Type="http://schemas.openxmlformats.org/officeDocument/2006/relationships/tags" Target="../tags/tag529.xml"/><Relationship Id="rId98" Type="http://schemas.openxmlformats.org/officeDocument/2006/relationships/tags" Target="../tags/tag528.xml"/><Relationship Id="rId97" Type="http://schemas.openxmlformats.org/officeDocument/2006/relationships/tags" Target="../tags/tag527.xml"/><Relationship Id="rId96" Type="http://schemas.openxmlformats.org/officeDocument/2006/relationships/image" Target="../media/image159.svg"/><Relationship Id="rId95" Type="http://schemas.openxmlformats.org/officeDocument/2006/relationships/image" Target="../media/image158.png"/><Relationship Id="rId94" Type="http://schemas.openxmlformats.org/officeDocument/2006/relationships/tags" Target="../tags/tag526.xml"/><Relationship Id="rId93" Type="http://schemas.openxmlformats.org/officeDocument/2006/relationships/tags" Target="../tags/tag525.xml"/><Relationship Id="rId92" Type="http://schemas.openxmlformats.org/officeDocument/2006/relationships/tags" Target="../tags/tag524.xml"/><Relationship Id="rId91" Type="http://schemas.openxmlformats.org/officeDocument/2006/relationships/tags" Target="../tags/tag523.xml"/><Relationship Id="rId90" Type="http://schemas.openxmlformats.org/officeDocument/2006/relationships/tags" Target="../tags/tag522.xml"/><Relationship Id="rId9" Type="http://schemas.openxmlformats.org/officeDocument/2006/relationships/image" Target="../media/image137.svg"/><Relationship Id="rId89" Type="http://schemas.openxmlformats.org/officeDocument/2006/relationships/tags" Target="../tags/tag521.xml"/><Relationship Id="rId88" Type="http://schemas.openxmlformats.org/officeDocument/2006/relationships/tags" Target="../tags/tag520.xml"/><Relationship Id="rId87" Type="http://schemas.openxmlformats.org/officeDocument/2006/relationships/tags" Target="../tags/tag519.xml"/><Relationship Id="rId86" Type="http://schemas.openxmlformats.org/officeDocument/2006/relationships/image" Target="../media/image157.svg"/><Relationship Id="rId85" Type="http://schemas.openxmlformats.org/officeDocument/2006/relationships/image" Target="../media/image156.png"/><Relationship Id="rId84" Type="http://schemas.openxmlformats.org/officeDocument/2006/relationships/tags" Target="../tags/tag518.xml"/><Relationship Id="rId83" Type="http://schemas.openxmlformats.org/officeDocument/2006/relationships/tags" Target="../tags/tag517.xml"/><Relationship Id="rId82" Type="http://schemas.openxmlformats.org/officeDocument/2006/relationships/tags" Target="../tags/tag516.xml"/><Relationship Id="rId81" Type="http://schemas.openxmlformats.org/officeDocument/2006/relationships/tags" Target="../tags/tag515.xml"/><Relationship Id="rId80" Type="http://schemas.openxmlformats.org/officeDocument/2006/relationships/tags" Target="../tags/tag514.xml"/><Relationship Id="rId8" Type="http://schemas.openxmlformats.org/officeDocument/2006/relationships/image" Target="../media/image136.png"/><Relationship Id="rId79" Type="http://schemas.openxmlformats.org/officeDocument/2006/relationships/tags" Target="../tags/tag513.xml"/><Relationship Id="rId78" Type="http://schemas.openxmlformats.org/officeDocument/2006/relationships/tags" Target="../tags/tag512.xml"/><Relationship Id="rId77" Type="http://schemas.openxmlformats.org/officeDocument/2006/relationships/tags" Target="../tags/tag511.xml"/><Relationship Id="rId76" Type="http://schemas.openxmlformats.org/officeDocument/2006/relationships/tags" Target="../tags/tag510.xml"/><Relationship Id="rId75" Type="http://schemas.openxmlformats.org/officeDocument/2006/relationships/tags" Target="../tags/tag509.xml"/><Relationship Id="rId74" Type="http://schemas.openxmlformats.org/officeDocument/2006/relationships/image" Target="../media/image155.svg"/><Relationship Id="rId73" Type="http://schemas.openxmlformats.org/officeDocument/2006/relationships/image" Target="../media/image154.png"/><Relationship Id="rId72" Type="http://schemas.openxmlformats.org/officeDocument/2006/relationships/tags" Target="../tags/tag508.xml"/><Relationship Id="rId71" Type="http://schemas.openxmlformats.org/officeDocument/2006/relationships/tags" Target="../tags/tag507.xml"/><Relationship Id="rId70" Type="http://schemas.openxmlformats.org/officeDocument/2006/relationships/tags" Target="../tags/tag506.xml"/><Relationship Id="rId7" Type="http://schemas.openxmlformats.org/officeDocument/2006/relationships/tags" Target="../tags/tag463.xml"/><Relationship Id="rId69" Type="http://schemas.openxmlformats.org/officeDocument/2006/relationships/tags" Target="../tags/tag505.xml"/><Relationship Id="rId68" Type="http://schemas.openxmlformats.org/officeDocument/2006/relationships/tags" Target="../tags/tag504.xml"/><Relationship Id="rId67" Type="http://schemas.openxmlformats.org/officeDocument/2006/relationships/tags" Target="../tags/tag503.xml"/><Relationship Id="rId66" Type="http://schemas.openxmlformats.org/officeDocument/2006/relationships/image" Target="../media/image153.svg"/><Relationship Id="rId65" Type="http://schemas.openxmlformats.org/officeDocument/2006/relationships/image" Target="../media/image152.png"/><Relationship Id="rId64" Type="http://schemas.openxmlformats.org/officeDocument/2006/relationships/tags" Target="../tags/tag502.xml"/><Relationship Id="rId63" Type="http://schemas.openxmlformats.org/officeDocument/2006/relationships/tags" Target="../tags/tag501.xml"/><Relationship Id="rId62" Type="http://schemas.openxmlformats.org/officeDocument/2006/relationships/tags" Target="../tags/tag500.xml"/><Relationship Id="rId61" Type="http://schemas.openxmlformats.org/officeDocument/2006/relationships/image" Target="../media/image151.svg"/><Relationship Id="rId60" Type="http://schemas.openxmlformats.org/officeDocument/2006/relationships/image" Target="../media/image150.png"/><Relationship Id="rId6" Type="http://schemas.openxmlformats.org/officeDocument/2006/relationships/tags" Target="../tags/tag462.xml"/><Relationship Id="rId59" Type="http://schemas.openxmlformats.org/officeDocument/2006/relationships/tags" Target="../tags/tag499.xml"/><Relationship Id="rId58" Type="http://schemas.openxmlformats.org/officeDocument/2006/relationships/tags" Target="../tags/tag498.xml"/><Relationship Id="rId57" Type="http://schemas.openxmlformats.org/officeDocument/2006/relationships/tags" Target="../tags/tag497.xml"/><Relationship Id="rId56" Type="http://schemas.openxmlformats.org/officeDocument/2006/relationships/tags" Target="../tags/tag496.xml"/><Relationship Id="rId55" Type="http://schemas.openxmlformats.org/officeDocument/2006/relationships/image" Target="../media/image149.svg"/><Relationship Id="rId54" Type="http://schemas.openxmlformats.org/officeDocument/2006/relationships/image" Target="../media/image148.png"/><Relationship Id="rId53" Type="http://schemas.openxmlformats.org/officeDocument/2006/relationships/tags" Target="../tags/tag495.xml"/><Relationship Id="rId52" Type="http://schemas.openxmlformats.org/officeDocument/2006/relationships/tags" Target="../tags/tag494.xml"/><Relationship Id="rId51" Type="http://schemas.openxmlformats.org/officeDocument/2006/relationships/tags" Target="../tags/tag493.xml"/><Relationship Id="rId50" Type="http://schemas.openxmlformats.org/officeDocument/2006/relationships/tags" Target="../tags/tag492.xml"/><Relationship Id="rId5" Type="http://schemas.openxmlformats.org/officeDocument/2006/relationships/tags" Target="../tags/tag461.xml"/><Relationship Id="rId49" Type="http://schemas.openxmlformats.org/officeDocument/2006/relationships/image" Target="../media/image147.svg"/><Relationship Id="rId48" Type="http://schemas.openxmlformats.org/officeDocument/2006/relationships/image" Target="../media/image146.png"/><Relationship Id="rId47" Type="http://schemas.openxmlformats.org/officeDocument/2006/relationships/tags" Target="../tags/tag491.xml"/><Relationship Id="rId46" Type="http://schemas.openxmlformats.org/officeDocument/2006/relationships/tags" Target="../tags/tag490.xml"/><Relationship Id="rId45" Type="http://schemas.openxmlformats.org/officeDocument/2006/relationships/tags" Target="../tags/tag489.xml"/><Relationship Id="rId44" Type="http://schemas.openxmlformats.org/officeDocument/2006/relationships/tags" Target="../tags/tag488.xml"/><Relationship Id="rId43" Type="http://schemas.openxmlformats.org/officeDocument/2006/relationships/image" Target="../media/image145.svg"/><Relationship Id="rId42" Type="http://schemas.openxmlformats.org/officeDocument/2006/relationships/image" Target="../media/image144.png"/><Relationship Id="rId41" Type="http://schemas.openxmlformats.org/officeDocument/2006/relationships/tags" Target="../tags/tag487.xml"/><Relationship Id="rId40" Type="http://schemas.openxmlformats.org/officeDocument/2006/relationships/tags" Target="../tags/tag486.xml"/><Relationship Id="rId4" Type="http://schemas.openxmlformats.org/officeDocument/2006/relationships/tags" Target="../tags/tag460.xml"/><Relationship Id="rId39" Type="http://schemas.openxmlformats.org/officeDocument/2006/relationships/tags" Target="../tags/tag485.xml"/><Relationship Id="rId38" Type="http://schemas.openxmlformats.org/officeDocument/2006/relationships/tags" Target="../tags/tag484.xml"/><Relationship Id="rId37" Type="http://schemas.openxmlformats.org/officeDocument/2006/relationships/image" Target="../media/image111.svg"/><Relationship Id="rId36" Type="http://schemas.openxmlformats.org/officeDocument/2006/relationships/image" Target="../media/image110.png"/><Relationship Id="rId35" Type="http://schemas.openxmlformats.org/officeDocument/2006/relationships/tags" Target="../tags/tag483.xml"/><Relationship Id="rId34" Type="http://schemas.openxmlformats.org/officeDocument/2006/relationships/tags" Target="../tags/tag482.xml"/><Relationship Id="rId33" Type="http://schemas.openxmlformats.org/officeDocument/2006/relationships/tags" Target="../tags/tag481.xml"/><Relationship Id="rId32" Type="http://schemas.openxmlformats.org/officeDocument/2006/relationships/tags" Target="../tags/tag480.xml"/><Relationship Id="rId31" Type="http://schemas.openxmlformats.org/officeDocument/2006/relationships/tags" Target="../tags/tag479.xml"/><Relationship Id="rId30" Type="http://schemas.openxmlformats.org/officeDocument/2006/relationships/tags" Target="../tags/tag478.xml"/><Relationship Id="rId3" Type="http://schemas.openxmlformats.org/officeDocument/2006/relationships/tags" Target="../tags/tag459.xml"/><Relationship Id="rId29" Type="http://schemas.openxmlformats.org/officeDocument/2006/relationships/image" Target="../media/image143.svg"/><Relationship Id="rId28" Type="http://schemas.openxmlformats.org/officeDocument/2006/relationships/image" Target="../media/image142.png"/><Relationship Id="rId27" Type="http://schemas.openxmlformats.org/officeDocument/2006/relationships/tags" Target="../tags/tag477.xml"/><Relationship Id="rId26" Type="http://schemas.openxmlformats.org/officeDocument/2006/relationships/tags" Target="../tags/tag476.xml"/><Relationship Id="rId25" Type="http://schemas.openxmlformats.org/officeDocument/2006/relationships/tags" Target="../tags/tag475.xml"/><Relationship Id="rId24" Type="http://schemas.openxmlformats.org/officeDocument/2006/relationships/image" Target="../media/image141.svg"/><Relationship Id="rId23" Type="http://schemas.openxmlformats.org/officeDocument/2006/relationships/image" Target="../media/image140.png"/><Relationship Id="rId22" Type="http://schemas.openxmlformats.org/officeDocument/2006/relationships/tags" Target="../tags/tag474.xml"/><Relationship Id="rId21" Type="http://schemas.openxmlformats.org/officeDocument/2006/relationships/tags" Target="../tags/tag473.xml"/><Relationship Id="rId20" Type="http://schemas.openxmlformats.org/officeDocument/2006/relationships/tags" Target="../tags/tag472.xml"/><Relationship Id="rId2" Type="http://schemas.openxmlformats.org/officeDocument/2006/relationships/tags" Target="../tags/tag458.xml"/><Relationship Id="rId19" Type="http://schemas.openxmlformats.org/officeDocument/2006/relationships/tags" Target="../tags/tag471.xml"/><Relationship Id="rId18" Type="http://schemas.openxmlformats.org/officeDocument/2006/relationships/image" Target="../media/image139.svg"/><Relationship Id="rId17" Type="http://schemas.openxmlformats.org/officeDocument/2006/relationships/image" Target="../media/image138.png"/><Relationship Id="rId16" Type="http://schemas.openxmlformats.org/officeDocument/2006/relationships/tags" Target="../tags/tag470.xml"/><Relationship Id="rId15" Type="http://schemas.openxmlformats.org/officeDocument/2006/relationships/tags" Target="../tags/tag469.xml"/><Relationship Id="rId14" Type="http://schemas.openxmlformats.org/officeDocument/2006/relationships/tags" Target="../tags/tag468.xml"/><Relationship Id="rId13" Type="http://schemas.openxmlformats.org/officeDocument/2006/relationships/tags" Target="../tags/tag467.xml"/><Relationship Id="rId12" Type="http://schemas.openxmlformats.org/officeDocument/2006/relationships/tags" Target="../tags/tag466.xml"/><Relationship Id="rId11" Type="http://schemas.openxmlformats.org/officeDocument/2006/relationships/tags" Target="../tags/tag465.xml"/><Relationship Id="rId109" Type="http://schemas.openxmlformats.org/officeDocument/2006/relationships/slideLayout" Target="../slideLayouts/slideLayout17.xml"/><Relationship Id="rId108" Type="http://schemas.openxmlformats.org/officeDocument/2006/relationships/tags" Target="../tags/tag536.xml"/><Relationship Id="rId107" Type="http://schemas.openxmlformats.org/officeDocument/2006/relationships/tags" Target="../tags/tag535.xml"/><Relationship Id="rId106" Type="http://schemas.openxmlformats.org/officeDocument/2006/relationships/image" Target="../media/image161.svg"/><Relationship Id="rId105" Type="http://schemas.openxmlformats.org/officeDocument/2006/relationships/image" Target="../media/image160.png"/><Relationship Id="rId104" Type="http://schemas.openxmlformats.org/officeDocument/2006/relationships/tags" Target="../tags/tag534.xml"/><Relationship Id="rId103" Type="http://schemas.openxmlformats.org/officeDocument/2006/relationships/tags" Target="../tags/tag533.xml"/><Relationship Id="rId102" Type="http://schemas.openxmlformats.org/officeDocument/2006/relationships/tags" Target="../tags/tag532.xml"/><Relationship Id="rId101" Type="http://schemas.openxmlformats.org/officeDocument/2006/relationships/tags" Target="../tags/tag531.xml"/><Relationship Id="rId100" Type="http://schemas.openxmlformats.org/officeDocument/2006/relationships/tags" Target="../tags/tag530.xml"/><Relationship Id="rId10" Type="http://schemas.openxmlformats.org/officeDocument/2006/relationships/tags" Target="../tags/tag464.xml"/><Relationship Id="rId1" Type="http://schemas.openxmlformats.org/officeDocument/2006/relationships/tags" Target="../tags/tag45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538.xml"/><Relationship Id="rId1" Type="http://schemas.openxmlformats.org/officeDocument/2006/relationships/tags" Target="../tags/tag537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547.xml"/><Relationship Id="rId8" Type="http://schemas.openxmlformats.org/officeDocument/2006/relationships/tags" Target="../tags/tag546.xml"/><Relationship Id="rId7" Type="http://schemas.openxmlformats.org/officeDocument/2006/relationships/tags" Target="../tags/tag545.xml"/><Relationship Id="rId66" Type="http://schemas.openxmlformats.org/officeDocument/2006/relationships/slideLayout" Target="../slideLayouts/slideLayout17.xml"/><Relationship Id="rId65" Type="http://schemas.openxmlformats.org/officeDocument/2006/relationships/tags" Target="../tags/tag595.xml"/><Relationship Id="rId64" Type="http://schemas.openxmlformats.org/officeDocument/2006/relationships/tags" Target="../tags/tag594.xml"/><Relationship Id="rId63" Type="http://schemas.openxmlformats.org/officeDocument/2006/relationships/tags" Target="../tags/tag593.xml"/><Relationship Id="rId62" Type="http://schemas.openxmlformats.org/officeDocument/2006/relationships/tags" Target="../tags/tag592.xml"/><Relationship Id="rId61" Type="http://schemas.openxmlformats.org/officeDocument/2006/relationships/tags" Target="../tags/tag591.xml"/><Relationship Id="rId60" Type="http://schemas.openxmlformats.org/officeDocument/2006/relationships/image" Target="../media/image169.svg"/><Relationship Id="rId6" Type="http://schemas.openxmlformats.org/officeDocument/2006/relationships/tags" Target="../tags/tag544.xml"/><Relationship Id="rId59" Type="http://schemas.openxmlformats.org/officeDocument/2006/relationships/image" Target="../media/image168.png"/><Relationship Id="rId58" Type="http://schemas.openxmlformats.org/officeDocument/2006/relationships/tags" Target="../tags/tag590.xml"/><Relationship Id="rId57" Type="http://schemas.openxmlformats.org/officeDocument/2006/relationships/tags" Target="../tags/tag589.xml"/><Relationship Id="rId56" Type="http://schemas.openxmlformats.org/officeDocument/2006/relationships/tags" Target="../tags/tag588.xml"/><Relationship Id="rId55" Type="http://schemas.openxmlformats.org/officeDocument/2006/relationships/tags" Target="../tags/tag587.xml"/><Relationship Id="rId54" Type="http://schemas.openxmlformats.org/officeDocument/2006/relationships/tags" Target="../tags/tag586.xml"/><Relationship Id="rId53" Type="http://schemas.openxmlformats.org/officeDocument/2006/relationships/tags" Target="../tags/tag585.xml"/><Relationship Id="rId52" Type="http://schemas.openxmlformats.org/officeDocument/2006/relationships/tags" Target="../tags/tag584.xml"/><Relationship Id="rId51" Type="http://schemas.openxmlformats.org/officeDocument/2006/relationships/tags" Target="../tags/tag583.xml"/><Relationship Id="rId50" Type="http://schemas.openxmlformats.org/officeDocument/2006/relationships/tags" Target="../tags/tag582.xml"/><Relationship Id="rId5" Type="http://schemas.openxmlformats.org/officeDocument/2006/relationships/tags" Target="../tags/tag543.xml"/><Relationship Id="rId49" Type="http://schemas.openxmlformats.org/officeDocument/2006/relationships/tags" Target="../tags/tag581.xml"/><Relationship Id="rId48" Type="http://schemas.openxmlformats.org/officeDocument/2006/relationships/tags" Target="../tags/tag580.xml"/><Relationship Id="rId47" Type="http://schemas.openxmlformats.org/officeDocument/2006/relationships/tags" Target="../tags/tag579.xml"/><Relationship Id="rId46" Type="http://schemas.openxmlformats.org/officeDocument/2006/relationships/tags" Target="../tags/tag578.xml"/><Relationship Id="rId45" Type="http://schemas.openxmlformats.org/officeDocument/2006/relationships/tags" Target="../tags/tag577.xml"/><Relationship Id="rId44" Type="http://schemas.openxmlformats.org/officeDocument/2006/relationships/image" Target="../media/image167.svg"/><Relationship Id="rId43" Type="http://schemas.openxmlformats.org/officeDocument/2006/relationships/image" Target="../media/image166.png"/><Relationship Id="rId42" Type="http://schemas.openxmlformats.org/officeDocument/2006/relationships/tags" Target="../tags/tag576.xml"/><Relationship Id="rId41" Type="http://schemas.openxmlformats.org/officeDocument/2006/relationships/tags" Target="../tags/tag575.xml"/><Relationship Id="rId40" Type="http://schemas.openxmlformats.org/officeDocument/2006/relationships/tags" Target="../tags/tag574.xml"/><Relationship Id="rId4" Type="http://schemas.openxmlformats.org/officeDocument/2006/relationships/tags" Target="../tags/tag542.xml"/><Relationship Id="rId39" Type="http://schemas.openxmlformats.org/officeDocument/2006/relationships/tags" Target="../tags/tag573.xml"/><Relationship Id="rId38" Type="http://schemas.openxmlformats.org/officeDocument/2006/relationships/tags" Target="../tags/tag572.xml"/><Relationship Id="rId37" Type="http://schemas.openxmlformats.org/officeDocument/2006/relationships/tags" Target="../tags/tag571.xml"/><Relationship Id="rId36" Type="http://schemas.openxmlformats.org/officeDocument/2006/relationships/tags" Target="../tags/tag570.xml"/><Relationship Id="rId35" Type="http://schemas.openxmlformats.org/officeDocument/2006/relationships/tags" Target="../tags/tag569.xml"/><Relationship Id="rId34" Type="http://schemas.openxmlformats.org/officeDocument/2006/relationships/tags" Target="../tags/tag568.xml"/><Relationship Id="rId33" Type="http://schemas.openxmlformats.org/officeDocument/2006/relationships/tags" Target="../tags/tag567.xml"/><Relationship Id="rId32" Type="http://schemas.openxmlformats.org/officeDocument/2006/relationships/tags" Target="../tags/tag566.xml"/><Relationship Id="rId31" Type="http://schemas.openxmlformats.org/officeDocument/2006/relationships/tags" Target="../tags/tag565.xml"/><Relationship Id="rId30" Type="http://schemas.openxmlformats.org/officeDocument/2006/relationships/tags" Target="../tags/tag564.xml"/><Relationship Id="rId3" Type="http://schemas.openxmlformats.org/officeDocument/2006/relationships/tags" Target="../tags/tag541.xml"/><Relationship Id="rId29" Type="http://schemas.openxmlformats.org/officeDocument/2006/relationships/tags" Target="../tags/tag563.xml"/><Relationship Id="rId28" Type="http://schemas.openxmlformats.org/officeDocument/2006/relationships/image" Target="../media/image165.svg"/><Relationship Id="rId27" Type="http://schemas.openxmlformats.org/officeDocument/2006/relationships/image" Target="../media/image164.png"/><Relationship Id="rId26" Type="http://schemas.openxmlformats.org/officeDocument/2006/relationships/tags" Target="../tags/tag562.xml"/><Relationship Id="rId25" Type="http://schemas.openxmlformats.org/officeDocument/2006/relationships/tags" Target="../tags/tag561.xml"/><Relationship Id="rId24" Type="http://schemas.openxmlformats.org/officeDocument/2006/relationships/tags" Target="../tags/tag560.xml"/><Relationship Id="rId23" Type="http://schemas.openxmlformats.org/officeDocument/2006/relationships/tags" Target="../tags/tag559.xml"/><Relationship Id="rId22" Type="http://schemas.openxmlformats.org/officeDocument/2006/relationships/tags" Target="../tags/tag558.xml"/><Relationship Id="rId21" Type="http://schemas.openxmlformats.org/officeDocument/2006/relationships/tags" Target="../tags/tag557.xml"/><Relationship Id="rId20" Type="http://schemas.openxmlformats.org/officeDocument/2006/relationships/tags" Target="../tags/tag556.xml"/><Relationship Id="rId2" Type="http://schemas.openxmlformats.org/officeDocument/2006/relationships/tags" Target="../tags/tag540.xml"/><Relationship Id="rId19" Type="http://schemas.openxmlformats.org/officeDocument/2006/relationships/tags" Target="../tags/tag555.xml"/><Relationship Id="rId18" Type="http://schemas.openxmlformats.org/officeDocument/2006/relationships/tags" Target="../tags/tag554.xml"/><Relationship Id="rId17" Type="http://schemas.openxmlformats.org/officeDocument/2006/relationships/tags" Target="../tags/tag553.xml"/><Relationship Id="rId16" Type="http://schemas.openxmlformats.org/officeDocument/2006/relationships/tags" Target="../tags/tag552.xml"/><Relationship Id="rId15" Type="http://schemas.openxmlformats.org/officeDocument/2006/relationships/tags" Target="../tags/tag551.xml"/><Relationship Id="rId14" Type="http://schemas.openxmlformats.org/officeDocument/2006/relationships/tags" Target="../tags/tag550.xml"/><Relationship Id="rId13" Type="http://schemas.openxmlformats.org/officeDocument/2006/relationships/tags" Target="../tags/tag549.xml"/><Relationship Id="rId12" Type="http://schemas.openxmlformats.org/officeDocument/2006/relationships/image" Target="../media/image163.svg"/><Relationship Id="rId11" Type="http://schemas.openxmlformats.org/officeDocument/2006/relationships/image" Target="../media/image162.png"/><Relationship Id="rId10" Type="http://schemas.openxmlformats.org/officeDocument/2006/relationships/tags" Target="../tags/tag548.xml"/><Relationship Id="rId1" Type="http://schemas.openxmlformats.org/officeDocument/2006/relationships/tags" Target="../tags/tag539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1.svg"/><Relationship Id="rId8" Type="http://schemas.openxmlformats.org/officeDocument/2006/relationships/image" Target="../media/image170.png"/><Relationship Id="rId7" Type="http://schemas.openxmlformats.org/officeDocument/2006/relationships/tags" Target="../tags/tag602.xml"/><Relationship Id="rId6" Type="http://schemas.openxmlformats.org/officeDocument/2006/relationships/tags" Target="../tags/tag601.xml"/><Relationship Id="rId58" Type="http://schemas.openxmlformats.org/officeDocument/2006/relationships/slideLayout" Target="../slideLayouts/slideLayout17.xml"/><Relationship Id="rId57" Type="http://schemas.openxmlformats.org/officeDocument/2006/relationships/tags" Target="../tags/tag642.xml"/><Relationship Id="rId56" Type="http://schemas.openxmlformats.org/officeDocument/2006/relationships/tags" Target="../tags/tag641.xml"/><Relationship Id="rId55" Type="http://schemas.openxmlformats.org/officeDocument/2006/relationships/tags" Target="../tags/tag640.xml"/><Relationship Id="rId54" Type="http://schemas.openxmlformats.org/officeDocument/2006/relationships/tags" Target="../tags/tag639.xml"/><Relationship Id="rId53" Type="http://schemas.openxmlformats.org/officeDocument/2006/relationships/image" Target="../media/image179.svg"/><Relationship Id="rId52" Type="http://schemas.openxmlformats.org/officeDocument/2006/relationships/image" Target="../media/image178.png"/><Relationship Id="rId51" Type="http://schemas.openxmlformats.org/officeDocument/2006/relationships/tags" Target="../tags/tag638.xml"/><Relationship Id="rId50" Type="http://schemas.openxmlformats.org/officeDocument/2006/relationships/tags" Target="../tags/tag637.xml"/><Relationship Id="rId5" Type="http://schemas.openxmlformats.org/officeDocument/2006/relationships/tags" Target="../tags/tag600.xml"/><Relationship Id="rId49" Type="http://schemas.openxmlformats.org/officeDocument/2006/relationships/tags" Target="../tags/tag636.xml"/><Relationship Id="rId48" Type="http://schemas.openxmlformats.org/officeDocument/2006/relationships/tags" Target="../tags/tag635.xml"/><Relationship Id="rId47" Type="http://schemas.openxmlformats.org/officeDocument/2006/relationships/tags" Target="../tags/tag634.xml"/><Relationship Id="rId46" Type="http://schemas.openxmlformats.org/officeDocument/2006/relationships/tags" Target="../tags/tag633.xml"/><Relationship Id="rId45" Type="http://schemas.openxmlformats.org/officeDocument/2006/relationships/tags" Target="../tags/tag632.xml"/><Relationship Id="rId44" Type="http://schemas.openxmlformats.org/officeDocument/2006/relationships/tags" Target="../tags/tag631.xml"/><Relationship Id="rId43" Type="http://schemas.openxmlformats.org/officeDocument/2006/relationships/tags" Target="../tags/tag630.xml"/><Relationship Id="rId42" Type="http://schemas.openxmlformats.org/officeDocument/2006/relationships/image" Target="../media/image177.svg"/><Relationship Id="rId41" Type="http://schemas.openxmlformats.org/officeDocument/2006/relationships/image" Target="../media/image176.png"/><Relationship Id="rId40" Type="http://schemas.openxmlformats.org/officeDocument/2006/relationships/tags" Target="../tags/tag629.xml"/><Relationship Id="rId4" Type="http://schemas.openxmlformats.org/officeDocument/2006/relationships/tags" Target="../tags/tag599.xml"/><Relationship Id="rId39" Type="http://schemas.openxmlformats.org/officeDocument/2006/relationships/tags" Target="../tags/tag628.xml"/><Relationship Id="rId38" Type="http://schemas.openxmlformats.org/officeDocument/2006/relationships/tags" Target="../tags/tag627.xml"/><Relationship Id="rId37" Type="http://schemas.openxmlformats.org/officeDocument/2006/relationships/tags" Target="../tags/tag626.xml"/><Relationship Id="rId36" Type="http://schemas.openxmlformats.org/officeDocument/2006/relationships/tags" Target="../tags/tag625.xml"/><Relationship Id="rId35" Type="http://schemas.openxmlformats.org/officeDocument/2006/relationships/tags" Target="../tags/tag624.xml"/><Relationship Id="rId34" Type="http://schemas.openxmlformats.org/officeDocument/2006/relationships/tags" Target="../tags/tag623.xml"/><Relationship Id="rId33" Type="http://schemas.openxmlformats.org/officeDocument/2006/relationships/tags" Target="../tags/tag622.xml"/><Relationship Id="rId32" Type="http://schemas.openxmlformats.org/officeDocument/2006/relationships/tags" Target="../tags/tag621.xml"/><Relationship Id="rId31" Type="http://schemas.openxmlformats.org/officeDocument/2006/relationships/image" Target="../media/image175.svg"/><Relationship Id="rId30" Type="http://schemas.openxmlformats.org/officeDocument/2006/relationships/image" Target="../media/image174.png"/><Relationship Id="rId3" Type="http://schemas.openxmlformats.org/officeDocument/2006/relationships/tags" Target="../tags/tag598.xml"/><Relationship Id="rId29" Type="http://schemas.openxmlformats.org/officeDocument/2006/relationships/tags" Target="../tags/tag620.xml"/><Relationship Id="rId28" Type="http://schemas.openxmlformats.org/officeDocument/2006/relationships/tags" Target="../tags/tag619.xml"/><Relationship Id="rId27" Type="http://schemas.openxmlformats.org/officeDocument/2006/relationships/tags" Target="../tags/tag618.xml"/><Relationship Id="rId26" Type="http://schemas.openxmlformats.org/officeDocument/2006/relationships/tags" Target="../tags/tag617.xml"/><Relationship Id="rId25" Type="http://schemas.openxmlformats.org/officeDocument/2006/relationships/tags" Target="../tags/tag616.xml"/><Relationship Id="rId24" Type="http://schemas.openxmlformats.org/officeDocument/2006/relationships/tags" Target="../tags/tag615.xml"/><Relationship Id="rId23" Type="http://schemas.openxmlformats.org/officeDocument/2006/relationships/tags" Target="../tags/tag614.xml"/><Relationship Id="rId22" Type="http://schemas.openxmlformats.org/officeDocument/2006/relationships/tags" Target="../tags/tag613.xml"/><Relationship Id="rId21" Type="http://schemas.openxmlformats.org/officeDocument/2006/relationships/tags" Target="../tags/tag612.xml"/><Relationship Id="rId20" Type="http://schemas.openxmlformats.org/officeDocument/2006/relationships/image" Target="../media/image173.svg"/><Relationship Id="rId2" Type="http://schemas.openxmlformats.org/officeDocument/2006/relationships/tags" Target="../tags/tag597.xml"/><Relationship Id="rId19" Type="http://schemas.openxmlformats.org/officeDocument/2006/relationships/image" Target="../media/image172.png"/><Relationship Id="rId18" Type="http://schemas.openxmlformats.org/officeDocument/2006/relationships/tags" Target="../tags/tag611.xml"/><Relationship Id="rId17" Type="http://schemas.openxmlformats.org/officeDocument/2006/relationships/tags" Target="../tags/tag610.xml"/><Relationship Id="rId16" Type="http://schemas.openxmlformats.org/officeDocument/2006/relationships/tags" Target="../tags/tag609.xml"/><Relationship Id="rId15" Type="http://schemas.openxmlformats.org/officeDocument/2006/relationships/tags" Target="../tags/tag608.xml"/><Relationship Id="rId14" Type="http://schemas.openxmlformats.org/officeDocument/2006/relationships/tags" Target="../tags/tag607.xml"/><Relationship Id="rId13" Type="http://schemas.openxmlformats.org/officeDocument/2006/relationships/tags" Target="../tags/tag606.xml"/><Relationship Id="rId12" Type="http://schemas.openxmlformats.org/officeDocument/2006/relationships/tags" Target="../tags/tag605.xml"/><Relationship Id="rId11" Type="http://schemas.openxmlformats.org/officeDocument/2006/relationships/tags" Target="../tags/tag604.xml"/><Relationship Id="rId10" Type="http://schemas.openxmlformats.org/officeDocument/2006/relationships/tags" Target="../tags/tag603.xml"/><Relationship Id="rId1" Type="http://schemas.openxmlformats.org/officeDocument/2006/relationships/tags" Target="../tags/tag596.xml"/></Relationships>
</file>

<file path=ppt/slides/_rels/slide15.xml.rels><?xml version="1.0" encoding="UTF-8" standalone="yes"?>
<Relationships xmlns="http://schemas.openxmlformats.org/package/2006/relationships"><Relationship Id="rId92" Type="http://schemas.openxmlformats.org/officeDocument/2006/relationships/slideLayout" Target="../slideLayouts/slideLayout17.xml"/><Relationship Id="rId91" Type="http://schemas.openxmlformats.org/officeDocument/2006/relationships/tags" Target="../tags/tag705.xml"/><Relationship Id="rId90" Type="http://schemas.openxmlformats.org/officeDocument/2006/relationships/tags" Target="../tags/tag704.xml"/><Relationship Id="rId9" Type="http://schemas.openxmlformats.org/officeDocument/2006/relationships/tags" Target="../tags/tag649.xml"/><Relationship Id="rId89" Type="http://schemas.openxmlformats.org/officeDocument/2006/relationships/image" Target="../media/image207.svg"/><Relationship Id="rId88" Type="http://schemas.openxmlformats.org/officeDocument/2006/relationships/image" Target="../media/image206.png"/><Relationship Id="rId87" Type="http://schemas.openxmlformats.org/officeDocument/2006/relationships/tags" Target="../tags/tag703.xml"/><Relationship Id="rId86" Type="http://schemas.openxmlformats.org/officeDocument/2006/relationships/tags" Target="../tags/tag702.xml"/><Relationship Id="rId85" Type="http://schemas.openxmlformats.org/officeDocument/2006/relationships/tags" Target="../tags/tag701.xml"/><Relationship Id="rId84" Type="http://schemas.openxmlformats.org/officeDocument/2006/relationships/tags" Target="../tags/tag700.xml"/><Relationship Id="rId83" Type="http://schemas.openxmlformats.org/officeDocument/2006/relationships/tags" Target="../tags/tag699.xml"/><Relationship Id="rId82" Type="http://schemas.openxmlformats.org/officeDocument/2006/relationships/tags" Target="../tags/tag698.xml"/><Relationship Id="rId81" Type="http://schemas.openxmlformats.org/officeDocument/2006/relationships/tags" Target="../tags/tag697.xml"/><Relationship Id="rId80" Type="http://schemas.openxmlformats.org/officeDocument/2006/relationships/image" Target="../media/image205.svg"/><Relationship Id="rId8" Type="http://schemas.openxmlformats.org/officeDocument/2006/relationships/tags" Target="../tags/tag648.xml"/><Relationship Id="rId79" Type="http://schemas.openxmlformats.org/officeDocument/2006/relationships/image" Target="../media/image204.png"/><Relationship Id="rId78" Type="http://schemas.openxmlformats.org/officeDocument/2006/relationships/tags" Target="../tags/tag696.xml"/><Relationship Id="rId77" Type="http://schemas.openxmlformats.org/officeDocument/2006/relationships/tags" Target="../tags/tag695.xml"/><Relationship Id="rId76" Type="http://schemas.openxmlformats.org/officeDocument/2006/relationships/image" Target="../media/image203.svg"/><Relationship Id="rId75" Type="http://schemas.openxmlformats.org/officeDocument/2006/relationships/image" Target="../media/image202.png"/><Relationship Id="rId74" Type="http://schemas.openxmlformats.org/officeDocument/2006/relationships/tags" Target="../tags/tag694.xml"/><Relationship Id="rId73" Type="http://schemas.openxmlformats.org/officeDocument/2006/relationships/tags" Target="../tags/tag693.xml"/><Relationship Id="rId72" Type="http://schemas.openxmlformats.org/officeDocument/2006/relationships/tags" Target="../tags/tag692.xml"/><Relationship Id="rId71" Type="http://schemas.openxmlformats.org/officeDocument/2006/relationships/tags" Target="../tags/tag691.xml"/><Relationship Id="rId70" Type="http://schemas.openxmlformats.org/officeDocument/2006/relationships/image" Target="../media/image201.svg"/><Relationship Id="rId7" Type="http://schemas.openxmlformats.org/officeDocument/2006/relationships/image" Target="../media/image181.svg"/><Relationship Id="rId69" Type="http://schemas.openxmlformats.org/officeDocument/2006/relationships/image" Target="../media/image200.png"/><Relationship Id="rId68" Type="http://schemas.openxmlformats.org/officeDocument/2006/relationships/tags" Target="../tags/tag690.xml"/><Relationship Id="rId67" Type="http://schemas.openxmlformats.org/officeDocument/2006/relationships/tags" Target="../tags/tag689.xml"/><Relationship Id="rId66" Type="http://schemas.openxmlformats.org/officeDocument/2006/relationships/tags" Target="../tags/tag688.xml"/><Relationship Id="rId65" Type="http://schemas.openxmlformats.org/officeDocument/2006/relationships/tags" Target="../tags/tag687.xml"/><Relationship Id="rId64" Type="http://schemas.openxmlformats.org/officeDocument/2006/relationships/tags" Target="../tags/tag686.xml"/><Relationship Id="rId63" Type="http://schemas.openxmlformats.org/officeDocument/2006/relationships/tags" Target="../tags/tag685.xml"/><Relationship Id="rId62" Type="http://schemas.openxmlformats.org/officeDocument/2006/relationships/tags" Target="../tags/tag684.xml"/><Relationship Id="rId61" Type="http://schemas.openxmlformats.org/officeDocument/2006/relationships/image" Target="../media/image199.svg"/><Relationship Id="rId60" Type="http://schemas.openxmlformats.org/officeDocument/2006/relationships/image" Target="../media/image198.png"/><Relationship Id="rId6" Type="http://schemas.openxmlformats.org/officeDocument/2006/relationships/image" Target="../media/image180.png"/><Relationship Id="rId59" Type="http://schemas.openxmlformats.org/officeDocument/2006/relationships/tags" Target="../tags/tag683.xml"/><Relationship Id="rId58" Type="http://schemas.openxmlformats.org/officeDocument/2006/relationships/tags" Target="../tags/tag682.xml"/><Relationship Id="rId57" Type="http://schemas.openxmlformats.org/officeDocument/2006/relationships/image" Target="../media/image197.svg"/><Relationship Id="rId56" Type="http://schemas.openxmlformats.org/officeDocument/2006/relationships/image" Target="../media/image196.png"/><Relationship Id="rId55" Type="http://schemas.openxmlformats.org/officeDocument/2006/relationships/tags" Target="../tags/tag681.xml"/><Relationship Id="rId54" Type="http://schemas.openxmlformats.org/officeDocument/2006/relationships/tags" Target="../tags/tag680.xml"/><Relationship Id="rId53" Type="http://schemas.openxmlformats.org/officeDocument/2006/relationships/tags" Target="../tags/tag679.xml"/><Relationship Id="rId52" Type="http://schemas.openxmlformats.org/officeDocument/2006/relationships/tags" Target="../tags/tag678.xml"/><Relationship Id="rId51" Type="http://schemas.openxmlformats.org/officeDocument/2006/relationships/image" Target="../media/image195.svg"/><Relationship Id="rId50" Type="http://schemas.openxmlformats.org/officeDocument/2006/relationships/image" Target="../media/image194.png"/><Relationship Id="rId5" Type="http://schemas.openxmlformats.org/officeDocument/2006/relationships/tags" Target="../tags/tag647.xml"/><Relationship Id="rId49" Type="http://schemas.openxmlformats.org/officeDocument/2006/relationships/tags" Target="../tags/tag677.xml"/><Relationship Id="rId48" Type="http://schemas.openxmlformats.org/officeDocument/2006/relationships/tags" Target="../tags/tag676.xml"/><Relationship Id="rId47" Type="http://schemas.openxmlformats.org/officeDocument/2006/relationships/tags" Target="../tags/tag675.xml"/><Relationship Id="rId46" Type="http://schemas.openxmlformats.org/officeDocument/2006/relationships/tags" Target="../tags/tag674.xml"/><Relationship Id="rId45" Type="http://schemas.openxmlformats.org/officeDocument/2006/relationships/tags" Target="../tags/tag673.xml"/><Relationship Id="rId44" Type="http://schemas.openxmlformats.org/officeDocument/2006/relationships/tags" Target="../tags/tag672.xml"/><Relationship Id="rId43" Type="http://schemas.openxmlformats.org/officeDocument/2006/relationships/tags" Target="../tags/tag671.xml"/><Relationship Id="rId42" Type="http://schemas.openxmlformats.org/officeDocument/2006/relationships/image" Target="../media/image193.svg"/><Relationship Id="rId41" Type="http://schemas.openxmlformats.org/officeDocument/2006/relationships/image" Target="../media/image192.png"/><Relationship Id="rId40" Type="http://schemas.openxmlformats.org/officeDocument/2006/relationships/tags" Target="../tags/tag670.xml"/><Relationship Id="rId4" Type="http://schemas.openxmlformats.org/officeDocument/2006/relationships/tags" Target="../tags/tag646.xml"/><Relationship Id="rId39" Type="http://schemas.openxmlformats.org/officeDocument/2006/relationships/tags" Target="../tags/tag669.xml"/><Relationship Id="rId38" Type="http://schemas.openxmlformats.org/officeDocument/2006/relationships/image" Target="../media/image191.svg"/><Relationship Id="rId37" Type="http://schemas.openxmlformats.org/officeDocument/2006/relationships/image" Target="../media/image190.png"/><Relationship Id="rId36" Type="http://schemas.openxmlformats.org/officeDocument/2006/relationships/tags" Target="../tags/tag668.xml"/><Relationship Id="rId35" Type="http://schemas.openxmlformats.org/officeDocument/2006/relationships/tags" Target="../tags/tag667.xml"/><Relationship Id="rId34" Type="http://schemas.openxmlformats.org/officeDocument/2006/relationships/tags" Target="../tags/tag666.xml"/><Relationship Id="rId33" Type="http://schemas.openxmlformats.org/officeDocument/2006/relationships/tags" Target="../tags/tag665.xml"/><Relationship Id="rId32" Type="http://schemas.openxmlformats.org/officeDocument/2006/relationships/image" Target="../media/image189.svg"/><Relationship Id="rId31" Type="http://schemas.openxmlformats.org/officeDocument/2006/relationships/image" Target="../media/image188.png"/><Relationship Id="rId30" Type="http://schemas.openxmlformats.org/officeDocument/2006/relationships/tags" Target="../tags/tag664.xml"/><Relationship Id="rId3" Type="http://schemas.openxmlformats.org/officeDocument/2006/relationships/tags" Target="../tags/tag645.xml"/><Relationship Id="rId29" Type="http://schemas.openxmlformats.org/officeDocument/2006/relationships/tags" Target="../tags/tag663.xml"/><Relationship Id="rId28" Type="http://schemas.openxmlformats.org/officeDocument/2006/relationships/tags" Target="../tags/tag662.xml"/><Relationship Id="rId27" Type="http://schemas.openxmlformats.org/officeDocument/2006/relationships/tags" Target="../tags/tag661.xml"/><Relationship Id="rId26" Type="http://schemas.openxmlformats.org/officeDocument/2006/relationships/tags" Target="../tags/tag660.xml"/><Relationship Id="rId25" Type="http://schemas.openxmlformats.org/officeDocument/2006/relationships/tags" Target="../tags/tag659.xml"/><Relationship Id="rId24" Type="http://schemas.openxmlformats.org/officeDocument/2006/relationships/tags" Target="../tags/tag658.xml"/><Relationship Id="rId23" Type="http://schemas.openxmlformats.org/officeDocument/2006/relationships/image" Target="../media/image187.svg"/><Relationship Id="rId22" Type="http://schemas.openxmlformats.org/officeDocument/2006/relationships/image" Target="../media/image186.png"/><Relationship Id="rId21" Type="http://schemas.openxmlformats.org/officeDocument/2006/relationships/tags" Target="../tags/tag657.xml"/><Relationship Id="rId20" Type="http://schemas.openxmlformats.org/officeDocument/2006/relationships/tags" Target="../tags/tag656.xml"/><Relationship Id="rId2" Type="http://schemas.openxmlformats.org/officeDocument/2006/relationships/tags" Target="../tags/tag644.xml"/><Relationship Id="rId19" Type="http://schemas.openxmlformats.org/officeDocument/2006/relationships/image" Target="../media/image185.svg"/><Relationship Id="rId18" Type="http://schemas.openxmlformats.org/officeDocument/2006/relationships/image" Target="../media/image184.png"/><Relationship Id="rId17" Type="http://schemas.openxmlformats.org/officeDocument/2006/relationships/tags" Target="../tags/tag655.xml"/><Relationship Id="rId16" Type="http://schemas.openxmlformats.org/officeDocument/2006/relationships/tags" Target="../tags/tag654.xml"/><Relationship Id="rId15" Type="http://schemas.openxmlformats.org/officeDocument/2006/relationships/tags" Target="../tags/tag653.xml"/><Relationship Id="rId14" Type="http://schemas.openxmlformats.org/officeDocument/2006/relationships/image" Target="../media/image183.svg"/><Relationship Id="rId13" Type="http://schemas.openxmlformats.org/officeDocument/2006/relationships/image" Target="../media/image182.png"/><Relationship Id="rId12" Type="http://schemas.openxmlformats.org/officeDocument/2006/relationships/tags" Target="../tags/tag652.xml"/><Relationship Id="rId11" Type="http://schemas.openxmlformats.org/officeDocument/2006/relationships/tags" Target="../tags/tag651.xml"/><Relationship Id="rId10" Type="http://schemas.openxmlformats.org/officeDocument/2006/relationships/tags" Target="../tags/tag650.xml"/><Relationship Id="rId1" Type="http://schemas.openxmlformats.org/officeDocument/2006/relationships/tags" Target="../tags/tag64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707.xml"/><Relationship Id="rId1" Type="http://schemas.openxmlformats.org/officeDocument/2006/relationships/tags" Target="../tags/tag706.xml"/></Relationships>
</file>

<file path=ppt/slides/_rels/slide17.xml.rels><?xml version="1.0" encoding="UTF-8" standalone="yes"?>
<Relationships xmlns="http://schemas.openxmlformats.org/package/2006/relationships"><Relationship Id="rId99" Type="http://schemas.openxmlformats.org/officeDocument/2006/relationships/image" Target="../media/image217.svg"/><Relationship Id="rId98" Type="http://schemas.openxmlformats.org/officeDocument/2006/relationships/image" Target="../media/image216.png"/><Relationship Id="rId97" Type="http://schemas.openxmlformats.org/officeDocument/2006/relationships/tags" Target="../tags/tag796.xml"/><Relationship Id="rId96" Type="http://schemas.openxmlformats.org/officeDocument/2006/relationships/tags" Target="../tags/tag795.xml"/><Relationship Id="rId95" Type="http://schemas.openxmlformats.org/officeDocument/2006/relationships/tags" Target="../tags/tag794.xml"/><Relationship Id="rId94" Type="http://schemas.openxmlformats.org/officeDocument/2006/relationships/tags" Target="../tags/tag793.xml"/><Relationship Id="rId93" Type="http://schemas.openxmlformats.org/officeDocument/2006/relationships/tags" Target="../tags/tag792.xml"/><Relationship Id="rId92" Type="http://schemas.openxmlformats.org/officeDocument/2006/relationships/tags" Target="../tags/tag791.xml"/><Relationship Id="rId91" Type="http://schemas.openxmlformats.org/officeDocument/2006/relationships/tags" Target="../tags/tag790.xml"/><Relationship Id="rId90" Type="http://schemas.openxmlformats.org/officeDocument/2006/relationships/tags" Target="../tags/tag789.xml"/><Relationship Id="rId9" Type="http://schemas.openxmlformats.org/officeDocument/2006/relationships/image" Target="../media/image208.png"/><Relationship Id="rId89" Type="http://schemas.openxmlformats.org/officeDocument/2006/relationships/tags" Target="../tags/tag788.xml"/><Relationship Id="rId88" Type="http://schemas.openxmlformats.org/officeDocument/2006/relationships/tags" Target="../tags/tag787.xml"/><Relationship Id="rId87" Type="http://schemas.openxmlformats.org/officeDocument/2006/relationships/tags" Target="../tags/tag786.xml"/><Relationship Id="rId86" Type="http://schemas.openxmlformats.org/officeDocument/2006/relationships/tags" Target="../tags/tag785.xml"/><Relationship Id="rId85" Type="http://schemas.openxmlformats.org/officeDocument/2006/relationships/tags" Target="../tags/tag784.xml"/><Relationship Id="rId84" Type="http://schemas.openxmlformats.org/officeDocument/2006/relationships/tags" Target="../tags/tag783.xml"/><Relationship Id="rId83" Type="http://schemas.openxmlformats.org/officeDocument/2006/relationships/tags" Target="../tags/tag782.xml"/><Relationship Id="rId82" Type="http://schemas.openxmlformats.org/officeDocument/2006/relationships/tags" Target="../tags/tag781.xml"/><Relationship Id="rId81" Type="http://schemas.openxmlformats.org/officeDocument/2006/relationships/tags" Target="../tags/tag780.xml"/><Relationship Id="rId80" Type="http://schemas.openxmlformats.org/officeDocument/2006/relationships/tags" Target="../tags/tag779.xml"/><Relationship Id="rId8" Type="http://schemas.openxmlformats.org/officeDocument/2006/relationships/tags" Target="../tags/tag715.xml"/><Relationship Id="rId79" Type="http://schemas.openxmlformats.org/officeDocument/2006/relationships/tags" Target="../tags/tag778.xml"/><Relationship Id="rId78" Type="http://schemas.openxmlformats.org/officeDocument/2006/relationships/tags" Target="../tags/tag777.xml"/><Relationship Id="rId77" Type="http://schemas.openxmlformats.org/officeDocument/2006/relationships/tags" Target="../tags/tag776.xml"/><Relationship Id="rId76" Type="http://schemas.openxmlformats.org/officeDocument/2006/relationships/tags" Target="../tags/tag775.xml"/><Relationship Id="rId75" Type="http://schemas.openxmlformats.org/officeDocument/2006/relationships/tags" Target="../tags/tag774.xml"/><Relationship Id="rId74" Type="http://schemas.openxmlformats.org/officeDocument/2006/relationships/tags" Target="../tags/tag773.xml"/><Relationship Id="rId73" Type="http://schemas.openxmlformats.org/officeDocument/2006/relationships/tags" Target="../tags/tag772.xml"/><Relationship Id="rId72" Type="http://schemas.openxmlformats.org/officeDocument/2006/relationships/tags" Target="../tags/tag771.xml"/><Relationship Id="rId71" Type="http://schemas.openxmlformats.org/officeDocument/2006/relationships/tags" Target="../tags/tag770.xml"/><Relationship Id="rId70" Type="http://schemas.openxmlformats.org/officeDocument/2006/relationships/image" Target="../media/image215.svg"/><Relationship Id="rId7" Type="http://schemas.openxmlformats.org/officeDocument/2006/relationships/tags" Target="../tags/tag714.xml"/><Relationship Id="rId69" Type="http://schemas.openxmlformats.org/officeDocument/2006/relationships/image" Target="../media/image214.png"/><Relationship Id="rId68" Type="http://schemas.openxmlformats.org/officeDocument/2006/relationships/tags" Target="../tags/tag769.xml"/><Relationship Id="rId67" Type="http://schemas.openxmlformats.org/officeDocument/2006/relationships/tags" Target="../tags/tag768.xml"/><Relationship Id="rId66" Type="http://schemas.openxmlformats.org/officeDocument/2006/relationships/tags" Target="../tags/tag767.xml"/><Relationship Id="rId65" Type="http://schemas.openxmlformats.org/officeDocument/2006/relationships/tags" Target="../tags/tag766.xml"/><Relationship Id="rId64" Type="http://schemas.openxmlformats.org/officeDocument/2006/relationships/tags" Target="../tags/tag765.xml"/><Relationship Id="rId63" Type="http://schemas.openxmlformats.org/officeDocument/2006/relationships/tags" Target="../tags/tag764.xml"/><Relationship Id="rId62" Type="http://schemas.openxmlformats.org/officeDocument/2006/relationships/tags" Target="../tags/tag763.xml"/><Relationship Id="rId61" Type="http://schemas.openxmlformats.org/officeDocument/2006/relationships/tags" Target="../tags/tag762.xml"/><Relationship Id="rId60" Type="http://schemas.openxmlformats.org/officeDocument/2006/relationships/tags" Target="../tags/tag761.xml"/><Relationship Id="rId6" Type="http://schemas.openxmlformats.org/officeDocument/2006/relationships/tags" Target="../tags/tag713.xml"/><Relationship Id="rId59" Type="http://schemas.openxmlformats.org/officeDocument/2006/relationships/tags" Target="../tags/tag760.xml"/><Relationship Id="rId58" Type="http://schemas.openxmlformats.org/officeDocument/2006/relationships/tags" Target="../tags/tag759.xml"/><Relationship Id="rId57" Type="http://schemas.openxmlformats.org/officeDocument/2006/relationships/tags" Target="../tags/tag758.xml"/><Relationship Id="rId56" Type="http://schemas.openxmlformats.org/officeDocument/2006/relationships/tags" Target="../tags/tag757.xml"/><Relationship Id="rId55" Type="http://schemas.openxmlformats.org/officeDocument/2006/relationships/tags" Target="../tags/tag756.xml"/><Relationship Id="rId54" Type="http://schemas.openxmlformats.org/officeDocument/2006/relationships/tags" Target="../tags/tag755.xml"/><Relationship Id="rId53" Type="http://schemas.openxmlformats.org/officeDocument/2006/relationships/tags" Target="../tags/tag754.xml"/><Relationship Id="rId52" Type="http://schemas.openxmlformats.org/officeDocument/2006/relationships/tags" Target="../tags/tag753.xml"/><Relationship Id="rId51" Type="http://schemas.openxmlformats.org/officeDocument/2006/relationships/tags" Target="../tags/tag752.xml"/><Relationship Id="rId50" Type="http://schemas.openxmlformats.org/officeDocument/2006/relationships/tags" Target="../tags/tag751.xml"/><Relationship Id="rId5" Type="http://schemas.openxmlformats.org/officeDocument/2006/relationships/tags" Target="../tags/tag712.xml"/><Relationship Id="rId49" Type="http://schemas.openxmlformats.org/officeDocument/2006/relationships/tags" Target="../tags/tag750.xml"/><Relationship Id="rId48" Type="http://schemas.openxmlformats.org/officeDocument/2006/relationships/tags" Target="../tags/tag749.xml"/><Relationship Id="rId47" Type="http://schemas.openxmlformats.org/officeDocument/2006/relationships/tags" Target="../tags/tag748.xml"/><Relationship Id="rId46" Type="http://schemas.openxmlformats.org/officeDocument/2006/relationships/tags" Target="../tags/tag747.xml"/><Relationship Id="rId45" Type="http://schemas.openxmlformats.org/officeDocument/2006/relationships/tags" Target="../tags/tag746.xml"/><Relationship Id="rId44" Type="http://schemas.openxmlformats.org/officeDocument/2006/relationships/tags" Target="../tags/tag745.xml"/><Relationship Id="rId43" Type="http://schemas.openxmlformats.org/officeDocument/2006/relationships/tags" Target="../tags/tag744.xml"/><Relationship Id="rId42" Type="http://schemas.openxmlformats.org/officeDocument/2006/relationships/tags" Target="../tags/tag743.xml"/><Relationship Id="rId41" Type="http://schemas.openxmlformats.org/officeDocument/2006/relationships/image" Target="../media/image213.svg"/><Relationship Id="rId40" Type="http://schemas.openxmlformats.org/officeDocument/2006/relationships/image" Target="../media/image212.png"/><Relationship Id="rId4" Type="http://schemas.openxmlformats.org/officeDocument/2006/relationships/tags" Target="../tags/tag711.xml"/><Relationship Id="rId39" Type="http://schemas.openxmlformats.org/officeDocument/2006/relationships/tags" Target="../tags/tag742.xml"/><Relationship Id="rId38" Type="http://schemas.openxmlformats.org/officeDocument/2006/relationships/tags" Target="../tags/tag741.xml"/><Relationship Id="rId37" Type="http://schemas.openxmlformats.org/officeDocument/2006/relationships/tags" Target="../tags/tag740.xml"/><Relationship Id="rId36" Type="http://schemas.openxmlformats.org/officeDocument/2006/relationships/tags" Target="../tags/tag739.xml"/><Relationship Id="rId35" Type="http://schemas.openxmlformats.org/officeDocument/2006/relationships/tags" Target="../tags/tag738.xml"/><Relationship Id="rId34" Type="http://schemas.openxmlformats.org/officeDocument/2006/relationships/tags" Target="../tags/tag737.xml"/><Relationship Id="rId33" Type="http://schemas.openxmlformats.org/officeDocument/2006/relationships/tags" Target="../tags/tag736.xml"/><Relationship Id="rId32" Type="http://schemas.openxmlformats.org/officeDocument/2006/relationships/tags" Target="../tags/tag735.xml"/><Relationship Id="rId31" Type="http://schemas.openxmlformats.org/officeDocument/2006/relationships/tags" Target="../tags/tag734.xml"/><Relationship Id="rId30" Type="http://schemas.openxmlformats.org/officeDocument/2006/relationships/tags" Target="../tags/tag733.xml"/><Relationship Id="rId3" Type="http://schemas.openxmlformats.org/officeDocument/2006/relationships/tags" Target="../tags/tag710.xml"/><Relationship Id="rId29" Type="http://schemas.openxmlformats.org/officeDocument/2006/relationships/tags" Target="../tags/tag732.xml"/><Relationship Id="rId28" Type="http://schemas.openxmlformats.org/officeDocument/2006/relationships/tags" Target="../tags/tag731.xml"/><Relationship Id="rId27" Type="http://schemas.openxmlformats.org/officeDocument/2006/relationships/tags" Target="../tags/tag730.xml"/><Relationship Id="rId26" Type="http://schemas.openxmlformats.org/officeDocument/2006/relationships/tags" Target="../tags/tag729.xml"/><Relationship Id="rId25" Type="http://schemas.openxmlformats.org/officeDocument/2006/relationships/tags" Target="../tags/tag728.xml"/><Relationship Id="rId24" Type="http://schemas.openxmlformats.org/officeDocument/2006/relationships/tags" Target="../tags/tag727.xml"/><Relationship Id="rId23" Type="http://schemas.openxmlformats.org/officeDocument/2006/relationships/tags" Target="../tags/tag726.xml"/><Relationship Id="rId22" Type="http://schemas.openxmlformats.org/officeDocument/2006/relationships/tags" Target="../tags/tag725.xml"/><Relationship Id="rId21" Type="http://schemas.openxmlformats.org/officeDocument/2006/relationships/tags" Target="../tags/tag724.xml"/><Relationship Id="rId20" Type="http://schemas.openxmlformats.org/officeDocument/2006/relationships/tags" Target="../tags/tag723.xml"/><Relationship Id="rId2" Type="http://schemas.openxmlformats.org/officeDocument/2006/relationships/tags" Target="../tags/tag709.xml"/><Relationship Id="rId19" Type="http://schemas.openxmlformats.org/officeDocument/2006/relationships/tags" Target="../tags/tag722.xml"/><Relationship Id="rId18" Type="http://schemas.openxmlformats.org/officeDocument/2006/relationships/tags" Target="../tags/tag721.xml"/><Relationship Id="rId17" Type="http://schemas.openxmlformats.org/officeDocument/2006/relationships/tags" Target="../tags/tag720.xml"/><Relationship Id="rId16" Type="http://schemas.openxmlformats.org/officeDocument/2006/relationships/image" Target="../media/image211.svg"/><Relationship Id="rId15" Type="http://schemas.openxmlformats.org/officeDocument/2006/relationships/image" Target="../media/image210.png"/><Relationship Id="rId14" Type="http://schemas.openxmlformats.org/officeDocument/2006/relationships/tags" Target="../tags/tag719.xml"/><Relationship Id="rId13" Type="http://schemas.openxmlformats.org/officeDocument/2006/relationships/tags" Target="../tags/tag718.xml"/><Relationship Id="rId121" Type="http://schemas.openxmlformats.org/officeDocument/2006/relationships/slideLayout" Target="../slideLayouts/slideLayout17.xml"/><Relationship Id="rId120" Type="http://schemas.openxmlformats.org/officeDocument/2006/relationships/tags" Target="../tags/tag817.xml"/><Relationship Id="rId12" Type="http://schemas.openxmlformats.org/officeDocument/2006/relationships/tags" Target="../tags/tag717.xml"/><Relationship Id="rId119" Type="http://schemas.openxmlformats.org/officeDocument/2006/relationships/tags" Target="../tags/tag816.xml"/><Relationship Id="rId118" Type="http://schemas.openxmlformats.org/officeDocument/2006/relationships/tags" Target="../tags/tag815.xml"/><Relationship Id="rId117" Type="http://schemas.openxmlformats.org/officeDocument/2006/relationships/tags" Target="../tags/tag814.xml"/><Relationship Id="rId116" Type="http://schemas.openxmlformats.org/officeDocument/2006/relationships/tags" Target="../tags/tag813.xml"/><Relationship Id="rId115" Type="http://schemas.openxmlformats.org/officeDocument/2006/relationships/tags" Target="../tags/tag812.xml"/><Relationship Id="rId114" Type="http://schemas.openxmlformats.org/officeDocument/2006/relationships/tags" Target="../tags/tag811.xml"/><Relationship Id="rId113" Type="http://schemas.openxmlformats.org/officeDocument/2006/relationships/tags" Target="../tags/tag810.xml"/><Relationship Id="rId112" Type="http://schemas.openxmlformats.org/officeDocument/2006/relationships/tags" Target="../tags/tag809.xml"/><Relationship Id="rId111" Type="http://schemas.openxmlformats.org/officeDocument/2006/relationships/tags" Target="../tags/tag808.xml"/><Relationship Id="rId110" Type="http://schemas.openxmlformats.org/officeDocument/2006/relationships/tags" Target="../tags/tag807.xml"/><Relationship Id="rId11" Type="http://schemas.openxmlformats.org/officeDocument/2006/relationships/tags" Target="../tags/tag716.xml"/><Relationship Id="rId109" Type="http://schemas.openxmlformats.org/officeDocument/2006/relationships/tags" Target="../tags/tag806.xml"/><Relationship Id="rId108" Type="http://schemas.openxmlformats.org/officeDocument/2006/relationships/tags" Target="../tags/tag805.xml"/><Relationship Id="rId107" Type="http://schemas.openxmlformats.org/officeDocument/2006/relationships/tags" Target="../tags/tag804.xml"/><Relationship Id="rId106" Type="http://schemas.openxmlformats.org/officeDocument/2006/relationships/tags" Target="../tags/tag803.xml"/><Relationship Id="rId105" Type="http://schemas.openxmlformats.org/officeDocument/2006/relationships/tags" Target="../tags/tag802.xml"/><Relationship Id="rId104" Type="http://schemas.openxmlformats.org/officeDocument/2006/relationships/tags" Target="../tags/tag801.xml"/><Relationship Id="rId103" Type="http://schemas.openxmlformats.org/officeDocument/2006/relationships/tags" Target="../tags/tag800.xml"/><Relationship Id="rId102" Type="http://schemas.openxmlformats.org/officeDocument/2006/relationships/tags" Target="../tags/tag799.xml"/><Relationship Id="rId101" Type="http://schemas.openxmlformats.org/officeDocument/2006/relationships/tags" Target="../tags/tag798.xml"/><Relationship Id="rId100" Type="http://schemas.openxmlformats.org/officeDocument/2006/relationships/tags" Target="../tags/tag797.xml"/><Relationship Id="rId10" Type="http://schemas.openxmlformats.org/officeDocument/2006/relationships/image" Target="../media/image209.svg"/><Relationship Id="rId1" Type="http://schemas.openxmlformats.org/officeDocument/2006/relationships/tags" Target="../tags/tag708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9.svg"/><Relationship Id="rId8" Type="http://schemas.openxmlformats.org/officeDocument/2006/relationships/image" Target="../media/image218.png"/><Relationship Id="rId7" Type="http://schemas.openxmlformats.org/officeDocument/2006/relationships/tags" Target="../tags/tag824.xml"/><Relationship Id="rId62" Type="http://schemas.openxmlformats.org/officeDocument/2006/relationships/slideLayout" Target="../slideLayouts/slideLayout17.xml"/><Relationship Id="rId61" Type="http://schemas.openxmlformats.org/officeDocument/2006/relationships/tags" Target="../tags/tag864.xml"/><Relationship Id="rId60" Type="http://schemas.openxmlformats.org/officeDocument/2006/relationships/image" Target="../media/image231.svg"/><Relationship Id="rId6" Type="http://schemas.openxmlformats.org/officeDocument/2006/relationships/tags" Target="../tags/tag823.xml"/><Relationship Id="rId59" Type="http://schemas.openxmlformats.org/officeDocument/2006/relationships/image" Target="../media/image230.png"/><Relationship Id="rId58" Type="http://schemas.openxmlformats.org/officeDocument/2006/relationships/tags" Target="../tags/tag863.xml"/><Relationship Id="rId57" Type="http://schemas.openxmlformats.org/officeDocument/2006/relationships/image" Target="../media/image229.svg"/><Relationship Id="rId56" Type="http://schemas.openxmlformats.org/officeDocument/2006/relationships/image" Target="../media/image228.png"/><Relationship Id="rId55" Type="http://schemas.openxmlformats.org/officeDocument/2006/relationships/tags" Target="../tags/tag862.xml"/><Relationship Id="rId54" Type="http://schemas.openxmlformats.org/officeDocument/2006/relationships/tags" Target="../tags/tag861.xml"/><Relationship Id="rId53" Type="http://schemas.openxmlformats.org/officeDocument/2006/relationships/tags" Target="../tags/tag860.xml"/><Relationship Id="rId52" Type="http://schemas.openxmlformats.org/officeDocument/2006/relationships/tags" Target="../tags/tag859.xml"/><Relationship Id="rId51" Type="http://schemas.openxmlformats.org/officeDocument/2006/relationships/tags" Target="../tags/tag858.xml"/><Relationship Id="rId50" Type="http://schemas.openxmlformats.org/officeDocument/2006/relationships/tags" Target="../tags/tag857.xml"/><Relationship Id="rId5" Type="http://schemas.openxmlformats.org/officeDocument/2006/relationships/tags" Target="../tags/tag822.xml"/><Relationship Id="rId49" Type="http://schemas.openxmlformats.org/officeDocument/2006/relationships/image" Target="../media/image227.svg"/><Relationship Id="rId48" Type="http://schemas.openxmlformats.org/officeDocument/2006/relationships/image" Target="../media/image226.png"/><Relationship Id="rId47" Type="http://schemas.openxmlformats.org/officeDocument/2006/relationships/tags" Target="../tags/tag856.xml"/><Relationship Id="rId46" Type="http://schemas.openxmlformats.org/officeDocument/2006/relationships/tags" Target="../tags/tag855.xml"/><Relationship Id="rId45" Type="http://schemas.openxmlformats.org/officeDocument/2006/relationships/tags" Target="../tags/tag854.xml"/><Relationship Id="rId44" Type="http://schemas.openxmlformats.org/officeDocument/2006/relationships/tags" Target="../tags/tag853.xml"/><Relationship Id="rId43" Type="http://schemas.openxmlformats.org/officeDocument/2006/relationships/tags" Target="../tags/tag852.xml"/><Relationship Id="rId42" Type="http://schemas.openxmlformats.org/officeDocument/2006/relationships/tags" Target="../tags/tag851.xml"/><Relationship Id="rId41" Type="http://schemas.openxmlformats.org/officeDocument/2006/relationships/tags" Target="../tags/tag850.xml"/><Relationship Id="rId40" Type="http://schemas.openxmlformats.org/officeDocument/2006/relationships/tags" Target="../tags/tag849.xml"/><Relationship Id="rId4" Type="http://schemas.openxmlformats.org/officeDocument/2006/relationships/tags" Target="../tags/tag821.xml"/><Relationship Id="rId39" Type="http://schemas.openxmlformats.org/officeDocument/2006/relationships/image" Target="../media/image225.svg"/><Relationship Id="rId38" Type="http://schemas.openxmlformats.org/officeDocument/2006/relationships/image" Target="../media/image224.png"/><Relationship Id="rId37" Type="http://schemas.openxmlformats.org/officeDocument/2006/relationships/tags" Target="../tags/tag848.xml"/><Relationship Id="rId36" Type="http://schemas.openxmlformats.org/officeDocument/2006/relationships/tags" Target="../tags/tag847.xml"/><Relationship Id="rId35" Type="http://schemas.openxmlformats.org/officeDocument/2006/relationships/tags" Target="../tags/tag846.xml"/><Relationship Id="rId34" Type="http://schemas.openxmlformats.org/officeDocument/2006/relationships/tags" Target="../tags/tag845.xml"/><Relationship Id="rId33" Type="http://schemas.openxmlformats.org/officeDocument/2006/relationships/tags" Target="../tags/tag844.xml"/><Relationship Id="rId32" Type="http://schemas.openxmlformats.org/officeDocument/2006/relationships/tags" Target="../tags/tag843.xml"/><Relationship Id="rId31" Type="http://schemas.openxmlformats.org/officeDocument/2006/relationships/tags" Target="../tags/tag842.xml"/><Relationship Id="rId30" Type="http://schemas.openxmlformats.org/officeDocument/2006/relationships/tags" Target="../tags/tag841.xml"/><Relationship Id="rId3" Type="http://schemas.openxmlformats.org/officeDocument/2006/relationships/tags" Target="../tags/tag820.xml"/><Relationship Id="rId29" Type="http://schemas.openxmlformats.org/officeDocument/2006/relationships/image" Target="../media/image223.svg"/><Relationship Id="rId28" Type="http://schemas.openxmlformats.org/officeDocument/2006/relationships/image" Target="../media/image222.png"/><Relationship Id="rId27" Type="http://schemas.openxmlformats.org/officeDocument/2006/relationships/tags" Target="../tags/tag840.xml"/><Relationship Id="rId26" Type="http://schemas.openxmlformats.org/officeDocument/2006/relationships/tags" Target="../tags/tag839.xml"/><Relationship Id="rId25" Type="http://schemas.openxmlformats.org/officeDocument/2006/relationships/tags" Target="../tags/tag838.xml"/><Relationship Id="rId24" Type="http://schemas.openxmlformats.org/officeDocument/2006/relationships/tags" Target="../tags/tag837.xml"/><Relationship Id="rId23" Type="http://schemas.openxmlformats.org/officeDocument/2006/relationships/tags" Target="../tags/tag836.xml"/><Relationship Id="rId22" Type="http://schemas.openxmlformats.org/officeDocument/2006/relationships/tags" Target="../tags/tag835.xml"/><Relationship Id="rId21" Type="http://schemas.openxmlformats.org/officeDocument/2006/relationships/tags" Target="../tags/tag834.xml"/><Relationship Id="rId20" Type="http://schemas.openxmlformats.org/officeDocument/2006/relationships/tags" Target="../tags/tag833.xml"/><Relationship Id="rId2" Type="http://schemas.openxmlformats.org/officeDocument/2006/relationships/tags" Target="../tags/tag819.xml"/><Relationship Id="rId19" Type="http://schemas.openxmlformats.org/officeDocument/2006/relationships/image" Target="../media/image221.svg"/><Relationship Id="rId18" Type="http://schemas.openxmlformats.org/officeDocument/2006/relationships/image" Target="../media/image220.png"/><Relationship Id="rId17" Type="http://schemas.openxmlformats.org/officeDocument/2006/relationships/tags" Target="../tags/tag832.xml"/><Relationship Id="rId16" Type="http://schemas.openxmlformats.org/officeDocument/2006/relationships/tags" Target="../tags/tag831.xml"/><Relationship Id="rId15" Type="http://schemas.openxmlformats.org/officeDocument/2006/relationships/tags" Target="../tags/tag830.xml"/><Relationship Id="rId14" Type="http://schemas.openxmlformats.org/officeDocument/2006/relationships/tags" Target="../tags/tag829.xml"/><Relationship Id="rId13" Type="http://schemas.openxmlformats.org/officeDocument/2006/relationships/tags" Target="../tags/tag828.xml"/><Relationship Id="rId12" Type="http://schemas.openxmlformats.org/officeDocument/2006/relationships/tags" Target="../tags/tag827.xml"/><Relationship Id="rId11" Type="http://schemas.openxmlformats.org/officeDocument/2006/relationships/tags" Target="../tags/tag826.xml"/><Relationship Id="rId10" Type="http://schemas.openxmlformats.org/officeDocument/2006/relationships/tags" Target="../tags/tag825.xml"/><Relationship Id="rId1" Type="http://schemas.openxmlformats.org/officeDocument/2006/relationships/tags" Target="../tags/tag8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866.xml"/><Relationship Id="rId1" Type="http://schemas.openxmlformats.org/officeDocument/2006/relationships/tags" Target="../tags/tag8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143000" y="2018852"/>
            <a:ext cx="1646482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350" spc="75">
                <a:solidFill>
                  <a:srgbClr val="F7F9FC">
                    <a:alpha val="90001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</a:t>
            </a:r>
            <a:r>
              <a:rPr lang="zh-CN" altLang="en-US" sz="1350" spc="75">
                <a:solidFill>
                  <a:srgbClr val="F7F9FC">
                    <a:alpha val="90001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1350" spc="75">
                <a:solidFill>
                  <a:srgbClr val="F7F9FC">
                    <a:alpha val="90001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r>
              <a:rPr lang="zh-CN" altLang="en-US" sz="1350" spc="75">
                <a:solidFill>
                  <a:srgbClr val="F7F9FC">
                    <a:alpha val="90001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1350" spc="75">
                <a:solidFill>
                  <a:srgbClr val="F7F9FC">
                    <a:alpha val="90001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r>
              <a:rPr lang="zh-CN" altLang="en-US" sz="1350" spc="75">
                <a:solidFill>
                  <a:srgbClr val="F7F9FC">
                    <a:alpha val="90001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endParaRPr lang="zh-CN" altLang="en-US" sz="1350" spc="75">
              <a:solidFill>
                <a:srgbClr val="F7F9FC">
                  <a:alpha val="90001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143000" y="2433190"/>
            <a:ext cx="7019706" cy="9048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sz="5400" b="1" spc="1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sz="5400" b="1" spc="1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时代，与机器共舞</a:t>
            </a:r>
            <a:endParaRPr lang="zh-CN" sz="5400" b="1" spc="1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143000" y="3434258"/>
            <a:ext cx="3733800" cy="4057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sz="2100" b="1">
                <a:solidFill>
                  <a:srgbClr val="F7F9FC">
                    <a:alpha val="9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人工智能基本素养与实战入门</a:t>
            </a:r>
            <a:endParaRPr sz="2100" b="1">
              <a:solidFill>
                <a:srgbClr val="F7F9FC">
                  <a:alpha val="9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143000" y="4281935"/>
            <a:ext cx="247129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>
                <a:solidFill>
                  <a:srgbClr val="F7F9FC">
                    <a:alpha val="90001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企业全员培训</a:t>
            </a:r>
            <a:r>
              <a:rPr lang="en-US" altLang="zh-CN" sz="1350">
                <a:solidFill>
                  <a:srgbClr val="F7F9FC">
                    <a:alpha val="90001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| 5</a:t>
            </a:r>
            <a:r>
              <a:rPr lang="zh-CN" altLang="en-US" sz="1350">
                <a:solidFill>
                  <a:srgbClr val="F7F9FC">
                    <a:alpha val="90001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小时</a:t>
            </a:r>
            <a:r>
              <a:rPr lang="en-US" altLang="zh-CN" sz="1350">
                <a:solidFill>
                  <a:srgbClr val="F7F9FC">
                    <a:alpha val="90001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| </a:t>
            </a:r>
            <a:r>
              <a:rPr lang="zh-CN" altLang="en-US" sz="1350">
                <a:solidFill>
                  <a:srgbClr val="F7F9FC">
                    <a:alpha val="90001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入门级</a:t>
            </a:r>
            <a:endParaRPr lang="zh-CN" altLang="en-US" sz="1350">
              <a:solidFill>
                <a:srgbClr val="F7F9FC">
                  <a:alpha val="90001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143000" y="4662935"/>
            <a:ext cx="2657323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50" spc="75">
                <a:solidFill>
                  <a:srgbClr val="F7F9FC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汇报人：何光会</a:t>
            </a:r>
            <a:r>
              <a:rPr lang="en-US" altLang="zh-CN" sz="1050" spc="75">
                <a:solidFill>
                  <a:srgbClr val="F7F9FC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r>
              <a:rPr lang="zh-CN" altLang="en-US" sz="1050" spc="75">
                <a:solidFill>
                  <a:srgbClr val="F7F9FC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艾特奖</a:t>
            </a:r>
            <a:r>
              <a:rPr lang="en-US" altLang="zh-CN" sz="1050" spc="75">
                <a:solidFill>
                  <a:srgbClr val="F7F9FC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·A963</a:t>
            </a:r>
            <a:r>
              <a:rPr lang="zh-CN" altLang="en-US" sz="1050" spc="75">
                <a:solidFill>
                  <a:srgbClr val="F7F9FC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设计网</a:t>
            </a:r>
            <a:endParaRPr lang="zh-CN" altLang="en-US" sz="1050" spc="75">
              <a:solidFill>
                <a:srgbClr val="F7F9FC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3657600" y="0"/>
            <a:ext cx="85344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1371600" y="1143000"/>
            <a:ext cx="1371600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36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sz="36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4"/>
            </p:custDataLst>
          </p:nvPr>
        </p:nvSpPr>
        <p:spPr>
          <a:xfrm>
            <a:off x="1543050" y="1938020"/>
            <a:ext cx="571500" cy="57150"/>
          </a:xfrm>
          <a:custGeom>
            <a:avLst/>
            <a:gdLst>
              <a:gd name="sw" fmla="*/ 1 w 900"/>
              <a:gd name="sh" fmla="*/ 1 h 90"/>
              <a:gd name="mins" fmla="min sw sh"/>
              <a:gd name="dsw" fmla="+- 0 sw mins"/>
              <a:gd name="dsh" fmla="+- 0 sh mins"/>
              <a:gd name="p0x0" fmla="*/ 45 w 900"/>
              <a:gd name="p0y0" fmla="*/ 0 h 90"/>
              <a:gd name="p0x1" fmla="*/ 855 w 900"/>
              <a:gd name="p0y1" fmla="*/ 0 h 90"/>
              <a:gd name="p0x2" fmla="*/ 879 w 900"/>
              <a:gd name="p0y2" fmla="*/ 0 h 90"/>
              <a:gd name="p0x3" fmla="*/ 900 w 900"/>
              <a:gd name="p0y3" fmla="*/ 20 h 90"/>
              <a:gd name="p0x4" fmla="*/ 900 w 900"/>
              <a:gd name="p0y4" fmla="*/ 45 h 90"/>
              <a:gd name="p0x5" fmla="*/ 900 w 900"/>
              <a:gd name="p0y5" fmla="*/ 69 h 90"/>
              <a:gd name="p0x6" fmla="*/ 879 w 900"/>
              <a:gd name="p0y6" fmla="*/ 90 h 90"/>
              <a:gd name="p0x7" fmla="*/ 855 w 900"/>
              <a:gd name="p0y7" fmla="*/ 90 h 90"/>
              <a:gd name="p0x8" fmla="*/ 45 w 900"/>
              <a:gd name="p0y8" fmla="*/ 90 h 90"/>
              <a:gd name="p0x9" fmla="*/ 20 w 900"/>
              <a:gd name="p0y9" fmla="*/ 90 h 90"/>
              <a:gd name="p0x10" fmla="*/ 0 w 900"/>
              <a:gd name="p0y10" fmla="*/ 69 h 90"/>
              <a:gd name="p0x11" fmla="*/ 0 w 900"/>
              <a:gd name="p0y11" fmla="*/ 45 h 90"/>
              <a:gd name="p0x12" fmla="*/ 0 w 900"/>
              <a:gd name="p0y12" fmla="*/ 20 h 90"/>
              <a:gd name="p0x13" fmla="*/ 20 w 900"/>
              <a:gd name="p0y13" fmla="*/ 0 h 90"/>
              <a:gd name="p0x14" fmla="*/ 45 w 900"/>
              <a:gd name="p0y14" fmla="*/ 0 h 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06B6D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1051027" y="2185988"/>
            <a:ext cx="172700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spc="6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Contents</a:t>
            </a:r>
            <a:endParaRPr sz="1350" spc="6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4229100" y="2282190"/>
            <a:ext cx="3456940" cy="956310"/>
            <a:chOff x="6660" y="3594"/>
            <a:chExt cx="5444" cy="1506"/>
          </a:xfrm>
        </p:grpSpPr>
        <p:sp>
          <p:nvSpPr>
            <p:cNvPr id="7" name="任意多边形 6"/>
            <p:cNvSpPr/>
            <p:nvPr>
              <p:custDataLst>
                <p:tags r:id="rId6"/>
              </p:custDataLst>
            </p:nvPr>
          </p:nvSpPr>
          <p:spPr>
            <a:xfrm>
              <a:off x="6660" y="3594"/>
              <a:ext cx="5445" cy="1506"/>
            </a:xfrm>
            <a:custGeom>
              <a:avLst/>
              <a:gdLst>
                <a:gd name="sw" fmla="*/ 1 w 5445"/>
                <a:gd name="sh" fmla="*/ 1 h 1505"/>
                <a:gd name="mins" fmla="min sw sh"/>
                <a:gd name="dsw" fmla="+- 0 sw mins"/>
                <a:gd name="dsh" fmla="+- 0 sh mins"/>
                <a:gd name="p0x0" fmla="*/ 0 w 5445"/>
                <a:gd name="p0y0" fmla="*/ 0 h 1505"/>
                <a:gd name="p0x1" fmla="*/ 5445 w 5445"/>
                <a:gd name="p0y1" fmla="*/ 0 h 1505"/>
                <a:gd name="p0x2" fmla="*/ 5445 w 5445"/>
                <a:gd name="p0y2" fmla="*/ 1505 h 1505"/>
                <a:gd name="p0x3" fmla="*/ 0 w 5445"/>
                <a:gd name="p0y3" fmla="*/ 1505 h 1505"/>
                <a:gd name="p0x4" fmla="*/ 0 w 5445"/>
                <a:gd name="p0y4" fmla="*/ 0 h 150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任意多边形 7"/>
            <p:cNvSpPr/>
            <p:nvPr>
              <p:custDataLst>
                <p:tags r:id="rId7"/>
              </p:custDataLst>
            </p:nvPr>
          </p:nvSpPr>
          <p:spPr>
            <a:xfrm>
              <a:off x="6660" y="5085"/>
              <a:ext cx="5445" cy="15"/>
            </a:xfrm>
            <a:custGeom>
              <a:avLst/>
              <a:gdLst>
                <a:gd name="sw" fmla="*/ 1 w 5445"/>
                <a:gd name="sh" fmla="*/ 1 h 15"/>
                <a:gd name="mins" fmla="min sw sh"/>
                <a:gd name="dsw" fmla="+- 0 sw mins"/>
                <a:gd name="dsh" fmla="+- 0 sh mins"/>
                <a:gd name="p0x0" fmla="*/ 5445 w 5445"/>
                <a:gd name="p0y0" fmla="*/ 15 h 15"/>
                <a:gd name="p0x1" fmla="*/ 0 w 5445"/>
                <a:gd name="p0y1" fmla="*/ 15 h 15"/>
                <a:gd name="p0x2" fmla="*/ 0 w 5445"/>
                <a:gd name="p0y2" fmla="*/ 0 h 15"/>
                <a:gd name="p0x3" fmla="*/ 5445 w 5445"/>
                <a:gd name="p0y3" fmla="*/ 0 h 15"/>
                <a:gd name="p0x4" fmla="*/ 5445 w 5445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4229100" y="2258397"/>
            <a:ext cx="856507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30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4943475" y="2358409"/>
            <a:ext cx="27432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认知篇</a:t>
            </a:r>
            <a:endParaRPr sz="21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4943475" y="2774652"/>
            <a:ext cx="2743200" cy="2295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</a:t>
            </a:r>
            <a:r>
              <a:rPr lang="en-US" altLang="zh-CN"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，看清未来</a:t>
            </a:r>
            <a:endParaRPr lang="zh-CN" altLang="en-US" sz="105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8162925" y="2282190"/>
            <a:ext cx="3456940" cy="956310"/>
            <a:chOff x="12855" y="3594"/>
            <a:chExt cx="5444" cy="1506"/>
          </a:xfrm>
        </p:grpSpPr>
        <p:sp>
          <p:nvSpPr>
            <p:cNvPr id="16" name="任意多边形 15"/>
            <p:cNvSpPr/>
            <p:nvPr>
              <p:custDataLst>
                <p:tags r:id="rId11"/>
              </p:custDataLst>
            </p:nvPr>
          </p:nvSpPr>
          <p:spPr>
            <a:xfrm>
              <a:off x="12855" y="3594"/>
              <a:ext cx="5445" cy="1506"/>
            </a:xfrm>
            <a:custGeom>
              <a:avLst/>
              <a:gdLst>
                <a:gd name="sw" fmla="*/ 1 w 5445"/>
                <a:gd name="sh" fmla="*/ 1 h 1505"/>
                <a:gd name="mins" fmla="min sw sh"/>
                <a:gd name="dsw" fmla="+- 0 sw mins"/>
                <a:gd name="dsh" fmla="+- 0 sh mins"/>
                <a:gd name="p0x0" fmla="*/ 0 w 5445"/>
                <a:gd name="p0y0" fmla="*/ 0 h 1505"/>
                <a:gd name="p0x1" fmla="*/ 5445 w 5445"/>
                <a:gd name="p0y1" fmla="*/ 0 h 1505"/>
                <a:gd name="p0x2" fmla="*/ 5445 w 5445"/>
                <a:gd name="p0y2" fmla="*/ 1505 h 1505"/>
                <a:gd name="p0x3" fmla="*/ 0 w 5445"/>
                <a:gd name="p0y3" fmla="*/ 1505 h 1505"/>
                <a:gd name="p0x4" fmla="*/ 0 w 5445"/>
                <a:gd name="p0y4" fmla="*/ 0 h 150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>
              <p:custDataLst>
                <p:tags r:id="rId12"/>
              </p:custDataLst>
            </p:nvPr>
          </p:nvSpPr>
          <p:spPr>
            <a:xfrm>
              <a:off x="12855" y="5085"/>
              <a:ext cx="5445" cy="15"/>
            </a:xfrm>
            <a:custGeom>
              <a:avLst/>
              <a:gdLst>
                <a:gd name="sw" fmla="*/ 1 w 5445"/>
                <a:gd name="sh" fmla="*/ 1 h 15"/>
                <a:gd name="mins" fmla="min sw sh"/>
                <a:gd name="dsw" fmla="+- 0 sw mins"/>
                <a:gd name="dsh" fmla="+- 0 sh mins"/>
                <a:gd name="p0x0" fmla="*/ 5445 w 5445"/>
                <a:gd name="p0y0" fmla="*/ 15 h 15"/>
                <a:gd name="p0x1" fmla="*/ 0 w 5445"/>
                <a:gd name="p0y1" fmla="*/ 15 h 15"/>
                <a:gd name="p0x2" fmla="*/ 0 w 5445"/>
                <a:gd name="p0y2" fmla="*/ 0 h 15"/>
                <a:gd name="p0x3" fmla="*/ 5445 w 5445"/>
                <a:gd name="p0y3" fmla="*/ 0 h 15"/>
                <a:gd name="p0x4" fmla="*/ 5445 w 5445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9" name="文本框 18"/>
          <p:cNvSpPr txBox="1"/>
          <p:nvPr>
            <p:custDataLst>
              <p:tags r:id="rId13"/>
            </p:custDataLst>
          </p:nvPr>
        </p:nvSpPr>
        <p:spPr>
          <a:xfrm>
            <a:off x="8162925" y="2258397"/>
            <a:ext cx="856507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30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4"/>
            </p:custDataLst>
          </p:nvPr>
        </p:nvSpPr>
        <p:spPr>
          <a:xfrm>
            <a:off x="8877300" y="2358409"/>
            <a:ext cx="27432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技术篇</a:t>
            </a:r>
            <a:endParaRPr sz="21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5"/>
            </p:custDataLst>
          </p:nvPr>
        </p:nvSpPr>
        <p:spPr>
          <a:xfrm>
            <a:off x="8877300" y="2774652"/>
            <a:ext cx="2743200" cy="2295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拆解黑盒，掌握核心</a:t>
            </a:r>
            <a:endParaRPr sz="105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4229100" y="3619500"/>
            <a:ext cx="3456940" cy="955040"/>
            <a:chOff x="6660" y="5700"/>
            <a:chExt cx="5444" cy="1504"/>
          </a:xfrm>
        </p:grpSpPr>
        <p:sp>
          <p:nvSpPr>
            <p:cNvPr id="25" name="任意多边形 24"/>
            <p:cNvSpPr/>
            <p:nvPr>
              <p:custDataLst>
                <p:tags r:id="rId16"/>
              </p:custDataLst>
            </p:nvPr>
          </p:nvSpPr>
          <p:spPr>
            <a:xfrm>
              <a:off x="6660" y="5700"/>
              <a:ext cx="5445" cy="1505"/>
            </a:xfrm>
            <a:custGeom>
              <a:avLst/>
              <a:gdLst>
                <a:gd name="sw" fmla="*/ 1 w 5445"/>
                <a:gd name="sh" fmla="*/ 1 h 1505"/>
                <a:gd name="mins" fmla="min sw sh"/>
                <a:gd name="dsw" fmla="+- 0 sw mins"/>
                <a:gd name="dsh" fmla="+- 0 sh mins"/>
                <a:gd name="p0x0" fmla="*/ 0 w 5445"/>
                <a:gd name="p0y0" fmla="*/ 0 h 1505"/>
                <a:gd name="p0x1" fmla="*/ 5445 w 5445"/>
                <a:gd name="p0y1" fmla="*/ 0 h 1505"/>
                <a:gd name="p0x2" fmla="*/ 5445 w 5445"/>
                <a:gd name="p0y2" fmla="*/ 1505 h 1505"/>
                <a:gd name="p0x3" fmla="*/ 0 w 5445"/>
                <a:gd name="p0y3" fmla="*/ 1505 h 1505"/>
                <a:gd name="p0x4" fmla="*/ 0 w 5445"/>
                <a:gd name="p0y4" fmla="*/ 0 h 150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任意多边形 25"/>
            <p:cNvSpPr/>
            <p:nvPr>
              <p:custDataLst>
                <p:tags r:id="rId17"/>
              </p:custDataLst>
            </p:nvPr>
          </p:nvSpPr>
          <p:spPr>
            <a:xfrm>
              <a:off x="6660" y="7190"/>
              <a:ext cx="5445" cy="15"/>
            </a:xfrm>
            <a:custGeom>
              <a:avLst/>
              <a:gdLst>
                <a:gd name="sw" fmla="*/ 1 w 5445"/>
                <a:gd name="sh" fmla="*/ 1 h 15"/>
                <a:gd name="mins" fmla="min sw sh"/>
                <a:gd name="dsw" fmla="+- 0 sw mins"/>
                <a:gd name="dsh" fmla="+- 0 sh mins"/>
                <a:gd name="p0x0" fmla="*/ 5445 w 5445"/>
                <a:gd name="p0y0" fmla="*/ 15 h 15"/>
                <a:gd name="p0x1" fmla="*/ 0 w 5445"/>
                <a:gd name="p0y1" fmla="*/ 15 h 15"/>
                <a:gd name="p0x2" fmla="*/ 0 w 5445"/>
                <a:gd name="p0y2" fmla="*/ 0 h 15"/>
                <a:gd name="p0x3" fmla="*/ 5445 w 5445"/>
                <a:gd name="p0y3" fmla="*/ 0 h 15"/>
                <a:gd name="p0x4" fmla="*/ 5445 w 5445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8" name="文本框 27"/>
          <p:cNvSpPr txBox="1"/>
          <p:nvPr>
            <p:custDataLst>
              <p:tags r:id="rId18"/>
            </p:custDataLst>
          </p:nvPr>
        </p:nvSpPr>
        <p:spPr>
          <a:xfrm>
            <a:off x="4229100" y="3595688"/>
            <a:ext cx="856507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30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19"/>
            </p:custDataLst>
          </p:nvPr>
        </p:nvSpPr>
        <p:spPr>
          <a:xfrm>
            <a:off x="4943475" y="3695700"/>
            <a:ext cx="27432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实战篇</a:t>
            </a:r>
            <a:endParaRPr sz="21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20"/>
            </p:custDataLst>
          </p:nvPr>
        </p:nvSpPr>
        <p:spPr>
          <a:xfrm>
            <a:off x="4943475" y="4111942"/>
            <a:ext cx="2743200" cy="2295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工具上手，效能倍增</a:t>
            </a:r>
            <a:endParaRPr sz="105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8162925" y="3619500"/>
            <a:ext cx="3456940" cy="955040"/>
            <a:chOff x="12855" y="5700"/>
            <a:chExt cx="5444" cy="1504"/>
          </a:xfrm>
        </p:grpSpPr>
        <p:sp>
          <p:nvSpPr>
            <p:cNvPr id="34" name="任意多边形 33"/>
            <p:cNvSpPr/>
            <p:nvPr>
              <p:custDataLst>
                <p:tags r:id="rId21"/>
              </p:custDataLst>
            </p:nvPr>
          </p:nvSpPr>
          <p:spPr>
            <a:xfrm>
              <a:off x="12855" y="5700"/>
              <a:ext cx="5445" cy="1505"/>
            </a:xfrm>
            <a:custGeom>
              <a:avLst/>
              <a:gdLst>
                <a:gd name="sw" fmla="*/ 1 w 5445"/>
                <a:gd name="sh" fmla="*/ 1 h 1505"/>
                <a:gd name="mins" fmla="min sw sh"/>
                <a:gd name="dsw" fmla="+- 0 sw mins"/>
                <a:gd name="dsh" fmla="+- 0 sh mins"/>
                <a:gd name="p0x0" fmla="*/ 0 w 5445"/>
                <a:gd name="p0y0" fmla="*/ 0 h 1505"/>
                <a:gd name="p0x1" fmla="*/ 5445 w 5445"/>
                <a:gd name="p0y1" fmla="*/ 0 h 1505"/>
                <a:gd name="p0x2" fmla="*/ 5445 w 5445"/>
                <a:gd name="p0y2" fmla="*/ 1505 h 1505"/>
                <a:gd name="p0x3" fmla="*/ 0 w 5445"/>
                <a:gd name="p0y3" fmla="*/ 1505 h 1505"/>
                <a:gd name="p0x4" fmla="*/ 0 w 5445"/>
                <a:gd name="p0y4" fmla="*/ 0 h 150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任意多边形 34"/>
            <p:cNvSpPr/>
            <p:nvPr>
              <p:custDataLst>
                <p:tags r:id="rId22"/>
              </p:custDataLst>
            </p:nvPr>
          </p:nvSpPr>
          <p:spPr>
            <a:xfrm>
              <a:off x="12855" y="7190"/>
              <a:ext cx="5445" cy="15"/>
            </a:xfrm>
            <a:custGeom>
              <a:avLst/>
              <a:gdLst>
                <a:gd name="sw" fmla="*/ 1 w 5445"/>
                <a:gd name="sh" fmla="*/ 1 h 15"/>
                <a:gd name="mins" fmla="min sw sh"/>
                <a:gd name="dsw" fmla="+- 0 sw mins"/>
                <a:gd name="dsh" fmla="+- 0 sh mins"/>
                <a:gd name="p0x0" fmla="*/ 5445 w 5445"/>
                <a:gd name="p0y0" fmla="*/ 15 h 15"/>
                <a:gd name="p0x1" fmla="*/ 0 w 5445"/>
                <a:gd name="p0y1" fmla="*/ 15 h 15"/>
                <a:gd name="p0x2" fmla="*/ 0 w 5445"/>
                <a:gd name="p0y2" fmla="*/ 0 h 15"/>
                <a:gd name="p0x3" fmla="*/ 5445 w 5445"/>
                <a:gd name="p0y3" fmla="*/ 0 h 15"/>
                <a:gd name="p0x4" fmla="*/ 5445 w 5445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7" name="文本框 36"/>
          <p:cNvSpPr txBox="1"/>
          <p:nvPr>
            <p:custDataLst>
              <p:tags r:id="rId23"/>
            </p:custDataLst>
          </p:nvPr>
        </p:nvSpPr>
        <p:spPr>
          <a:xfrm>
            <a:off x="8162925" y="3595688"/>
            <a:ext cx="856507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30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24"/>
            </p:custDataLst>
          </p:nvPr>
        </p:nvSpPr>
        <p:spPr>
          <a:xfrm>
            <a:off x="8877300" y="3695700"/>
            <a:ext cx="27432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行动篇</a:t>
            </a:r>
            <a:endParaRPr sz="21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25"/>
            </p:custDataLst>
          </p:nvPr>
        </p:nvSpPr>
        <p:spPr>
          <a:xfrm>
            <a:off x="8877300" y="4111942"/>
            <a:ext cx="2743200" cy="2295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企业落地，从我做起</a:t>
            </a:r>
            <a:endParaRPr sz="105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143000" y="2519334"/>
            <a:ext cx="1541707" cy="7677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54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54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143000" y="3431829"/>
            <a:ext cx="9134256" cy="9048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5400" b="1" spc="15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认知篇：理解</a:t>
            </a:r>
            <a:r>
              <a:rPr lang="en-US" altLang="zh-CN" sz="5400" b="1" spc="15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5400" b="1" spc="15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，看清未来</a:t>
            </a:r>
            <a:endParaRPr lang="zh-CN" altLang="en-US" sz="5400" b="1" spc="150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57200" y="409575"/>
            <a:ext cx="4572000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培训导航：从认知到行动</a:t>
            </a:r>
            <a:endParaRPr sz="3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任意多边形 2"/>
          <p:cNvSpPr/>
          <p:nvPr>
            <p:custDataLst>
              <p:tags r:id="rId2"/>
            </p:custDataLst>
          </p:nvPr>
        </p:nvSpPr>
        <p:spPr>
          <a:xfrm>
            <a:off x="461645" y="1242695"/>
            <a:ext cx="5514975" cy="2457450"/>
          </a:xfrm>
          <a:custGeom>
            <a:avLst/>
            <a:gdLst>
              <a:gd name="sw" fmla="*/ 1 w 8685"/>
              <a:gd name="sh" fmla="*/ 1 h 3870"/>
              <a:gd name="mins" fmla="min sw sh"/>
              <a:gd name="dsw" fmla="+- 0 sw mins"/>
              <a:gd name="dsh" fmla="+- 0 sh mins"/>
              <a:gd name="p0x0" fmla="*/ 240 w 8685"/>
              <a:gd name="p0y0" fmla="*/ 0 h 3870"/>
              <a:gd name="p0x1" fmla="*/ 8445 w 8685"/>
              <a:gd name="p0y1" fmla="*/ 0 h 3870"/>
              <a:gd name="p0x2" fmla="*/ 8577 w 8685"/>
              <a:gd name="p0y2" fmla="*/ 0 h 3870"/>
              <a:gd name="p0x3" fmla="*/ 8685 w 8685"/>
              <a:gd name="p0y3" fmla="*/ 107 h 3870"/>
              <a:gd name="p0x4" fmla="*/ 8685 w 8685"/>
              <a:gd name="p0y4" fmla="*/ 240 h 3870"/>
              <a:gd name="p0x5" fmla="*/ 8685 w 8685"/>
              <a:gd name="p0y5" fmla="*/ 3630 h 3870"/>
              <a:gd name="p0x6" fmla="*/ 8685 w 8685"/>
              <a:gd name="p0y6" fmla="*/ 3762 h 3870"/>
              <a:gd name="p0x7" fmla="*/ 8577 w 8685"/>
              <a:gd name="p0y7" fmla="*/ 3870 h 3870"/>
              <a:gd name="p0x8" fmla="*/ 8445 w 8685"/>
              <a:gd name="p0y8" fmla="*/ 3870 h 3870"/>
              <a:gd name="p0x9" fmla="*/ 240 w 8685"/>
              <a:gd name="p0y9" fmla="*/ 3870 h 3870"/>
              <a:gd name="p0x10" fmla="*/ 107 w 8685"/>
              <a:gd name="p0y10" fmla="*/ 3870 h 3870"/>
              <a:gd name="p0x11" fmla="*/ 0 w 8685"/>
              <a:gd name="p0y11" fmla="*/ 3762 h 3870"/>
              <a:gd name="p0x12" fmla="*/ 0 w 8685"/>
              <a:gd name="p0y12" fmla="*/ 3630 h 3870"/>
              <a:gd name="p0x13" fmla="*/ 0 w 8685"/>
              <a:gd name="p0y13" fmla="*/ 240 h 3870"/>
              <a:gd name="p0x14" fmla="*/ 0 w 8685"/>
              <a:gd name="p0y14" fmla="*/ 107 h 3870"/>
              <a:gd name="p0x15" fmla="*/ 107 w 8685"/>
              <a:gd name="p0y15" fmla="*/ 0 h 3870"/>
              <a:gd name="p0x16" fmla="*/ 240 w 8685"/>
              <a:gd name="p0y16" fmla="*/ 0 h 387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2E8F0"/>
            </a:solidFill>
            <a:prstDash val="solid"/>
          </a:ln>
          <a:effectLst>
            <a:outerShdw blurRad="285750" dist="38100" dir="5399999" algn="ctr" rotWithShape="0">
              <a:srgbClr val="1E3A8A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-2143" b="-2143"/>
          <a:stretch>
            <a:fillRect/>
          </a:stretch>
        </p:blipFill>
        <p:spPr>
          <a:xfrm>
            <a:off x="4829175" y="2524125"/>
            <a:ext cx="1333500" cy="1390650"/>
          </a:xfrm>
          <a:prstGeom prst="rect">
            <a:avLst/>
          </a:prstGeom>
        </p:spPr>
      </p:pic>
      <p:grpSp>
        <p:nvGrpSpPr>
          <p:cNvPr id="127" name="组合 126"/>
          <p:cNvGrpSpPr/>
          <p:nvPr/>
        </p:nvGrpSpPr>
        <p:grpSpPr>
          <a:xfrm>
            <a:off x="695325" y="1476375"/>
            <a:ext cx="5048250" cy="438150"/>
            <a:chOff x="1095" y="2325"/>
            <a:chExt cx="7950" cy="690"/>
          </a:xfrm>
        </p:grpSpPr>
        <p:sp>
          <p:nvSpPr>
            <p:cNvPr id="5" name="任意多边形 4"/>
            <p:cNvSpPr/>
            <p:nvPr>
              <p:custDataLst>
                <p:tags r:id="rId6"/>
              </p:custDataLst>
            </p:nvPr>
          </p:nvSpPr>
          <p:spPr>
            <a:xfrm>
              <a:off x="1095" y="2325"/>
              <a:ext cx="7950" cy="690"/>
            </a:xfrm>
            <a:custGeom>
              <a:avLst/>
              <a:gdLst>
                <a:gd name="sw" fmla="*/ 1 w 7950"/>
                <a:gd name="sh" fmla="*/ 1 h 690"/>
                <a:gd name="mins" fmla="min sw sh"/>
                <a:gd name="dsw" fmla="+- 0 sw mins"/>
                <a:gd name="dsh" fmla="+- 0 sh mins"/>
                <a:gd name="p0x0" fmla="*/ 0 w 7950"/>
                <a:gd name="p0y0" fmla="*/ 0 h 690"/>
                <a:gd name="p0x1" fmla="*/ 7950 w 7950"/>
                <a:gd name="p0y1" fmla="*/ 0 h 690"/>
                <a:gd name="p0x2" fmla="*/ 7950 w 7950"/>
                <a:gd name="p0y2" fmla="*/ 690 h 690"/>
                <a:gd name="p0x3" fmla="*/ 0 w 7950"/>
                <a:gd name="p0y3" fmla="*/ 690 h 690"/>
                <a:gd name="p0x4" fmla="*/ 0 w 7950"/>
                <a:gd name="p0y4" fmla="*/ 0 h 6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>
              <p:custDataLst>
                <p:tags r:id="rId7"/>
              </p:custDataLst>
            </p:nvPr>
          </p:nvSpPr>
          <p:spPr>
            <a:xfrm>
              <a:off x="1095" y="2985"/>
              <a:ext cx="7950" cy="30"/>
            </a:xfrm>
            <a:custGeom>
              <a:avLst/>
              <a:gdLst>
                <a:gd name="sw" fmla="*/ 1 w 7950"/>
                <a:gd name="sh" fmla="*/ 1 h 30"/>
                <a:gd name="mins" fmla="min sw sh"/>
                <a:gd name="dsw" fmla="+- 0 sw mins"/>
                <a:gd name="dsh" fmla="+- 0 sh mins"/>
                <a:gd name="p0x0" fmla="*/ 7950 w 7950"/>
                <a:gd name="p0y0" fmla="*/ 30 h 30"/>
                <a:gd name="p0x1" fmla="*/ 0 w 7950"/>
                <a:gd name="p0y1" fmla="*/ 30 h 30"/>
                <a:gd name="p0x2" fmla="*/ 0 w 7950"/>
                <a:gd name="p0y2" fmla="*/ 0 h 30"/>
                <a:gd name="p0x3" fmla="*/ 7950 w 7950"/>
                <a:gd name="p0y3" fmla="*/ 0 h 30"/>
                <a:gd name="p0x4" fmla="*/ 7950 w 7950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8" name="图片 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-8810" t="-3651" r="-8810" b="-3651"/>
          <a:stretch>
            <a:fillRect/>
          </a:stretch>
        </p:blipFill>
        <p:spPr>
          <a:xfrm>
            <a:off x="695325" y="1518920"/>
            <a:ext cx="156845" cy="21463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11"/>
            </p:custDataLst>
          </p:nvPr>
        </p:nvSpPr>
        <p:spPr>
          <a:xfrm>
            <a:off x="947738" y="1476375"/>
            <a:ext cx="1724025" cy="304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</a:t>
            </a:r>
            <a:r>
              <a:rPr lang="en-US" altLang="zh-CN"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认知篇</a:t>
            </a:r>
            <a:endParaRPr lang="zh-CN" altLang="en-US" sz="165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2"/>
            </p:custDataLst>
          </p:nvPr>
        </p:nvSpPr>
        <p:spPr>
          <a:xfrm>
            <a:off x="4686300" y="1533525"/>
            <a:ext cx="1190625" cy="190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50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</a:t>
            </a:r>
            <a:r>
              <a:rPr lang="en-US" altLang="zh-CN" sz="1050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050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，看清未来</a:t>
            </a:r>
            <a:endParaRPr lang="zh-CN" altLang="en-US" sz="1050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13"/>
            </p:custDataLst>
          </p:nvPr>
        </p:nvSpPr>
        <p:spPr>
          <a:xfrm>
            <a:off x="6214745" y="1242695"/>
            <a:ext cx="5514975" cy="2457450"/>
          </a:xfrm>
          <a:custGeom>
            <a:avLst/>
            <a:gdLst>
              <a:gd name="sw" fmla="*/ 1 w 8685"/>
              <a:gd name="sh" fmla="*/ 1 h 3870"/>
              <a:gd name="mins" fmla="min sw sh"/>
              <a:gd name="dsw" fmla="+- 0 sw mins"/>
              <a:gd name="dsh" fmla="+- 0 sh mins"/>
              <a:gd name="p0x0" fmla="*/ 240 w 8685"/>
              <a:gd name="p0y0" fmla="*/ 0 h 3870"/>
              <a:gd name="p0x1" fmla="*/ 8445 w 8685"/>
              <a:gd name="p0y1" fmla="*/ 0 h 3870"/>
              <a:gd name="p0x2" fmla="*/ 8577 w 8685"/>
              <a:gd name="p0y2" fmla="*/ 0 h 3870"/>
              <a:gd name="p0x3" fmla="*/ 8685 w 8685"/>
              <a:gd name="p0y3" fmla="*/ 107 h 3870"/>
              <a:gd name="p0x4" fmla="*/ 8685 w 8685"/>
              <a:gd name="p0y4" fmla="*/ 240 h 3870"/>
              <a:gd name="p0x5" fmla="*/ 8685 w 8685"/>
              <a:gd name="p0y5" fmla="*/ 3630 h 3870"/>
              <a:gd name="p0x6" fmla="*/ 8685 w 8685"/>
              <a:gd name="p0y6" fmla="*/ 3762 h 3870"/>
              <a:gd name="p0x7" fmla="*/ 8577 w 8685"/>
              <a:gd name="p0y7" fmla="*/ 3870 h 3870"/>
              <a:gd name="p0x8" fmla="*/ 8445 w 8685"/>
              <a:gd name="p0y8" fmla="*/ 3870 h 3870"/>
              <a:gd name="p0x9" fmla="*/ 240 w 8685"/>
              <a:gd name="p0y9" fmla="*/ 3870 h 3870"/>
              <a:gd name="p0x10" fmla="*/ 107 w 8685"/>
              <a:gd name="p0y10" fmla="*/ 3870 h 3870"/>
              <a:gd name="p0x11" fmla="*/ 0 w 8685"/>
              <a:gd name="p0y11" fmla="*/ 3762 h 3870"/>
              <a:gd name="p0x12" fmla="*/ 0 w 8685"/>
              <a:gd name="p0y12" fmla="*/ 3630 h 3870"/>
              <a:gd name="p0x13" fmla="*/ 0 w 8685"/>
              <a:gd name="p0y13" fmla="*/ 240 h 3870"/>
              <a:gd name="p0x14" fmla="*/ 0 w 8685"/>
              <a:gd name="p0y14" fmla="*/ 107 h 3870"/>
              <a:gd name="p0x15" fmla="*/ 107 w 8685"/>
              <a:gd name="p0y15" fmla="*/ 0 h 3870"/>
              <a:gd name="p0x16" fmla="*/ 240 w 8685"/>
              <a:gd name="p0y16" fmla="*/ 0 h 387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2E8F0"/>
            </a:solidFill>
            <a:prstDash val="solid"/>
          </a:ln>
          <a:effectLst>
            <a:outerShdw blurRad="285750" dist="38100" dir="5399999" algn="ctr" rotWithShape="0">
              <a:srgbClr val="1E3A8A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t="-2143" b="-2143"/>
          <a:stretch>
            <a:fillRect/>
          </a:stretch>
        </p:blipFill>
        <p:spPr>
          <a:xfrm>
            <a:off x="10582275" y="2524125"/>
            <a:ext cx="1333500" cy="1390650"/>
          </a:xfrm>
          <a:prstGeom prst="rect">
            <a:avLst/>
          </a:prstGeom>
        </p:spPr>
      </p:pic>
      <p:grpSp>
        <p:nvGrpSpPr>
          <p:cNvPr id="128" name="组合 127"/>
          <p:cNvGrpSpPr/>
          <p:nvPr/>
        </p:nvGrpSpPr>
        <p:grpSpPr>
          <a:xfrm>
            <a:off x="6448425" y="1476375"/>
            <a:ext cx="5048250" cy="438150"/>
            <a:chOff x="10155" y="2325"/>
            <a:chExt cx="7950" cy="690"/>
          </a:xfrm>
        </p:grpSpPr>
        <p:sp>
          <p:nvSpPr>
            <p:cNvPr id="36" name="任意多边形 35"/>
            <p:cNvSpPr/>
            <p:nvPr>
              <p:custDataLst>
                <p:tags r:id="rId17"/>
              </p:custDataLst>
            </p:nvPr>
          </p:nvSpPr>
          <p:spPr>
            <a:xfrm>
              <a:off x="10155" y="2325"/>
              <a:ext cx="7950" cy="690"/>
            </a:xfrm>
            <a:custGeom>
              <a:avLst/>
              <a:gdLst>
                <a:gd name="sw" fmla="*/ 1 w 7950"/>
                <a:gd name="sh" fmla="*/ 1 h 690"/>
                <a:gd name="mins" fmla="min sw sh"/>
                <a:gd name="dsw" fmla="+- 0 sw mins"/>
                <a:gd name="dsh" fmla="+- 0 sh mins"/>
                <a:gd name="p0x0" fmla="*/ 0 w 7950"/>
                <a:gd name="p0y0" fmla="*/ 0 h 690"/>
                <a:gd name="p0x1" fmla="*/ 7950 w 7950"/>
                <a:gd name="p0y1" fmla="*/ 0 h 690"/>
                <a:gd name="p0x2" fmla="*/ 7950 w 7950"/>
                <a:gd name="p0y2" fmla="*/ 690 h 690"/>
                <a:gd name="p0x3" fmla="*/ 0 w 7950"/>
                <a:gd name="p0y3" fmla="*/ 690 h 690"/>
                <a:gd name="p0x4" fmla="*/ 0 w 7950"/>
                <a:gd name="p0y4" fmla="*/ 0 h 6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任意多边形 36"/>
            <p:cNvSpPr/>
            <p:nvPr>
              <p:custDataLst>
                <p:tags r:id="rId18"/>
              </p:custDataLst>
            </p:nvPr>
          </p:nvSpPr>
          <p:spPr>
            <a:xfrm>
              <a:off x="10155" y="2985"/>
              <a:ext cx="7950" cy="30"/>
            </a:xfrm>
            <a:custGeom>
              <a:avLst/>
              <a:gdLst>
                <a:gd name="sw" fmla="*/ 1 w 7950"/>
                <a:gd name="sh" fmla="*/ 1 h 30"/>
                <a:gd name="mins" fmla="min sw sh"/>
                <a:gd name="dsw" fmla="+- 0 sw mins"/>
                <a:gd name="dsh" fmla="+- 0 sh mins"/>
                <a:gd name="p0x0" fmla="*/ 7950 w 7950"/>
                <a:gd name="p0y0" fmla="*/ 30 h 30"/>
                <a:gd name="p0x1" fmla="*/ 0 w 7950"/>
                <a:gd name="p0y1" fmla="*/ 30 h 30"/>
                <a:gd name="p0x2" fmla="*/ 0 w 7950"/>
                <a:gd name="p0y2" fmla="*/ 0 h 30"/>
                <a:gd name="p0x3" fmla="*/ 7950 w 7950"/>
                <a:gd name="p0y3" fmla="*/ 0 h 30"/>
                <a:gd name="p0x4" fmla="*/ 7950 w 7950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l="-2821" t="-3651" r="-2821" b="-3651"/>
          <a:stretch>
            <a:fillRect/>
          </a:stretch>
        </p:blipFill>
        <p:spPr>
          <a:xfrm>
            <a:off x="6448425" y="1518920"/>
            <a:ext cx="261620" cy="214630"/>
          </a:xfrm>
          <a:prstGeom prst="rect">
            <a:avLst/>
          </a:prstGeom>
        </p:spPr>
      </p:pic>
      <p:sp>
        <p:nvSpPr>
          <p:cNvPr id="40" name="文本框 39"/>
          <p:cNvSpPr txBox="1"/>
          <p:nvPr>
            <p:custDataLst>
              <p:tags r:id="rId22"/>
            </p:custDataLst>
          </p:nvPr>
        </p:nvSpPr>
        <p:spPr>
          <a:xfrm>
            <a:off x="6805613" y="1476375"/>
            <a:ext cx="1724025" cy="304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第二部分</a:t>
            </a:r>
            <a:r>
              <a:rPr lang="en-US" altLang="zh-CN"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技术篇</a:t>
            </a:r>
            <a:endParaRPr lang="zh-CN" altLang="en-US" sz="165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23"/>
            </p:custDataLst>
          </p:nvPr>
        </p:nvSpPr>
        <p:spPr>
          <a:xfrm>
            <a:off x="10296525" y="1533525"/>
            <a:ext cx="1333500" cy="190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拆解黑盒，掌握核心</a:t>
            </a:r>
            <a:endParaRPr sz="1050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任意多边形 64"/>
          <p:cNvSpPr/>
          <p:nvPr>
            <p:custDataLst>
              <p:tags r:id="rId24"/>
            </p:custDataLst>
          </p:nvPr>
        </p:nvSpPr>
        <p:spPr>
          <a:xfrm>
            <a:off x="461645" y="3938270"/>
            <a:ext cx="5514975" cy="2457450"/>
          </a:xfrm>
          <a:custGeom>
            <a:avLst/>
            <a:gdLst>
              <a:gd name="sw" fmla="*/ 1 w 8685"/>
              <a:gd name="sh" fmla="*/ 1 h 3870"/>
              <a:gd name="mins" fmla="min sw sh"/>
              <a:gd name="dsw" fmla="+- 0 sw mins"/>
              <a:gd name="dsh" fmla="+- 0 sh mins"/>
              <a:gd name="p0x0" fmla="*/ 240 w 8685"/>
              <a:gd name="p0y0" fmla="*/ 0 h 3870"/>
              <a:gd name="p0x1" fmla="*/ 8445 w 8685"/>
              <a:gd name="p0y1" fmla="*/ 0 h 3870"/>
              <a:gd name="p0x2" fmla="*/ 8577 w 8685"/>
              <a:gd name="p0y2" fmla="*/ 0 h 3870"/>
              <a:gd name="p0x3" fmla="*/ 8685 w 8685"/>
              <a:gd name="p0y3" fmla="*/ 107 h 3870"/>
              <a:gd name="p0x4" fmla="*/ 8685 w 8685"/>
              <a:gd name="p0y4" fmla="*/ 240 h 3870"/>
              <a:gd name="p0x5" fmla="*/ 8685 w 8685"/>
              <a:gd name="p0y5" fmla="*/ 3630 h 3870"/>
              <a:gd name="p0x6" fmla="*/ 8685 w 8685"/>
              <a:gd name="p0y6" fmla="*/ 3762 h 3870"/>
              <a:gd name="p0x7" fmla="*/ 8577 w 8685"/>
              <a:gd name="p0y7" fmla="*/ 3870 h 3870"/>
              <a:gd name="p0x8" fmla="*/ 8445 w 8685"/>
              <a:gd name="p0y8" fmla="*/ 3870 h 3870"/>
              <a:gd name="p0x9" fmla="*/ 240 w 8685"/>
              <a:gd name="p0y9" fmla="*/ 3870 h 3870"/>
              <a:gd name="p0x10" fmla="*/ 107 w 8685"/>
              <a:gd name="p0y10" fmla="*/ 3870 h 3870"/>
              <a:gd name="p0x11" fmla="*/ 0 w 8685"/>
              <a:gd name="p0y11" fmla="*/ 3762 h 3870"/>
              <a:gd name="p0x12" fmla="*/ 0 w 8685"/>
              <a:gd name="p0y12" fmla="*/ 3630 h 3870"/>
              <a:gd name="p0x13" fmla="*/ 0 w 8685"/>
              <a:gd name="p0y13" fmla="*/ 240 h 3870"/>
              <a:gd name="p0x14" fmla="*/ 0 w 8685"/>
              <a:gd name="p0y14" fmla="*/ 107 h 3870"/>
              <a:gd name="p0x15" fmla="*/ 107 w 8685"/>
              <a:gd name="p0y15" fmla="*/ 0 h 3870"/>
              <a:gd name="p0x16" fmla="*/ 240 w 8685"/>
              <a:gd name="p0y16" fmla="*/ 0 h 387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2E8F0"/>
            </a:solidFill>
            <a:prstDash val="solid"/>
          </a:ln>
          <a:effectLst>
            <a:outerShdw blurRad="285750" dist="38100" dir="5399999" algn="ctr" rotWithShape="0">
              <a:srgbClr val="1E3A8A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6" name="图片 65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t="-2143" b="-2143"/>
          <a:stretch>
            <a:fillRect/>
          </a:stretch>
        </p:blipFill>
        <p:spPr>
          <a:xfrm>
            <a:off x="4829175" y="5219700"/>
            <a:ext cx="1333500" cy="1390650"/>
          </a:xfrm>
          <a:prstGeom prst="rect">
            <a:avLst/>
          </a:prstGeom>
        </p:spPr>
      </p:pic>
      <p:grpSp>
        <p:nvGrpSpPr>
          <p:cNvPr id="129" name="组合 128"/>
          <p:cNvGrpSpPr/>
          <p:nvPr/>
        </p:nvGrpSpPr>
        <p:grpSpPr>
          <a:xfrm>
            <a:off x="695325" y="4171950"/>
            <a:ext cx="5048250" cy="438150"/>
            <a:chOff x="1095" y="6570"/>
            <a:chExt cx="7950" cy="690"/>
          </a:xfrm>
        </p:grpSpPr>
        <p:sp>
          <p:nvSpPr>
            <p:cNvPr id="67" name="任意多边形 66"/>
            <p:cNvSpPr/>
            <p:nvPr>
              <p:custDataLst>
                <p:tags r:id="rId28"/>
              </p:custDataLst>
            </p:nvPr>
          </p:nvSpPr>
          <p:spPr>
            <a:xfrm>
              <a:off x="1095" y="6570"/>
              <a:ext cx="7950" cy="690"/>
            </a:xfrm>
            <a:custGeom>
              <a:avLst/>
              <a:gdLst>
                <a:gd name="sw" fmla="*/ 1 w 7950"/>
                <a:gd name="sh" fmla="*/ 1 h 690"/>
                <a:gd name="mins" fmla="min sw sh"/>
                <a:gd name="dsw" fmla="+- 0 sw mins"/>
                <a:gd name="dsh" fmla="+- 0 sh mins"/>
                <a:gd name="p0x0" fmla="*/ 0 w 7950"/>
                <a:gd name="p0y0" fmla="*/ 0 h 690"/>
                <a:gd name="p0x1" fmla="*/ 7950 w 7950"/>
                <a:gd name="p0y1" fmla="*/ 0 h 690"/>
                <a:gd name="p0x2" fmla="*/ 7950 w 7950"/>
                <a:gd name="p0y2" fmla="*/ 690 h 690"/>
                <a:gd name="p0x3" fmla="*/ 0 w 7950"/>
                <a:gd name="p0y3" fmla="*/ 690 h 690"/>
                <a:gd name="p0x4" fmla="*/ 0 w 7950"/>
                <a:gd name="p0y4" fmla="*/ 0 h 6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8" name="任意多边形 67"/>
            <p:cNvSpPr/>
            <p:nvPr>
              <p:custDataLst>
                <p:tags r:id="rId29"/>
              </p:custDataLst>
            </p:nvPr>
          </p:nvSpPr>
          <p:spPr>
            <a:xfrm>
              <a:off x="1095" y="7230"/>
              <a:ext cx="7950" cy="30"/>
            </a:xfrm>
            <a:custGeom>
              <a:avLst/>
              <a:gdLst>
                <a:gd name="sw" fmla="*/ 1 w 7950"/>
                <a:gd name="sh" fmla="*/ 1 h 30"/>
                <a:gd name="mins" fmla="min sw sh"/>
                <a:gd name="dsw" fmla="+- 0 sw mins"/>
                <a:gd name="dsh" fmla="+- 0 sh mins"/>
                <a:gd name="p0x0" fmla="*/ 7950 w 7950"/>
                <a:gd name="p0y0" fmla="*/ 30 h 30"/>
                <a:gd name="p0x1" fmla="*/ 0 w 7950"/>
                <a:gd name="p0y1" fmla="*/ 30 h 30"/>
                <a:gd name="p0x2" fmla="*/ 0 w 7950"/>
                <a:gd name="p0y2" fmla="*/ 0 h 30"/>
                <a:gd name="p0x3" fmla="*/ 7950 w 7950"/>
                <a:gd name="p0y3" fmla="*/ 0 h 30"/>
                <a:gd name="p0x4" fmla="*/ 7950 w 7950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70" name="图片 69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695325" y="4214495"/>
            <a:ext cx="209550" cy="214630"/>
          </a:xfrm>
          <a:prstGeom prst="rect">
            <a:avLst/>
          </a:prstGeom>
        </p:spPr>
      </p:pic>
      <p:sp>
        <p:nvSpPr>
          <p:cNvPr id="71" name="文本框 70"/>
          <p:cNvSpPr txBox="1"/>
          <p:nvPr>
            <p:custDataLst>
              <p:tags r:id="rId33"/>
            </p:custDataLst>
          </p:nvPr>
        </p:nvSpPr>
        <p:spPr>
          <a:xfrm>
            <a:off x="1000125" y="4171950"/>
            <a:ext cx="1724025" cy="304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第三部分</a:t>
            </a:r>
            <a:r>
              <a:rPr lang="en-US" altLang="zh-CN"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实战篇</a:t>
            </a:r>
            <a:endParaRPr lang="zh-CN" altLang="en-US" sz="165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文本框 71"/>
          <p:cNvSpPr txBox="1"/>
          <p:nvPr>
            <p:custDataLst>
              <p:tags r:id="rId34"/>
            </p:custDataLst>
          </p:nvPr>
        </p:nvSpPr>
        <p:spPr>
          <a:xfrm>
            <a:off x="4543425" y="4229100"/>
            <a:ext cx="1333500" cy="190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工具上手，效能倍增</a:t>
            </a:r>
            <a:endParaRPr sz="1050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任意多边形 95"/>
          <p:cNvSpPr/>
          <p:nvPr>
            <p:custDataLst>
              <p:tags r:id="rId35"/>
            </p:custDataLst>
          </p:nvPr>
        </p:nvSpPr>
        <p:spPr>
          <a:xfrm>
            <a:off x="6214745" y="3938270"/>
            <a:ext cx="5514975" cy="2457450"/>
          </a:xfrm>
          <a:custGeom>
            <a:avLst/>
            <a:gdLst>
              <a:gd name="sw" fmla="*/ 1 w 8685"/>
              <a:gd name="sh" fmla="*/ 1 h 3870"/>
              <a:gd name="mins" fmla="min sw sh"/>
              <a:gd name="dsw" fmla="+- 0 sw mins"/>
              <a:gd name="dsh" fmla="+- 0 sh mins"/>
              <a:gd name="p0x0" fmla="*/ 240 w 8685"/>
              <a:gd name="p0y0" fmla="*/ 0 h 3870"/>
              <a:gd name="p0x1" fmla="*/ 8445 w 8685"/>
              <a:gd name="p0y1" fmla="*/ 0 h 3870"/>
              <a:gd name="p0x2" fmla="*/ 8577 w 8685"/>
              <a:gd name="p0y2" fmla="*/ 0 h 3870"/>
              <a:gd name="p0x3" fmla="*/ 8685 w 8685"/>
              <a:gd name="p0y3" fmla="*/ 107 h 3870"/>
              <a:gd name="p0x4" fmla="*/ 8685 w 8685"/>
              <a:gd name="p0y4" fmla="*/ 240 h 3870"/>
              <a:gd name="p0x5" fmla="*/ 8685 w 8685"/>
              <a:gd name="p0y5" fmla="*/ 3630 h 3870"/>
              <a:gd name="p0x6" fmla="*/ 8685 w 8685"/>
              <a:gd name="p0y6" fmla="*/ 3762 h 3870"/>
              <a:gd name="p0x7" fmla="*/ 8577 w 8685"/>
              <a:gd name="p0y7" fmla="*/ 3870 h 3870"/>
              <a:gd name="p0x8" fmla="*/ 8445 w 8685"/>
              <a:gd name="p0y8" fmla="*/ 3870 h 3870"/>
              <a:gd name="p0x9" fmla="*/ 240 w 8685"/>
              <a:gd name="p0y9" fmla="*/ 3870 h 3870"/>
              <a:gd name="p0x10" fmla="*/ 107 w 8685"/>
              <a:gd name="p0y10" fmla="*/ 3870 h 3870"/>
              <a:gd name="p0x11" fmla="*/ 0 w 8685"/>
              <a:gd name="p0y11" fmla="*/ 3762 h 3870"/>
              <a:gd name="p0x12" fmla="*/ 0 w 8685"/>
              <a:gd name="p0y12" fmla="*/ 3630 h 3870"/>
              <a:gd name="p0x13" fmla="*/ 0 w 8685"/>
              <a:gd name="p0y13" fmla="*/ 240 h 3870"/>
              <a:gd name="p0x14" fmla="*/ 0 w 8685"/>
              <a:gd name="p0y14" fmla="*/ 107 h 3870"/>
              <a:gd name="p0x15" fmla="*/ 107 w 8685"/>
              <a:gd name="p0y15" fmla="*/ 0 h 3870"/>
              <a:gd name="p0x16" fmla="*/ 240 w 8685"/>
              <a:gd name="p0y16" fmla="*/ 0 h 387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2E8F0"/>
            </a:solidFill>
            <a:prstDash val="solid"/>
          </a:ln>
          <a:effectLst>
            <a:outerShdw blurRad="285750" dist="38100" dir="5399999" algn="ctr" rotWithShape="0">
              <a:srgbClr val="1E3A8A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7" name="图片 96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 l="-219" t="-2143" r="-219" b="-2143"/>
          <a:stretch>
            <a:fillRect/>
          </a:stretch>
        </p:blipFill>
        <p:spPr>
          <a:xfrm>
            <a:off x="10748645" y="5219700"/>
            <a:ext cx="1167130" cy="1390650"/>
          </a:xfrm>
          <a:prstGeom prst="rect">
            <a:avLst/>
          </a:prstGeom>
        </p:spPr>
      </p:pic>
      <p:grpSp>
        <p:nvGrpSpPr>
          <p:cNvPr id="130" name="组合 129"/>
          <p:cNvGrpSpPr/>
          <p:nvPr/>
        </p:nvGrpSpPr>
        <p:grpSpPr>
          <a:xfrm>
            <a:off x="6448425" y="4171950"/>
            <a:ext cx="5048250" cy="438150"/>
            <a:chOff x="10155" y="6570"/>
            <a:chExt cx="7950" cy="690"/>
          </a:xfrm>
        </p:grpSpPr>
        <p:sp>
          <p:nvSpPr>
            <p:cNvPr id="98" name="任意多边形 97"/>
            <p:cNvSpPr/>
            <p:nvPr>
              <p:custDataLst>
                <p:tags r:id="rId39"/>
              </p:custDataLst>
            </p:nvPr>
          </p:nvSpPr>
          <p:spPr>
            <a:xfrm>
              <a:off x="10155" y="6570"/>
              <a:ext cx="7950" cy="690"/>
            </a:xfrm>
            <a:custGeom>
              <a:avLst/>
              <a:gdLst>
                <a:gd name="sw" fmla="*/ 1 w 7950"/>
                <a:gd name="sh" fmla="*/ 1 h 690"/>
                <a:gd name="mins" fmla="min sw sh"/>
                <a:gd name="dsw" fmla="+- 0 sw mins"/>
                <a:gd name="dsh" fmla="+- 0 sh mins"/>
                <a:gd name="p0x0" fmla="*/ 0 w 7950"/>
                <a:gd name="p0y0" fmla="*/ 0 h 690"/>
                <a:gd name="p0x1" fmla="*/ 7950 w 7950"/>
                <a:gd name="p0y1" fmla="*/ 0 h 690"/>
                <a:gd name="p0x2" fmla="*/ 7950 w 7950"/>
                <a:gd name="p0y2" fmla="*/ 690 h 690"/>
                <a:gd name="p0x3" fmla="*/ 0 w 7950"/>
                <a:gd name="p0y3" fmla="*/ 690 h 690"/>
                <a:gd name="p0x4" fmla="*/ 0 w 7950"/>
                <a:gd name="p0y4" fmla="*/ 0 h 6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9" name="任意多边形 98"/>
            <p:cNvSpPr/>
            <p:nvPr>
              <p:custDataLst>
                <p:tags r:id="rId40"/>
              </p:custDataLst>
            </p:nvPr>
          </p:nvSpPr>
          <p:spPr>
            <a:xfrm>
              <a:off x="10155" y="7230"/>
              <a:ext cx="7950" cy="30"/>
            </a:xfrm>
            <a:custGeom>
              <a:avLst/>
              <a:gdLst>
                <a:gd name="sw" fmla="*/ 1 w 7950"/>
                <a:gd name="sh" fmla="*/ 1 h 30"/>
                <a:gd name="mins" fmla="min sw sh"/>
                <a:gd name="dsw" fmla="+- 0 sw mins"/>
                <a:gd name="dsh" fmla="+- 0 sh mins"/>
                <a:gd name="p0x0" fmla="*/ 7950 w 7950"/>
                <a:gd name="p0y0" fmla="*/ 30 h 30"/>
                <a:gd name="p0x1" fmla="*/ 0 w 7950"/>
                <a:gd name="p0y1" fmla="*/ 30 h 30"/>
                <a:gd name="p0x2" fmla="*/ 0 w 7950"/>
                <a:gd name="p0y2" fmla="*/ 0 h 30"/>
                <a:gd name="p0x3" fmla="*/ 7950 w 7950"/>
                <a:gd name="p0y3" fmla="*/ 0 h 30"/>
                <a:gd name="p0x4" fmla="*/ 7950 w 7950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01" name="图片 100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 l="-7255" t="-3651" r="-7255" b="-3651"/>
          <a:stretch>
            <a:fillRect/>
          </a:stretch>
        </p:blipFill>
        <p:spPr>
          <a:xfrm>
            <a:off x="6448425" y="4214495"/>
            <a:ext cx="185420" cy="214630"/>
          </a:xfrm>
          <a:prstGeom prst="rect">
            <a:avLst/>
          </a:prstGeom>
        </p:spPr>
      </p:pic>
      <p:sp>
        <p:nvSpPr>
          <p:cNvPr id="102" name="文本框 101"/>
          <p:cNvSpPr txBox="1"/>
          <p:nvPr>
            <p:custDataLst>
              <p:tags r:id="rId44"/>
            </p:custDataLst>
          </p:nvPr>
        </p:nvSpPr>
        <p:spPr>
          <a:xfrm>
            <a:off x="6729413" y="4171950"/>
            <a:ext cx="1724025" cy="304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第四部分</a:t>
            </a:r>
            <a:r>
              <a:rPr lang="en-US" altLang="zh-CN"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行动篇</a:t>
            </a:r>
            <a:endParaRPr lang="zh-CN" altLang="en-US" sz="165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文本框 102"/>
          <p:cNvSpPr txBox="1"/>
          <p:nvPr>
            <p:custDataLst>
              <p:tags r:id="rId45"/>
            </p:custDataLst>
          </p:nvPr>
        </p:nvSpPr>
        <p:spPr>
          <a:xfrm>
            <a:off x="10296525" y="4229100"/>
            <a:ext cx="1333500" cy="190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企业落地，从我做起</a:t>
            </a:r>
            <a:endParaRPr sz="1050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46"/>
            </p:custDataLst>
          </p:nvPr>
        </p:nvSpPr>
        <p:spPr>
          <a:xfrm>
            <a:off x="699770" y="2071370"/>
            <a:ext cx="2438400" cy="1390650"/>
          </a:xfrm>
          <a:custGeom>
            <a:avLst/>
            <a:gdLst>
              <a:gd name="sw" fmla="*/ 1 w 3840"/>
              <a:gd name="sh" fmla="*/ 1 h 2190"/>
              <a:gd name="mins" fmla="min sw sh"/>
              <a:gd name="dsw" fmla="+- 0 sw mins"/>
              <a:gd name="dsh" fmla="+- 0 sh mins"/>
              <a:gd name="p0x0" fmla="*/ 150 w 3840"/>
              <a:gd name="p0y0" fmla="*/ 0 h 2190"/>
              <a:gd name="p0x1" fmla="*/ 3690 w 3840"/>
              <a:gd name="p0y1" fmla="*/ 0 h 2190"/>
              <a:gd name="p0x2" fmla="*/ 3772 w 3840"/>
              <a:gd name="p0y2" fmla="*/ 0 h 2190"/>
              <a:gd name="p0x3" fmla="*/ 3840 w 3840"/>
              <a:gd name="p0y3" fmla="*/ 67 h 2190"/>
              <a:gd name="p0x4" fmla="*/ 3840 w 3840"/>
              <a:gd name="p0y4" fmla="*/ 150 h 2190"/>
              <a:gd name="p0x5" fmla="*/ 3840 w 3840"/>
              <a:gd name="p0y5" fmla="*/ 2040 h 2190"/>
              <a:gd name="p0x6" fmla="*/ 3840 w 3840"/>
              <a:gd name="p0y6" fmla="*/ 2122 h 2190"/>
              <a:gd name="p0x7" fmla="*/ 3772 w 3840"/>
              <a:gd name="p0y7" fmla="*/ 2190 h 2190"/>
              <a:gd name="p0x8" fmla="*/ 3690 w 3840"/>
              <a:gd name="p0y8" fmla="*/ 2190 h 2190"/>
              <a:gd name="p0x9" fmla="*/ 150 w 3840"/>
              <a:gd name="p0y9" fmla="*/ 2190 h 2190"/>
              <a:gd name="p0x10" fmla="*/ 67 w 3840"/>
              <a:gd name="p0y10" fmla="*/ 2190 h 2190"/>
              <a:gd name="p0x11" fmla="*/ 0 w 3840"/>
              <a:gd name="p0y11" fmla="*/ 2122 h 2190"/>
              <a:gd name="p0x12" fmla="*/ 0 w 3840"/>
              <a:gd name="p0y12" fmla="*/ 2040 h 2190"/>
              <a:gd name="p0x13" fmla="*/ 0 w 3840"/>
              <a:gd name="p0y13" fmla="*/ 150 h 2190"/>
              <a:gd name="p0x14" fmla="*/ 0 w 3840"/>
              <a:gd name="p0y14" fmla="*/ 67 h 2190"/>
              <a:gd name="p0x15" fmla="*/ 67 w 3840"/>
              <a:gd name="p0y15" fmla="*/ 0 h 2190"/>
              <a:gd name="p0x16" fmla="*/ 150 w 3840"/>
              <a:gd name="p0y16" fmla="*/ 0 h 21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9FC"/>
          </a:solidFill>
          <a:ln w="9525" cmpd="sng">
            <a:solidFill>
              <a:srgbClr val="E2E8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47"/>
            </p:custDataLst>
          </p:nvPr>
        </p:nvSpPr>
        <p:spPr>
          <a:xfrm>
            <a:off x="857250" y="2206466"/>
            <a:ext cx="1452563" cy="2495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en-US" sz="127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sz="127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发展历程与现状</a:t>
            </a:r>
            <a:endParaRPr lang="zh-CN" sz="1275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48"/>
            </p:custDataLst>
          </p:nvPr>
        </p:nvSpPr>
        <p:spPr>
          <a:xfrm>
            <a:off x="2657475" y="2228850"/>
            <a:ext cx="323850" cy="190500"/>
          </a:xfrm>
          <a:custGeom>
            <a:avLst/>
            <a:gdLst>
              <a:gd name="sw" fmla="*/ 1 w 510"/>
              <a:gd name="sh" fmla="*/ 1 h 300"/>
              <a:gd name="mins" fmla="min sw sh"/>
              <a:gd name="dsw" fmla="+- 0 sw mins"/>
              <a:gd name="dsh" fmla="+- 0 sh mins"/>
              <a:gd name="p0x0" fmla="*/ 60 w 510"/>
              <a:gd name="p0y0" fmla="*/ 0 h 300"/>
              <a:gd name="p0x1" fmla="*/ 450 w 510"/>
              <a:gd name="p0y1" fmla="*/ 0 h 300"/>
              <a:gd name="p0x2" fmla="*/ 483 w 510"/>
              <a:gd name="p0y2" fmla="*/ 0 h 300"/>
              <a:gd name="p0x3" fmla="*/ 510 w 510"/>
              <a:gd name="p0y3" fmla="*/ 26 h 300"/>
              <a:gd name="p0x4" fmla="*/ 510 w 510"/>
              <a:gd name="p0y4" fmla="*/ 60 h 300"/>
              <a:gd name="p0x5" fmla="*/ 510 w 510"/>
              <a:gd name="p0y5" fmla="*/ 240 h 300"/>
              <a:gd name="p0x6" fmla="*/ 510 w 510"/>
              <a:gd name="p0y6" fmla="*/ 273 h 300"/>
              <a:gd name="p0x7" fmla="*/ 483 w 510"/>
              <a:gd name="p0y7" fmla="*/ 300 h 300"/>
              <a:gd name="p0x8" fmla="*/ 450 w 510"/>
              <a:gd name="p0y8" fmla="*/ 300 h 300"/>
              <a:gd name="p0x9" fmla="*/ 60 w 510"/>
              <a:gd name="p0y9" fmla="*/ 300 h 300"/>
              <a:gd name="p0x10" fmla="*/ 26 w 510"/>
              <a:gd name="p0y10" fmla="*/ 300 h 300"/>
              <a:gd name="p0x11" fmla="*/ 0 w 510"/>
              <a:gd name="p0y11" fmla="*/ 273 h 300"/>
              <a:gd name="p0x12" fmla="*/ 0 w 510"/>
              <a:gd name="p0y12" fmla="*/ 240 h 300"/>
              <a:gd name="p0x13" fmla="*/ 0 w 510"/>
              <a:gd name="p0y13" fmla="*/ 60 h 300"/>
              <a:gd name="p0x14" fmla="*/ 0 w 510"/>
              <a:gd name="p0y14" fmla="*/ 26 h 300"/>
              <a:gd name="p0x15" fmla="*/ 26 w 510"/>
              <a:gd name="p0y15" fmla="*/ 0 h 300"/>
              <a:gd name="p0x16" fmla="*/ 60 w 510"/>
              <a:gd name="p0y16" fmla="*/ 0 h 3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49"/>
            </p:custDataLst>
          </p:nvPr>
        </p:nvSpPr>
        <p:spPr>
          <a:xfrm>
            <a:off x="2714625" y="2247900"/>
            <a:ext cx="314325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基础</a:t>
            </a:r>
            <a:endParaRPr sz="8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50"/>
            </p:custDataLst>
          </p:nvPr>
        </p:nvSpPr>
        <p:spPr>
          <a:xfrm>
            <a:off x="857250" y="2500255"/>
            <a:ext cx="2124075" cy="6219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just">
              <a:lnSpc>
                <a:spcPct val="133000"/>
              </a:lnSpc>
            </a:pP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从图灵测试到</a:t>
            </a:r>
            <a:r>
              <a:rPr lang="en-US" alt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GPT-4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时代，系统梳理人工智能三次发展浪潮，理解大模型技术的演进逻辑与突破点。</a:t>
            </a:r>
            <a:endParaRPr lang="zh-CN" altLang="en-US"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51"/>
            </p:custDataLst>
          </p:nvPr>
        </p:nvSpPr>
        <p:spPr>
          <a:xfrm>
            <a:off x="857250" y="3204845"/>
            <a:ext cx="781050" cy="228600"/>
          </a:xfrm>
          <a:custGeom>
            <a:avLst/>
            <a:gdLst>
              <a:gd name="sw" fmla="*/ 1 w 1230"/>
              <a:gd name="sh" fmla="*/ 1 h 360"/>
              <a:gd name="mins" fmla="min sw sh"/>
              <a:gd name="dsw" fmla="+- 0 sw mins"/>
              <a:gd name="dsh" fmla="+- 0 sh mins"/>
              <a:gd name="p0x0" fmla="*/ 180 w 1230"/>
              <a:gd name="p0y0" fmla="*/ 0 h 360"/>
              <a:gd name="p0x1" fmla="*/ 1050 w 1230"/>
              <a:gd name="p0y1" fmla="*/ 0 h 360"/>
              <a:gd name="p0x2" fmla="*/ 1149 w 1230"/>
              <a:gd name="p0y2" fmla="*/ 0 h 360"/>
              <a:gd name="p0x3" fmla="*/ 1230 w 1230"/>
              <a:gd name="p0y3" fmla="*/ 80 h 360"/>
              <a:gd name="p0x4" fmla="*/ 1230 w 1230"/>
              <a:gd name="p0y4" fmla="*/ 180 h 360"/>
              <a:gd name="p0x5" fmla="*/ 1230 w 1230"/>
              <a:gd name="p0y5" fmla="*/ 279 h 360"/>
              <a:gd name="p0x6" fmla="*/ 1149 w 1230"/>
              <a:gd name="p0y6" fmla="*/ 360 h 360"/>
              <a:gd name="p0x7" fmla="*/ 1050 w 1230"/>
              <a:gd name="p0y7" fmla="*/ 360 h 360"/>
              <a:gd name="p0x8" fmla="*/ 180 w 1230"/>
              <a:gd name="p0y8" fmla="*/ 360 h 360"/>
              <a:gd name="p0x9" fmla="*/ 80 w 1230"/>
              <a:gd name="p0y9" fmla="*/ 360 h 360"/>
              <a:gd name="p0x10" fmla="*/ 0 w 1230"/>
              <a:gd name="p0y10" fmla="*/ 279 h 360"/>
              <a:gd name="p0x11" fmla="*/ 0 w 1230"/>
              <a:gd name="p0y11" fmla="*/ 180 h 360"/>
              <a:gd name="p0x12" fmla="*/ 0 w 1230"/>
              <a:gd name="p0y12" fmla="*/ 80 h 360"/>
              <a:gd name="p0x13" fmla="*/ 80 w 1230"/>
              <a:gd name="p0y13" fmla="*/ 0 h 360"/>
              <a:gd name="p0x14" fmla="*/ 180 w 1230"/>
              <a:gd name="p0y14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52"/>
            </p:custDataLst>
          </p:nvPr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 l="-3846" t="-7333" r="-3846" b="-7333"/>
          <a:stretch>
            <a:fillRect/>
          </a:stretch>
        </p:blipFill>
        <p:spPr>
          <a:xfrm>
            <a:off x="952500" y="3261995"/>
            <a:ext cx="133350" cy="10922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55"/>
            </p:custDataLst>
          </p:nvPr>
        </p:nvSpPr>
        <p:spPr>
          <a:xfrm>
            <a:off x="1123950" y="3243110"/>
            <a:ext cx="523875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82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技术演进</a:t>
            </a:r>
            <a:endParaRPr sz="825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56"/>
            </p:custDataLst>
          </p:nvPr>
        </p:nvSpPr>
        <p:spPr>
          <a:xfrm>
            <a:off x="1714500" y="3204845"/>
            <a:ext cx="766445" cy="228600"/>
          </a:xfrm>
          <a:custGeom>
            <a:avLst/>
            <a:gdLst>
              <a:gd name="sw" fmla="*/ 1 w 1207"/>
              <a:gd name="sh" fmla="*/ 1 h 360"/>
              <a:gd name="mins" fmla="min sw sh"/>
              <a:gd name="dsw" fmla="+- 0 sw mins"/>
              <a:gd name="dsh" fmla="+- 0 sh mins"/>
              <a:gd name="p0x0" fmla="*/ 180 w 1207"/>
              <a:gd name="p0y0" fmla="*/ 0 h 360"/>
              <a:gd name="p0x1" fmla="*/ 1027 w 1207"/>
              <a:gd name="p0y1" fmla="*/ 0 h 360"/>
              <a:gd name="p0x2" fmla="*/ 1126 w 1207"/>
              <a:gd name="p0y2" fmla="*/ 0 h 360"/>
              <a:gd name="p0x3" fmla="*/ 1207 w 1207"/>
              <a:gd name="p0y3" fmla="*/ 80 h 360"/>
              <a:gd name="p0x4" fmla="*/ 1207 w 1207"/>
              <a:gd name="p0y4" fmla="*/ 180 h 360"/>
              <a:gd name="p0x5" fmla="*/ 1207 w 1207"/>
              <a:gd name="p0y5" fmla="*/ 279 h 360"/>
              <a:gd name="p0x6" fmla="*/ 1126 w 1207"/>
              <a:gd name="p0y6" fmla="*/ 360 h 360"/>
              <a:gd name="p0x7" fmla="*/ 1027 w 1207"/>
              <a:gd name="p0y7" fmla="*/ 360 h 360"/>
              <a:gd name="p0x8" fmla="*/ 180 w 1207"/>
              <a:gd name="p0y8" fmla="*/ 360 h 360"/>
              <a:gd name="p0x9" fmla="*/ 80 w 1207"/>
              <a:gd name="p0y9" fmla="*/ 360 h 360"/>
              <a:gd name="p0x10" fmla="*/ 0 w 1207"/>
              <a:gd name="p0y10" fmla="*/ 279 h 360"/>
              <a:gd name="p0x11" fmla="*/ 0 w 1207"/>
              <a:gd name="p0y11" fmla="*/ 180 h 360"/>
              <a:gd name="p0x12" fmla="*/ 0 w 1207"/>
              <a:gd name="p0y12" fmla="*/ 80 h 360"/>
              <a:gd name="p0x13" fmla="*/ 80 w 1207"/>
              <a:gd name="p0y13" fmla="*/ 0 h 360"/>
              <a:gd name="p0x14" fmla="*/ 180 w 1207"/>
              <a:gd name="p0y14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CFF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57"/>
            </p:custDataLst>
          </p:nvPr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rcRect l="-12333" t="-7333" r="-12333" b="-7333"/>
          <a:stretch>
            <a:fillRect/>
          </a:stretch>
        </p:blipFill>
        <p:spPr>
          <a:xfrm>
            <a:off x="1809750" y="3261995"/>
            <a:ext cx="118745" cy="10922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60"/>
            </p:custDataLst>
          </p:nvPr>
        </p:nvSpPr>
        <p:spPr>
          <a:xfrm>
            <a:off x="1966913" y="3243110"/>
            <a:ext cx="523875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82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</a:rPr>
              <a:t>核心概念</a:t>
            </a:r>
            <a:endParaRPr sz="825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61"/>
            </p:custDataLst>
          </p:nvPr>
        </p:nvSpPr>
        <p:spPr>
          <a:xfrm>
            <a:off x="3300095" y="2071370"/>
            <a:ext cx="2438400" cy="1390650"/>
          </a:xfrm>
          <a:custGeom>
            <a:avLst/>
            <a:gdLst>
              <a:gd name="sw" fmla="*/ 1 w 3840"/>
              <a:gd name="sh" fmla="*/ 1 h 2190"/>
              <a:gd name="mins" fmla="min sw sh"/>
              <a:gd name="dsw" fmla="+- 0 sw mins"/>
              <a:gd name="dsh" fmla="+- 0 sh mins"/>
              <a:gd name="p0x0" fmla="*/ 150 w 3840"/>
              <a:gd name="p0y0" fmla="*/ 0 h 2190"/>
              <a:gd name="p0x1" fmla="*/ 3690 w 3840"/>
              <a:gd name="p0y1" fmla="*/ 0 h 2190"/>
              <a:gd name="p0x2" fmla="*/ 3772 w 3840"/>
              <a:gd name="p0y2" fmla="*/ 0 h 2190"/>
              <a:gd name="p0x3" fmla="*/ 3840 w 3840"/>
              <a:gd name="p0y3" fmla="*/ 67 h 2190"/>
              <a:gd name="p0x4" fmla="*/ 3840 w 3840"/>
              <a:gd name="p0y4" fmla="*/ 150 h 2190"/>
              <a:gd name="p0x5" fmla="*/ 3840 w 3840"/>
              <a:gd name="p0y5" fmla="*/ 2040 h 2190"/>
              <a:gd name="p0x6" fmla="*/ 3840 w 3840"/>
              <a:gd name="p0y6" fmla="*/ 2122 h 2190"/>
              <a:gd name="p0x7" fmla="*/ 3772 w 3840"/>
              <a:gd name="p0y7" fmla="*/ 2190 h 2190"/>
              <a:gd name="p0x8" fmla="*/ 3690 w 3840"/>
              <a:gd name="p0y8" fmla="*/ 2190 h 2190"/>
              <a:gd name="p0x9" fmla="*/ 150 w 3840"/>
              <a:gd name="p0y9" fmla="*/ 2190 h 2190"/>
              <a:gd name="p0x10" fmla="*/ 67 w 3840"/>
              <a:gd name="p0y10" fmla="*/ 2190 h 2190"/>
              <a:gd name="p0x11" fmla="*/ 0 w 3840"/>
              <a:gd name="p0y11" fmla="*/ 2122 h 2190"/>
              <a:gd name="p0x12" fmla="*/ 0 w 3840"/>
              <a:gd name="p0y12" fmla="*/ 2040 h 2190"/>
              <a:gd name="p0x13" fmla="*/ 0 w 3840"/>
              <a:gd name="p0y13" fmla="*/ 150 h 2190"/>
              <a:gd name="p0x14" fmla="*/ 0 w 3840"/>
              <a:gd name="p0y14" fmla="*/ 67 h 2190"/>
              <a:gd name="p0x15" fmla="*/ 67 w 3840"/>
              <a:gd name="p0y15" fmla="*/ 0 h 2190"/>
              <a:gd name="p0x16" fmla="*/ 150 w 3840"/>
              <a:gd name="p0y16" fmla="*/ 0 h 21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9FC"/>
          </a:solidFill>
          <a:ln w="9525" cmpd="sng">
            <a:solidFill>
              <a:srgbClr val="E2E8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62"/>
            </p:custDataLst>
          </p:nvPr>
        </p:nvSpPr>
        <p:spPr>
          <a:xfrm>
            <a:off x="3457575" y="2206466"/>
            <a:ext cx="1133475" cy="2495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sz="127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行业变革洞察</a:t>
            </a:r>
            <a:endParaRPr sz="1275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63"/>
            </p:custDataLst>
          </p:nvPr>
        </p:nvSpPr>
        <p:spPr>
          <a:xfrm>
            <a:off x="5257800" y="2228850"/>
            <a:ext cx="323850" cy="190500"/>
          </a:xfrm>
          <a:custGeom>
            <a:avLst/>
            <a:gdLst>
              <a:gd name="sw" fmla="*/ 1 w 510"/>
              <a:gd name="sh" fmla="*/ 1 h 300"/>
              <a:gd name="mins" fmla="min sw sh"/>
              <a:gd name="dsw" fmla="+- 0 sw mins"/>
              <a:gd name="dsh" fmla="+- 0 sh mins"/>
              <a:gd name="p0x0" fmla="*/ 60 w 510"/>
              <a:gd name="p0y0" fmla="*/ 0 h 300"/>
              <a:gd name="p0x1" fmla="*/ 450 w 510"/>
              <a:gd name="p0y1" fmla="*/ 0 h 300"/>
              <a:gd name="p0x2" fmla="*/ 483 w 510"/>
              <a:gd name="p0y2" fmla="*/ 0 h 300"/>
              <a:gd name="p0x3" fmla="*/ 510 w 510"/>
              <a:gd name="p0y3" fmla="*/ 26 h 300"/>
              <a:gd name="p0x4" fmla="*/ 510 w 510"/>
              <a:gd name="p0y4" fmla="*/ 60 h 300"/>
              <a:gd name="p0x5" fmla="*/ 510 w 510"/>
              <a:gd name="p0y5" fmla="*/ 240 h 300"/>
              <a:gd name="p0x6" fmla="*/ 510 w 510"/>
              <a:gd name="p0y6" fmla="*/ 273 h 300"/>
              <a:gd name="p0x7" fmla="*/ 483 w 510"/>
              <a:gd name="p0y7" fmla="*/ 300 h 300"/>
              <a:gd name="p0x8" fmla="*/ 450 w 510"/>
              <a:gd name="p0y8" fmla="*/ 300 h 300"/>
              <a:gd name="p0x9" fmla="*/ 60 w 510"/>
              <a:gd name="p0y9" fmla="*/ 300 h 300"/>
              <a:gd name="p0x10" fmla="*/ 26 w 510"/>
              <a:gd name="p0y10" fmla="*/ 300 h 300"/>
              <a:gd name="p0x11" fmla="*/ 0 w 510"/>
              <a:gd name="p0y11" fmla="*/ 273 h 300"/>
              <a:gd name="p0x12" fmla="*/ 0 w 510"/>
              <a:gd name="p0y12" fmla="*/ 240 h 300"/>
              <a:gd name="p0x13" fmla="*/ 0 w 510"/>
              <a:gd name="p0y13" fmla="*/ 60 h 300"/>
              <a:gd name="p0x14" fmla="*/ 0 w 510"/>
              <a:gd name="p0y14" fmla="*/ 26 h 300"/>
              <a:gd name="p0x15" fmla="*/ 26 w 510"/>
              <a:gd name="p0y15" fmla="*/ 0 h 300"/>
              <a:gd name="p0x16" fmla="*/ 60 w 510"/>
              <a:gd name="p0y16" fmla="*/ 0 h 3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64"/>
            </p:custDataLst>
          </p:nvPr>
        </p:nvSpPr>
        <p:spPr>
          <a:xfrm>
            <a:off x="5314950" y="2247900"/>
            <a:ext cx="314325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趋势</a:t>
            </a:r>
            <a:endParaRPr sz="8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65"/>
            </p:custDataLst>
          </p:nvPr>
        </p:nvSpPr>
        <p:spPr>
          <a:xfrm>
            <a:off x="3457575" y="2500255"/>
            <a:ext cx="2124075" cy="6219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just">
              <a:lnSpc>
                <a:spcPct val="133000"/>
              </a:lnSpc>
            </a:pP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深度解析</a:t>
            </a:r>
            <a:r>
              <a:rPr lang="en-US" alt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如何重塑商业生态与职业格局，识别高替代风险岗位与新兴机遇，建立战略认知框架。</a:t>
            </a:r>
            <a:endParaRPr lang="zh-CN" altLang="en-US"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66"/>
            </p:custDataLst>
          </p:nvPr>
        </p:nvSpPr>
        <p:spPr>
          <a:xfrm>
            <a:off x="3457575" y="3204845"/>
            <a:ext cx="752475" cy="228600"/>
          </a:xfrm>
          <a:custGeom>
            <a:avLst/>
            <a:gdLst>
              <a:gd name="sw" fmla="*/ 1 w 1185"/>
              <a:gd name="sh" fmla="*/ 1 h 360"/>
              <a:gd name="mins" fmla="min sw sh"/>
              <a:gd name="dsw" fmla="+- 0 sw mins"/>
              <a:gd name="dsh" fmla="+- 0 sh mins"/>
              <a:gd name="p0x0" fmla="*/ 180 w 1185"/>
              <a:gd name="p0y0" fmla="*/ 0 h 360"/>
              <a:gd name="p0x1" fmla="*/ 1005 w 1185"/>
              <a:gd name="p0y1" fmla="*/ 0 h 360"/>
              <a:gd name="p0x2" fmla="*/ 1104 w 1185"/>
              <a:gd name="p0y2" fmla="*/ 0 h 360"/>
              <a:gd name="p0x3" fmla="*/ 1185 w 1185"/>
              <a:gd name="p0y3" fmla="*/ 80 h 360"/>
              <a:gd name="p0x4" fmla="*/ 1185 w 1185"/>
              <a:gd name="p0y4" fmla="*/ 180 h 360"/>
              <a:gd name="p0x5" fmla="*/ 1185 w 1185"/>
              <a:gd name="p0y5" fmla="*/ 279 h 360"/>
              <a:gd name="p0x6" fmla="*/ 1104 w 1185"/>
              <a:gd name="p0y6" fmla="*/ 360 h 360"/>
              <a:gd name="p0x7" fmla="*/ 1005 w 1185"/>
              <a:gd name="p0y7" fmla="*/ 360 h 360"/>
              <a:gd name="p0x8" fmla="*/ 180 w 1185"/>
              <a:gd name="p0y8" fmla="*/ 360 h 360"/>
              <a:gd name="p0x9" fmla="*/ 80 w 1185"/>
              <a:gd name="p0y9" fmla="*/ 360 h 360"/>
              <a:gd name="p0x10" fmla="*/ 0 w 1185"/>
              <a:gd name="p0y10" fmla="*/ 279 h 360"/>
              <a:gd name="p0x11" fmla="*/ 0 w 1185"/>
              <a:gd name="p0y11" fmla="*/ 180 h 360"/>
              <a:gd name="p0x12" fmla="*/ 0 w 1185"/>
              <a:gd name="p0y12" fmla="*/ 80 h 360"/>
              <a:gd name="p0x13" fmla="*/ 80 w 1185"/>
              <a:gd name="p0y13" fmla="*/ 0 h 360"/>
              <a:gd name="p0x14" fmla="*/ 180 w 1185"/>
              <a:gd name="p0y14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67"/>
            </p:custDataLst>
          </p:nvPr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rcRect l="-5000" t="-13704" r="-5000" b="-13704"/>
          <a:stretch>
            <a:fillRect/>
          </a:stretch>
        </p:blipFill>
        <p:spPr>
          <a:xfrm>
            <a:off x="3552825" y="3261995"/>
            <a:ext cx="104775" cy="109220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70"/>
            </p:custDataLst>
          </p:nvPr>
        </p:nvSpPr>
        <p:spPr>
          <a:xfrm>
            <a:off x="3695700" y="3243110"/>
            <a:ext cx="523875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82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市场分析</a:t>
            </a:r>
            <a:endParaRPr sz="825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71"/>
            </p:custDataLst>
          </p:nvPr>
        </p:nvSpPr>
        <p:spPr>
          <a:xfrm>
            <a:off x="4286250" y="3204845"/>
            <a:ext cx="752475" cy="228600"/>
          </a:xfrm>
          <a:custGeom>
            <a:avLst/>
            <a:gdLst>
              <a:gd name="sw" fmla="*/ 1 w 1185"/>
              <a:gd name="sh" fmla="*/ 1 h 360"/>
              <a:gd name="mins" fmla="min sw sh"/>
              <a:gd name="dsw" fmla="+- 0 sw mins"/>
              <a:gd name="dsh" fmla="+- 0 sh mins"/>
              <a:gd name="p0x0" fmla="*/ 180 w 1185"/>
              <a:gd name="p0y0" fmla="*/ 0 h 360"/>
              <a:gd name="p0x1" fmla="*/ 1005 w 1185"/>
              <a:gd name="p0y1" fmla="*/ 0 h 360"/>
              <a:gd name="p0x2" fmla="*/ 1104 w 1185"/>
              <a:gd name="p0y2" fmla="*/ 0 h 360"/>
              <a:gd name="p0x3" fmla="*/ 1185 w 1185"/>
              <a:gd name="p0y3" fmla="*/ 80 h 360"/>
              <a:gd name="p0x4" fmla="*/ 1185 w 1185"/>
              <a:gd name="p0y4" fmla="*/ 180 h 360"/>
              <a:gd name="p0x5" fmla="*/ 1185 w 1185"/>
              <a:gd name="p0y5" fmla="*/ 279 h 360"/>
              <a:gd name="p0x6" fmla="*/ 1104 w 1185"/>
              <a:gd name="p0y6" fmla="*/ 360 h 360"/>
              <a:gd name="p0x7" fmla="*/ 1005 w 1185"/>
              <a:gd name="p0y7" fmla="*/ 360 h 360"/>
              <a:gd name="p0x8" fmla="*/ 180 w 1185"/>
              <a:gd name="p0y8" fmla="*/ 360 h 360"/>
              <a:gd name="p0x9" fmla="*/ 80 w 1185"/>
              <a:gd name="p0y9" fmla="*/ 360 h 360"/>
              <a:gd name="p0x10" fmla="*/ 0 w 1185"/>
              <a:gd name="p0y10" fmla="*/ 279 h 360"/>
              <a:gd name="p0x11" fmla="*/ 0 w 1185"/>
              <a:gd name="p0y11" fmla="*/ 180 h 360"/>
              <a:gd name="p0x12" fmla="*/ 0 w 1185"/>
              <a:gd name="p0y12" fmla="*/ 80 h 360"/>
              <a:gd name="p0x13" fmla="*/ 80 w 1185"/>
              <a:gd name="p0y13" fmla="*/ 0 h 360"/>
              <a:gd name="p0x14" fmla="*/ 180 w 1185"/>
              <a:gd name="p0y14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CFF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72"/>
            </p:custDataLst>
          </p:nvPr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rcRect l="-5000" t="-7333" r="-5000" b="-7333"/>
          <a:stretch>
            <a:fillRect/>
          </a:stretch>
        </p:blipFill>
        <p:spPr>
          <a:xfrm>
            <a:off x="4381500" y="3261995"/>
            <a:ext cx="104775" cy="109220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75"/>
            </p:custDataLst>
          </p:nvPr>
        </p:nvSpPr>
        <p:spPr>
          <a:xfrm>
            <a:off x="4524375" y="3243110"/>
            <a:ext cx="523875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82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</a:rPr>
              <a:t>职业转型</a:t>
            </a:r>
            <a:endParaRPr sz="825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任意多边形 41"/>
          <p:cNvSpPr/>
          <p:nvPr>
            <p:custDataLst>
              <p:tags r:id="rId76"/>
            </p:custDataLst>
          </p:nvPr>
        </p:nvSpPr>
        <p:spPr>
          <a:xfrm>
            <a:off x="6452870" y="2071370"/>
            <a:ext cx="2438400" cy="1390650"/>
          </a:xfrm>
          <a:custGeom>
            <a:avLst/>
            <a:gdLst>
              <a:gd name="sw" fmla="*/ 1 w 3840"/>
              <a:gd name="sh" fmla="*/ 1 h 2190"/>
              <a:gd name="mins" fmla="min sw sh"/>
              <a:gd name="dsw" fmla="+- 0 sw mins"/>
              <a:gd name="dsh" fmla="+- 0 sh mins"/>
              <a:gd name="p0x0" fmla="*/ 150 w 3840"/>
              <a:gd name="p0y0" fmla="*/ 0 h 2190"/>
              <a:gd name="p0x1" fmla="*/ 3690 w 3840"/>
              <a:gd name="p0y1" fmla="*/ 0 h 2190"/>
              <a:gd name="p0x2" fmla="*/ 3772 w 3840"/>
              <a:gd name="p0y2" fmla="*/ 0 h 2190"/>
              <a:gd name="p0x3" fmla="*/ 3840 w 3840"/>
              <a:gd name="p0y3" fmla="*/ 67 h 2190"/>
              <a:gd name="p0x4" fmla="*/ 3840 w 3840"/>
              <a:gd name="p0y4" fmla="*/ 150 h 2190"/>
              <a:gd name="p0x5" fmla="*/ 3840 w 3840"/>
              <a:gd name="p0y5" fmla="*/ 2040 h 2190"/>
              <a:gd name="p0x6" fmla="*/ 3840 w 3840"/>
              <a:gd name="p0y6" fmla="*/ 2122 h 2190"/>
              <a:gd name="p0x7" fmla="*/ 3772 w 3840"/>
              <a:gd name="p0y7" fmla="*/ 2190 h 2190"/>
              <a:gd name="p0x8" fmla="*/ 3690 w 3840"/>
              <a:gd name="p0y8" fmla="*/ 2190 h 2190"/>
              <a:gd name="p0x9" fmla="*/ 150 w 3840"/>
              <a:gd name="p0y9" fmla="*/ 2190 h 2190"/>
              <a:gd name="p0x10" fmla="*/ 67 w 3840"/>
              <a:gd name="p0y10" fmla="*/ 2190 h 2190"/>
              <a:gd name="p0x11" fmla="*/ 0 w 3840"/>
              <a:gd name="p0y11" fmla="*/ 2122 h 2190"/>
              <a:gd name="p0x12" fmla="*/ 0 w 3840"/>
              <a:gd name="p0y12" fmla="*/ 2040 h 2190"/>
              <a:gd name="p0x13" fmla="*/ 0 w 3840"/>
              <a:gd name="p0y13" fmla="*/ 150 h 2190"/>
              <a:gd name="p0x14" fmla="*/ 0 w 3840"/>
              <a:gd name="p0y14" fmla="*/ 67 h 2190"/>
              <a:gd name="p0x15" fmla="*/ 67 w 3840"/>
              <a:gd name="p0y15" fmla="*/ 0 h 2190"/>
              <a:gd name="p0x16" fmla="*/ 150 w 3840"/>
              <a:gd name="p0y16" fmla="*/ 0 h 21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9FC"/>
          </a:solidFill>
          <a:ln w="9525" cmpd="sng">
            <a:solidFill>
              <a:srgbClr val="E2E8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77"/>
            </p:custDataLst>
          </p:nvPr>
        </p:nvSpPr>
        <p:spPr>
          <a:xfrm>
            <a:off x="6610350" y="2206466"/>
            <a:ext cx="1295400" cy="2495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sz="127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大模型核心技术</a:t>
            </a:r>
            <a:endParaRPr sz="1275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78"/>
            </p:custDataLst>
          </p:nvPr>
        </p:nvSpPr>
        <p:spPr>
          <a:xfrm>
            <a:off x="8410575" y="2228850"/>
            <a:ext cx="323850" cy="190500"/>
          </a:xfrm>
          <a:custGeom>
            <a:avLst/>
            <a:gdLst>
              <a:gd name="sw" fmla="*/ 1 w 510"/>
              <a:gd name="sh" fmla="*/ 1 h 300"/>
              <a:gd name="mins" fmla="min sw sh"/>
              <a:gd name="dsw" fmla="+- 0 sw mins"/>
              <a:gd name="dsh" fmla="+- 0 sh mins"/>
              <a:gd name="p0x0" fmla="*/ 60 w 510"/>
              <a:gd name="p0y0" fmla="*/ 0 h 300"/>
              <a:gd name="p0x1" fmla="*/ 450 w 510"/>
              <a:gd name="p0y1" fmla="*/ 0 h 300"/>
              <a:gd name="p0x2" fmla="*/ 483 w 510"/>
              <a:gd name="p0y2" fmla="*/ 0 h 300"/>
              <a:gd name="p0x3" fmla="*/ 510 w 510"/>
              <a:gd name="p0y3" fmla="*/ 26 h 300"/>
              <a:gd name="p0x4" fmla="*/ 510 w 510"/>
              <a:gd name="p0y4" fmla="*/ 60 h 300"/>
              <a:gd name="p0x5" fmla="*/ 510 w 510"/>
              <a:gd name="p0y5" fmla="*/ 240 h 300"/>
              <a:gd name="p0x6" fmla="*/ 510 w 510"/>
              <a:gd name="p0y6" fmla="*/ 273 h 300"/>
              <a:gd name="p0x7" fmla="*/ 483 w 510"/>
              <a:gd name="p0y7" fmla="*/ 300 h 300"/>
              <a:gd name="p0x8" fmla="*/ 450 w 510"/>
              <a:gd name="p0y8" fmla="*/ 300 h 300"/>
              <a:gd name="p0x9" fmla="*/ 60 w 510"/>
              <a:gd name="p0y9" fmla="*/ 300 h 300"/>
              <a:gd name="p0x10" fmla="*/ 26 w 510"/>
              <a:gd name="p0y10" fmla="*/ 300 h 300"/>
              <a:gd name="p0x11" fmla="*/ 0 w 510"/>
              <a:gd name="p0y11" fmla="*/ 273 h 300"/>
              <a:gd name="p0x12" fmla="*/ 0 w 510"/>
              <a:gd name="p0y12" fmla="*/ 240 h 300"/>
              <a:gd name="p0x13" fmla="*/ 0 w 510"/>
              <a:gd name="p0y13" fmla="*/ 60 h 300"/>
              <a:gd name="p0x14" fmla="*/ 0 w 510"/>
              <a:gd name="p0y14" fmla="*/ 26 h 300"/>
              <a:gd name="p0x15" fmla="*/ 26 w 510"/>
              <a:gd name="p0y15" fmla="*/ 0 h 300"/>
              <a:gd name="p0x16" fmla="*/ 60 w 510"/>
              <a:gd name="p0y16" fmla="*/ 0 h 3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79"/>
            </p:custDataLst>
          </p:nvPr>
        </p:nvSpPr>
        <p:spPr>
          <a:xfrm>
            <a:off x="8467725" y="2247900"/>
            <a:ext cx="314325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原理</a:t>
            </a:r>
            <a:endParaRPr sz="8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80"/>
            </p:custDataLst>
          </p:nvPr>
        </p:nvSpPr>
        <p:spPr>
          <a:xfrm>
            <a:off x="6610350" y="2500255"/>
            <a:ext cx="2124075" cy="6219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just">
              <a:lnSpc>
                <a:spcPct val="133000"/>
              </a:lnSpc>
            </a:pP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深入理解</a:t>
            </a:r>
            <a:r>
              <a:rPr lang="en-US" alt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Transformer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架构、注意力机制与</a:t>
            </a:r>
            <a:r>
              <a:rPr lang="en-US" alt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Scaling Law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，掌握参数规模与模型能力涌现的关系逻辑。</a:t>
            </a:r>
            <a:endParaRPr lang="zh-CN" altLang="en-US"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任意多边形 46"/>
          <p:cNvSpPr/>
          <p:nvPr>
            <p:custDataLst>
              <p:tags r:id="rId81"/>
            </p:custDataLst>
          </p:nvPr>
        </p:nvSpPr>
        <p:spPr>
          <a:xfrm>
            <a:off x="6610350" y="3204845"/>
            <a:ext cx="781050" cy="228600"/>
          </a:xfrm>
          <a:custGeom>
            <a:avLst/>
            <a:gdLst>
              <a:gd name="sw" fmla="*/ 1 w 1230"/>
              <a:gd name="sh" fmla="*/ 1 h 360"/>
              <a:gd name="mins" fmla="min sw sh"/>
              <a:gd name="dsw" fmla="+- 0 sw mins"/>
              <a:gd name="dsh" fmla="+- 0 sh mins"/>
              <a:gd name="p0x0" fmla="*/ 180 w 1230"/>
              <a:gd name="p0y0" fmla="*/ 0 h 360"/>
              <a:gd name="p0x1" fmla="*/ 1050 w 1230"/>
              <a:gd name="p0y1" fmla="*/ 0 h 360"/>
              <a:gd name="p0x2" fmla="*/ 1149 w 1230"/>
              <a:gd name="p0y2" fmla="*/ 0 h 360"/>
              <a:gd name="p0x3" fmla="*/ 1230 w 1230"/>
              <a:gd name="p0y3" fmla="*/ 80 h 360"/>
              <a:gd name="p0x4" fmla="*/ 1230 w 1230"/>
              <a:gd name="p0y4" fmla="*/ 180 h 360"/>
              <a:gd name="p0x5" fmla="*/ 1230 w 1230"/>
              <a:gd name="p0y5" fmla="*/ 279 h 360"/>
              <a:gd name="p0x6" fmla="*/ 1149 w 1230"/>
              <a:gd name="p0y6" fmla="*/ 360 h 360"/>
              <a:gd name="p0x7" fmla="*/ 1050 w 1230"/>
              <a:gd name="p0y7" fmla="*/ 360 h 360"/>
              <a:gd name="p0x8" fmla="*/ 180 w 1230"/>
              <a:gd name="p0y8" fmla="*/ 360 h 360"/>
              <a:gd name="p0x9" fmla="*/ 80 w 1230"/>
              <a:gd name="p0y9" fmla="*/ 360 h 360"/>
              <a:gd name="p0x10" fmla="*/ 0 w 1230"/>
              <a:gd name="p0y10" fmla="*/ 279 h 360"/>
              <a:gd name="p0x11" fmla="*/ 0 w 1230"/>
              <a:gd name="p0y11" fmla="*/ 180 h 360"/>
              <a:gd name="p0x12" fmla="*/ 0 w 1230"/>
              <a:gd name="p0y12" fmla="*/ 80 h 360"/>
              <a:gd name="p0x13" fmla="*/ 80 w 1230"/>
              <a:gd name="p0y13" fmla="*/ 0 h 360"/>
              <a:gd name="p0x14" fmla="*/ 180 w 1230"/>
              <a:gd name="p0y14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8" name="图片 47"/>
          <p:cNvPicPr>
            <a:picLocks noChangeAspect="1"/>
          </p:cNvPicPr>
          <p:nvPr>
            <p:custDataLst>
              <p:tags r:id="rId82"/>
            </p:custDataLst>
          </p:nvPr>
        </p:nvPicPr>
        <p:blipFill>
          <a:blip r:embed="rId83"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rcRect l="-3846" t="-7333" r="-3846" b="-7333"/>
          <a:stretch>
            <a:fillRect/>
          </a:stretch>
        </p:blipFill>
        <p:spPr>
          <a:xfrm>
            <a:off x="6705600" y="3261995"/>
            <a:ext cx="133350" cy="109220"/>
          </a:xfrm>
          <a:prstGeom prst="rect">
            <a:avLst/>
          </a:prstGeom>
        </p:spPr>
      </p:pic>
      <p:sp>
        <p:nvSpPr>
          <p:cNvPr id="49" name="文本框 48"/>
          <p:cNvSpPr txBox="1"/>
          <p:nvPr>
            <p:custDataLst>
              <p:tags r:id="rId85"/>
            </p:custDataLst>
          </p:nvPr>
        </p:nvSpPr>
        <p:spPr>
          <a:xfrm>
            <a:off x="6877050" y="3243110"/>
            <a:ext cx="523875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82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架构解析</a:t>
            </a:r>
            <a:endParaRPr sz="825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任意多边形 49"/>
          <p:cNvSpPr/>
          <p:nvPr>
            <p:custDataLst>
              <p:tags r:id="rId86"/>
            </p:custDataLst>
          </p:nvPr>
        </p:nvSpPr>
        <p:spPr>
          <a:xfrm>
            <a:off x="7467600" y="3204845"/>
            <a:ext cx="737870" cy="228600"/>
          </a:xfrm>
          <a:custGeom>
            <a:avLst/>
            <a:gdLst>
              <a:gd name="sw" fmla="*/ 1 w 1162"/>
              <a:gd name="sh" fmla="*/ 1 h 360"/>
              <a:gd name="mins" fmla="min sw sh"/>
              <a:gd name="dsw" fmla="+- 0 sw mins"/>
              <a:gd name="dsh" fmla="+- 0 sh mins"/>
              <a:gd name="p0x0" fmla="*/ 180 w 1162"/>
              <a:gd name="p0y0" fmla="*/ 0 h 360"/>
              <a:gd name="p0x1" fmla="*/ 982 w 1162"/>
              <a:gd name="p0y1" fmla="*/ 0 h 360"/>
              <a:gd name="p0x2" fmla="*/ 1081 w 1162"/>
              <a:gd name="p0y2" fmla="*/ 0 h 360"/>
              <a:gd name="p0x3" fmla="*/ 1162 w 1162"/>
              <a:gd name="p0y3" fmla="*/ 80 h 360"/>
              <a:gd name="p0x4" fmla="*/ 1162 w 1162"/>
              <a:gd name="p0y4" fmla="*/ 180 h 360"/>
              <a:gd name="p0x5" fmla="*/ 1162 w 1162"/>
              <a:gd name="p0y5" fmla="*/ 279 h 360"/>
              <a:gd name="p0x6" fmla="*/ 1081 w 1162"/>
              <a:gd name="p0y6" fmla="*/ 360 h 360"/>
              <a:gd name="p0x7" fmla="*/ 982 w 1162"/>
              <a:gd name="p0y7" fmla="*/ 360 h 360"/>
              <a:gd name="p0x8" fmla="*/ 180 w 1162"/>
              <a:gd name="p0y8" fmla="*/ 360 h 360"/>
              <a:gd name="p0x9" fmla="*/ 80 w 1162"/>
              <a:gd name="p0y9" fmla="*/ 360 h 360"/>
              <a:gd name="p0x10" fmla="*/ 0 w 1162"/>
              <a:gd name="p0y10" fmla="*/ 279 h 360"/>
              <a:gd name="p0x11" fmla="*/ 0 w 1162"/>
              <a:gd name="p0y11" fmla="*/ 180 h 360"/>
              <a:gd name="p0x12" fmla="*/ 0 w 1162"/>
              <a:gd name="p0y12" fmla="*/ 80 h 360"/>
              <a:gd name="p0x13" fmla="*/ 80 w 1162"/>
              <a:gd name="p0y13" fmla="*/ 0 h 360"/>
              <a:gd name="p0x14" fmla="*/ 180 w 1162"/>
              <a:gd name="p0y14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CFF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1" name="图片 50"/>
          <p:cNvPicPr>
            <a:picLocks noChangeAspect="1"/>
          </p:cNvPicPr>
          <p:nvPr>
            <p:custDataLst>
              <p:tags r:id="rId87"/>
            </p:custDataLst>
          </p:nvPr>
        </p:nvPicPr>
        <p:blipFill>
          <a:blip r:embed="rId88"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rcRect l="-2593" t="-7333" r="-2593" b="-7333"/>
          <a:stretch>
            <a:fillRect/>
          </a:stretch>
        </p:blipFill>
        <p:spPr>
          <a:xfrm>
            <a:off x="7562850" y="3261995"/>
            <a:ext cx="90170" cy="109220"/>
          </a:xfrm>
          <a:prstGeom prst="rect">
            <a:avLst/>
          </a:prstGeom>
        </p:spPr>
      </p:pic>
      <p:sp>
        <p:nvSpPr>
          <p:cNvPr id="52" name="文本框 51"/>
          <p:cNvSpPr txBox="1"/>
          <p:nvPr>
            <p:custDataLst>
              <p:tags r:id="rId90"/>
            </p:custDataLst>
          </p:nvPr>
        </p:nvSpPr>
        <p:spPr>
          <a:xfrm>
            <a:off x="7691438" y="3243110"/>
            <a:ext cx="523875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82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</a:rPr>
              <a:t>参数规模</a:t>
            </a:r>
            <a:endParaRPr sz="825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任意多边形 52"/>
          <p:cNvSpPr/>
          <p:nvPr>
            <p:custDataLst>
              <p:tags r:id="rId91"/>
            </p:custDataLst>
          </p:nvPr>
        </p:nvSpPr>
        <p:spPr>
          <a:xfrm>
            <a:off x="9053195" y="2071370"/>
            <a:ext cx="2438400" cy="1390650"/>
          </a:xfrm>
          <a:custGeom>
            <a:avLst/>
            <a:gdLst>
              <a:gd name="sw" fmla="*/ 1 w 3840"/>
              <a:gd name="sh" fmla="*/ 1 h 2190"/>
              <a:gd name="mins" fmla="min sw sh"/>
              <a:gd name="dsw" fmla="+- 0 sw mins"/>
              <a:gd name="dsh" fmla="+- 0 sh mins"/>
              <a:gd name="p0x0" fmla="*/ 150 w 3840"/>
              <a:gd name="p0y0" fmla="*/ 0 h 2190"/>
              <a:gd name="p0x1" fmla="*/ 3690 w 3840"/>
              <a:gd name="p0y1" fmla="*/ 0 h 2190"/>
              <a:gd name="p0x2" fmla="*/ 3772 w 3840"/>
              <a:gd name="p0y2" fmla="*/ 0 h 2190"/>
              <a:gd name="p0x3" fmla="*/ 3840 w 3840"/>
              <a:gd name="p0y3" fmla="*/ 67 h 2190"/>
              <a:gd name="p0x4" fmla="*/ 3840 w 3840"/>
              <a:gd name="p0y4" fmla="*/ 150 h 2190"/>
              <a:gd name="p0x5" fmla="*/ 3840 w 3840"/>
              <a:gd name="p0y5" fmla="*/ 2040 h 2190"/>
              <a:gd name="p0x6" fmla="*/ 3840 w 3840"/>
              <a:gd name="p0y6" fmla="*/ 2122 h 2190"/>
              <a:gd name="p0x7" fmla="*/ 3772 w 3840"/>
              <a:gd name="p0y7" fmla="*/ 2190 h 2190"/>
              <a:gd name="p0x8" fmla="*/ 3690 w 3840"/>
              <a:gd name="p0y8" fmla="*/ 2190 h 2190"/>
              <a:gd name="p0x9" fmla="*/ 150 w 3840"/>
              <a:gd name="p0y9" fmla="*/ 2190 h 2190"/>
              <a:gd name="p0x10" fmla="*/ 67 w 3840"/>
              <a:gd name="p0y10" fmla="*/ 2190 h 2190"/>
              <a:gd name="p0x11" fmla="*/ 0 w 3840"/>
              <a:gd name="p0y11" fmla="*/ 2122 h 2190"/>
              <a:gd name="p0x12" fmla="*/ 0 w 3840"/>
              <a:gd name="p0y12" fmla="*/ 2040 h 2190"/>
              <a:gd name="p0x13" fmla="*/ 0 w 3840"/>
              <a:gd name="p0y13" fmla="*/ 150 h 2190"/>
              <a:gd name="p0x14" fmla="*/ 0 w 3840"/>
              <a:gd name="p0y14" fmla="*/ 67 h 2190"/>
              <a:gd name="p0x15" fmla="*/ 67 w 3840"/>
              <a:gd name="p0y15" fmla="*/ 0 h 2190"/>
              <a:gd name="p0x16" fmla="*/ 150 w 3840"/>
              <a:gd name="p0y16" fmla="*/ 0 h 21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9FC"/>
          </a:solidFill>
          <a:ln w="9525" cmpd="sng">
            <a:solidFill>
              <a:srgbClr val="E2E8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>
            <p:custDataLst>
              <p:tags r:id="rId92"/>
            </p:custDataLst>
          </p:nvPr>
        </p:nvSpPr>
        <p:spPr>
          <a:xfrm>
            <a:off x="9210675" y="2206466"/>
            <a:ext cx="1133475" cy="2495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sz="127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关键能力边界</a:t>
            </a:r>
            <a:endParaRPr sz="1275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任意多边形 54"/>
          <p:cNvSpPr/>
          <p:nvPr>
            <p:custDataLst>
              <p:tags r:id="rId93"/>
            </p:custDataLst>
          </p:nvPr>
        </p:nvSpPr>
        <p:spPr>
          <a:xfrm>
            <a:off x="11010900" y="2228850"/>
            <a:ext cx="323850" cy="190500"/>
          </a:xfrm>
          <a:custGeom>
            <a:avLst/>
            <a:gdLst>
              <a:gd name="sw" fmla="*/ 1 w 510"/>
              <a:gd name="sh" fmla="*/ 1 h 300"/>
              <a:gd name="mins" fmla="min sw sh"/>
              <a:gd name="dsw" fmla="+- 0 sw mins"/>
              <a:gd name="dsh" fmla="+- 0 sh mins"/>
              <a:gd name="p0x0" fmla="*/ 60 w 510"/>
              <a:gd name="p0y0" fmla="*/ 0 h 300"/>
              <a:gd name="p0x1" fmla="*/ 450 w 510"/>
              <a:gd name="p0y1" fmla="*/ 0 h 300"/>
              <a:gd name="p0x2" fmla="*/ 483 w 510"/>
              <a:gd name="p0y2" fmla="*/ 0 h 300"/>
              <a:gd name="p0x3" fmla="*/ 510 w 510"/>
              <a:gd name="p0y3" fmla="*/ 26 h 300"/>
              <a:gd name="p0x4" fmla="*/ 510 w 510"/>
              <a:gd name="p0y4" fmla="*/ 60 h 300"/>
              <a:gd name="p0x5" fmla="*/ 510 w 510"/>
              <a:gd name="p0y5" fmla="*/ 240 h 300"/>
              <a:gd name="p0x6" fmla="*/ 510 w 510"/>
              <a:gd name="p0y6" fmla="*/ 273 h 300"/>
              <a:gd name="p0x7" fmla="*/ 483 w 510"/>
              <a:gd name="p0y7" fmla="*/ 300 h 300"/>
              <a:gd name="p0x8" fmla="*/ 450 w 510"/>
              <a:gd name="p0y8" fmla="*/ 300 h 300"/>
              <a:gd name="p0x9" fmla="*/ 60 w 510"/>
              <a:gd name="p0y9" fmla="*/ 300 h 300"/>
              <a:gd name="p0x10" fmla="*/ 26 w 510"/>
              <a:gd name="p0y10" fmla="*/ 300 h 300"/>
              <a:gd name="p0x11" fmla="*/ 0 w 510"/>
              <a:gd name="p0y11" fmla="*/ 273 h 300"/>
              <a:gd name="p0x12" fmla="*/ 0 w 510"/>
              <a:gd name="p0y12" fmla="*/ 240 h 300"/>
              <a:gd name="p0x13" fmla="*/ 0 w 510"/>
              <a:gd name="p0y13" fmla="*/ 60 h 300"/>
              <a:gd name="p0x14" fmla="*/ 0 w 510"/>
              <a:gd name="p0y14" fmla="*/ 26 h 300"/>
              <a:gd name="p0x15" fmla="*/ 26 w 510"/>
              <a:gd name="p0y15" fmla="*/ 0 h 300"/>
              <a:gd name="p0x16" fmla="*/ 60 w 510"/>
              <a:gd name="p0y16" fmla="*/ 0 h 3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>
            <p:custDataLst>
              <p:tags r:id="rId94"/>
            </p:custDataLst>
          </p:nvPr>
        </p:nvSpPr>
        <p:spPr>
          <a:xfrm>
            <a:off x="11068050" y="2247900"/>
            <a:ext cx="314325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局限</a:t>
            </a:r>
            <a:endParaRPr sz="8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95"/>
            </p:custDataLst>
          </p:nvPr>
        </p:nvSpPr>
        <p:spPr>
          <a:xfrm>
            <a:off x="9210675" y="2500255"/>
            <a:ext cx="2124075" cy="6219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just">
              <a:lnSpc>
                <a:spcPct val="133000"/>
              </a:lnSpc>
            </a:pP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客观认识模型幻觉、推理局限与上下文窗口约束，理解</a:t>
            </a:r>
            <a:r>
              <a:rPr lang="en-US" alt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与微调技术的适用场景及局限性。</a:t>
            </a:r>
            <a:endParaRPr lang="zh-CN" altLang="en-US"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任意多边形 57"/>
          <p:cNvSpPr/>
          <p:nvPr>
            <p:custDataLst>
              <p:tags r:id="rId96"/>
            </p:custDataLst>
          </p:nvPr>
        </p:nvSpPr>
        <p:spPr>
          <a:xfrm>
            <a:off x="9210675" y="3204845"/>
            <a:ext cx="752475" cy="228600"/>
          </a:xfrm>
          <a:custGeom>
            <a:avLst/>
            <a:gdLst>
              <a:gd name="sw" fmla="*/ 1 w 1185"/>
              <a:gd name="sh" fmla="*/ 1 h 360"/>
              <a:gd name="mins" fmla="min sw sh"/>
              <a:gd name="dsw" fmla="+- 0 sw mins"/>
              <a:gd name="dsh" fmla="+- 0 sh mins"/>
              <a:gd name="p0x0" fmla="*/ 180 w 1185"/>
              <a:gd name="p0y0" fmla="*/ 0 h 360"/>
              <a:gd name="p0x1" fmla="*/ 1005 w 1185"/>
              <a:gd name="p0y1" fmla="*/ 0 h 360"/>
              <a:gd name="p0x2" fmla="*/ 1104 w 1185"/>
              <a:gd name="p0y2" fmla="*/ 0 h 360"/>
              <a:gd name="p0x3" fmla="*/ 1185 w 1185"/>
              <a:gd name="p0y3" fmla="*/ 80 h 360"/>
              <a:gd name="p0x4" fmla="*/ 1185 w 1185"/>
              <a:gd name="p0y4" fmla="*/ 180 h 360"/>
              <a:gd name="p0x5" fmla="*/ 1185 w 1185"/>
              <a:gd name="p0y5" fmla="*/ 279 h 360"/>
              <a:gd name="p0x6" fmla="*/ 1104 w 1185"/>
              <a:gd name="p0y6" fmla="*/ 360 h 360"/>
              <a:gd name="p0x7" fmla="*/ 1005 w 1185"/>
              <a:gd name="p0y7" fmla="*/ 360 h 360"/>
              <a:gd name="p0x8" fmla="*/ 180 w 1185"/>
              <a:gd name="p0y8" fmla="*/ 360 h 360"/>
              <a:gd name="p0x9" fmla="*/ 80 w 1185"/>
              <a:gd name="p0y9" fmla="*/ 360 h 360"/>
              <a:gd name="p0x10" fmla="*/ 0 w 1185"/>
              <a:gd name="p0y10" fmla="*/ 279 h 360"/>
              <a:gd name="p0x11" fmla="*/ 0 w 1185"/>
              <a:gd name="p0y11" fmla="*/ 180 h 360"/>
              <a:gd name="p0x12" fmla="*/ 0 w 1185"/>
              <a:gd name="p0y12" fmla="*/ 80 h 360"/>
              <a:gd name="p0x13" fmla="*/ 80 w 1185"/>
              <a:gd name="p0y13" fmla="*/ 0 h 360"/>
              <a:gd name="p0x14" fmla="*/ 180 w 1185"/>
              <a:gd name="p0y14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9" name="图片 58"/>
          <p:cNvPicPr>
            <a:picLocks noChangeAspect="1"/>
          </p:cNvPicPr>
          <p:nvPr>
            <p:custDataLst>
              <p:tags r:id="rId97"/>
            </p:custDataLst>
          </p:nvPr>
        </p:nvPicPr>
        <p:blipFill>
          <a:blip r:embed="rId98">
            <a:extLst>
              <a:ext uri="{96DAC541-7B7A-43D3-8B79-37D633B846F1}">
                <asvg:svgBlip xmlns:asvg="http://schemas.microsoft.com/office/drawing/2016/SVG/main" r:embed="rId99"/>
              </a:ext>
            </a:extLst>
          </a:blip>
          <a:srcRect l="-5000" t="-13704" r="-5000" b="-13704"/>
          <a:stretch>
            <a:fillRect/>
          </a:stretch>
        </p:blipFill>
        <p:spPr>
          <a:xfrm>
            <a:off x="9305925" y="3261995"/>
            <a:ext cx="104775" cy="109220"/>
          </a:xfrm>
          <a:prstGeom prst="rect">
            <a:avLst/>
          </a:prstGeom>
        </p:spPr>
      </p:pic>
      <p:sp>
        <p:nvSpPr>
          <p:cNvPr id="60" name="文本框 59"/>
          <p:cNvSpPr txBox="1"/>
          <p:nvPr>
            <p:custDataLst>
              <p:tags r:id="rId100"/>
            </p:custDataLst>
          </p:nvPr>
        </p:nvSpPr>
        <p:spPr>
          <a:xfrm>
            <a:off x="9448800" y="3243110"/>
            <a:ext cx="523875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82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风险提示</a:t>
            </a:r>
            <a:endParaRPr sz="825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任意多边形 60"/>
          <p:cNvSpPr/>
          <p:nvPr>
            <p:custDataLst>
              <p:tags r:id="rId101"/>
            </p:custDataLst>
          </p:nvPr>
        </p:nvSpPr>
        <p:spPr>
          <a:xfrm>
            <a:off x="10039350" y="3204845"/>
            <a:ext cx="752475" cy="228600"/>
          </a:xfrm>
          <a:custGeom>
            <a:avLst/>
            <a:gdLst>
              <a:gd name="sw" fmla="*/ 1 w 1185"/>
              <a:gd name="sh" fmla="*/ 1 h 360"/>
              <a:gd name="mins" fmla="min sw sh"/>
              <a:gd name="dsw" fmla="+- 0 sw mins"/>
              <a:gd name="dsh" fmla="+- 0 sh mins"/>
              <a:gd name="p0x0" fmla="*/ 180 w 1185"/>
              <a:gd name="p0y0" fmla="*/ 0 h 360"/>
              <a:gd name="p0x1" fmla="*/ 1005 w 1185"/>
              <a:gd name="p0y1" fmla="*/ 0 h 360"/>
              <a:gd name="p0x2" fmla="*/ 1104 w 1185"/>
              <a:gd name="p0y2" fmla="*/ 0 h 360"/>
              <a:gd name="p0x3" fmla="*/ 1185 w 1185"/>
              <a:gd name="p0y3" fmla="*/ 80 h 360"/>
              <a:gd name="p0x4" fmla="*/ 1185 w 1185"/>
              <a:gd name="p0y4" fmla="*/ 180 h 360"/>
              <a:gd name="p0x5" fmla="*/ 1185 w 1185"/>
              <a:gd name="p0y5" fmla="*/ 279 h 360"/>
              <a:gd name="p0x6" fmla="*/ 1104 w 1185"/>
              <a:gd name="p0y6" fmla="*/ 360 h 360"/>
              <a:gd name="p0x7" fmla="*/ 1005 w 1185"/>
              <a:gd name="p0y7" fmla="*/ 360 h 360"/>
              <a:gd name="p0x8" fmla="*/ 180 w 1185"/>
              <a:gd name="p0y8" fmla="*/ 360 h 360"/>
              <a:gd name="p0x9" fmla="*/ 80 w 1185"/>
              <a:gd name="p0y9" fmla="*/ 360 h 360"/>
              <a:gd name="p0x10" fmla="*/ 0 w 1185"/>
              <a:gd name="p0y10" fmla="*/ 279 h 360"/>
              <a:gd name="p0x11" fmla="*/ 0 w 1185"/>
              <a:gd name="p0y11" fmla="*/ 180 h 360"/>
              <a:gd name="p0x12" fmla="*/ 0 w 1185"/>
              <a:gd name="p0y12" fmla="*/ 80 h 360"/>
              <a:gd name="p0x13" fmla="*/ 80 w 1185"/>
              <a:gd name="p0y13" fmla="*/ 0 h 360"/>
              <a:gd name="p0x14" fmla="*/ 180 w 1185"/>
              <a:gd name="p0y14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CFF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2" name="图片 61"/>
          <p:cNvPicPr>
            <a:picLocks noChangeAspect="1"/>
          </p:cNvPicPr>
          <p:nvPr>
            <p:custDataLst>
              <p:tags r:id="rId102"/>
            </p:custDataLst>
          </p:nvPr>
        </p:nvPicPr>
        <p:blipFill>
          <a:blip r:embed="rId103">
            <a:extLst>
              <a:ext uri="{96DAC541-7B7A-43D3-8B79-37D633B846F1}">
                <asvg:svgBlip xmlns:asvg="http://schemas.microsoft.com/office/drawing/2016/SVG/main" r:embed="rId104"/>
              </a:ext>
            </a:extLst>
          </a:blip>
          <a:srcRect l="-5000" t="-7333" r="-5000" b="-7333"/>
          <a:stretch>
            <a:fillRect/>
          </a:stretch>
        </p:blipFill>
        <p:spPr>
          <a:xfrm>
            <a:off x="10134600" y="3261995"/>
            <a:ext cx="104775" cy="109220"/>
          </a:xfrm>
          <a:prstGeom prst="rect">
            <a:avLst/>
          </a:prstGeom>
        </p:spPr>
      </p:pic>
      <p:sp>
        <p:nvSpPr>
          <p:cNvPr id="63" name="文本框 62"/>
          <p:cNvSpPr txBox="1"/>
          <p:nvPr>
            <p:custDataLst>
              <p:tags r:id="rId105"/>
            </p:custDataLst>
          </p:nvPr>
        </p:nvSpPr>
        <p:spPr>
          <a:xfrm>
            <a:off x="10277475" y="3243110"/>
            <a:ext cx="523875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82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</a:rPr>
              <a:t>技术边界</a:t>
            </a:r>
            <a:endParaRPr sz="825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任意多边形 72"/>
          <p:cNvSpPr/>
          <p:nvPr>
            <p:custDataLst>
              <p:tags r:id="rId106"/>
            </p:custDataLst>
          </p:nvPr>
        </p:nvSpPr>
        <p:spPr>
          <a:xfrm>
            <a:off x="699770" y="4766945"/>
            <a:ext cx="2438400" cy="1390650"/>
          </a:xfrm>
          <a:custGeom>
            <a:avLst/>
            <a:gdLst>
              <a:gd name="sw" fmla="*/ 1 w 3840"/>
              <a:gd name="sh" fmla="*/ 1 h 2190"/>
              <a:gd name="mins" fmla="min sw sh"/>
              <a:gd name="dsw" fmla="+- 0 sw mins"/>
              <a:gd name="dsh" fmla="+- 0 sh mins"/>
              <a:gd name="p0x0" fmla="*/ 150 w 3840"/>
              <a:gd name="p0y0" fmla="*/ 0 h 2190"/>
              <a:gd name="p0x1" fmla="*/ 3690 w 3840"/>
              <a:gd name="p0y1" fmla="*/ 0 h 2190"/>
              <a:gd name="p0x2" fmla="*/ 3772 w 3840"/>
              <a:gd name="p0y2" fmla="*/ 0 h 2190"/>
              <a:gd name="p0x3" fmla="*/ 3840 w 3840"/>
              <a:gd name="p0y3" fmla="*/ 67 h 2190"/>
              <a:gd name="p0x4" fmla="*/ 3840 w 3840"/>
              <a:gd name="p0y4" fmla="*/ 150 h 2190"/>
              <a:gd name="p0x5" fmla="*/ 3840 w 3840"/>
              <a:gd name="p0y5" fmla="*/ 2040 h 2190"/>
              <a:gd name="p0x6" fmla="*/ 3840 w 3840"/>
              <a:gd name="p0y6" fmla="*/ 2122 h 2190"/>
              <a:gd name="p0x7" fmla="*/ 3772 w 3840"/>
              <a:gd name="p0y7" fmla="*/ 2190 h 2190"/>
              <a:gd name="p0x8" fmla="*/ 3690 w 3840"/>
              <a:gd name="p0y8" fmla="*/ 2190 h 2190"/>
              <a:gd name="p0x9" fmla="*/ 150 w 3840"/>
              <a:gd name="p0y9" fmla="*/ 2190 h 2190"/>
              <a:gd name="p0x10" fmla="*/ 67 w 3840"/>
              <a:gd name="p0y10" fmla="*/ 2190 h 2190"/>
              <a:gd name="p0x11" fmla="*/ 0 w 3840"/>
              <a:gd name="p0y11" fmla="*/ 2122 h 2190"/>
              <a:gd name="p0x12" fmla="*/ 0 w 3840"/>
              <a:gd name="p0y12" fmla="*/ 2040 h 2190"/>
              <a:gd name="p0x13" fmla="*/ 0 w 3840"/>
              <a:gd name="p0y13" fmla="*/ 150 h 2190"/>
              <a:gd name="p0x14" fmla="*/ 0 w 3840"/>
              <a:gd name="p0y14" fmla="*/ 67 h 2190"/>
              <a:gd name="p0x15" fmla="*/ 67 w 3840"/>
              <a:gd name="p0y15" fmla="*/ 0 h 2190"/>
              <a:gd name="p0x16" fmla="*/ 150 w 3840"/>
              <a:gd name="p0y16" fmla="*/ 0 h 21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9FC"/>
          </a:solidFill>
          <a:ln w="9525" cmpd="sng">
            <a:solidFill>
              <a:srgbClr val="E2E8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文本框 73"/>
          <p:cNvSpPr txBox="1"/>
          <p:nvPr>
            <p:custDataLst>
              <p:tags r:id="rId107"/>
            </p:custDataLst>
          </p:nvPr>
        </p:nvSpPr>
        <p:spPr>
          <a:xfrm>
            <a:off x="857250" y="4902041"/>
            <a:ext cx="1295400" cy="2495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sz="127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提示词工程实践</a:t>
            </a:r>
            <a:endParaRPr sz="1275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任意多边形 74"/>
          <p:cNvSpPr/>
          <p:nvPr>
            <p:custDataLst>
              <p:tags r:id="rId108"/>
            </p:custDataLst>
          </p:nvPr>
        </p:nvSpPr>
        <p:spPr>
          <a:xfrm>
            <a:off x="2657475" y="4924425"/>
            <a:ext cx="323850" cy="190500"/>
          </a:xfrm>
          <a:custGeom>
            <a:avLst/>
            <a:gdLst>
              <a:gd name="sw" fmla="*/ 1 w 510"/>
              <a:gd name="sh" fmla="*/ 1 h 300"/>
              <a:gd name="mins" fmla="min sw sh"/>
              <a:gd name="dsw" fmla="+- 0 sw mins"/>
              <a:gd name="dsh" fmla="+- 0 sh mins"/>
              <a:gd name="p0x0" fmla="*/ 60 w 510"/>
              <a:gd name="p0y0" fmla="*/ 0 h 300"/>
              <a:gd name="p0x1" fmla="*/ 450 w 510"/>
              <a:gd name="p0y1" fmla="*/ 0 h 300"/>
              <a:gd name="p0x2" fmla="*/ 483 w 510"/>
              <a:gd name="p0y2" fmla="*/ 0 h 300"/>
              <a:gd name="p0x3" fmla="*/ 510 w 510"/>
              <a:gd name="p0y3" fmla="*/ 26 h 300"/>
              <a:gd name="p0x4" fmla="*/ 510 w 510"/>
              <a:gd name="p0y4" fmla="*/ 60 h 300"/>
              <a:gd name="p0x5" fmla="*/ 510 w 510"/>
              <a:gd name="p0y5" fmla="*/ 240 h 300"/>
              <a:gd name="p0x6" fmla="*/ 510 w 510"/>
              <a:gd name="p0y6" fmla="*/ 273 h 300"/>
              <a:gd name="p0x7" fmla="*/ 483 w 510"/>
              <a:gd name="p0y7" fmla="*/ 300 h 300"/>
              <a:gd name="p0x8" fmla="*/ 450 w 510"/>
              <a:gd name="p0y8" fmla="*/ 300 h 300"/>
              <a:gd name="p0x9" fmla="*/ 60 w 510"/>
              <a:gd name="p0y9" fmla="*/ 300 h 300"/>
              <a:gd name="p0x10" fmla="*/ 26 w 510"/>
              <a:gd name="p0y10" fmla="*/ 300 h 300"/>
              <a:gd name="p0x11" fmla="*/ 0 w 510"/>
              <a:gd name="p0y11" fmla="*/ 273 h 300"/>
              <a:gd name="p0x12" fmla="*/ 0 w 510"/>
              <a:gd name="p0y12" fmla="*/ 240 h 300"/>
              <a:gd name="p0x13" fmla="*/ 0 w 510"/>
              <a:gd name="p0y13" fmla="*/ 60 h 300"/>
              <a:gd name="p0x14" fmla="*/ 0 w 510"/>
              <a:gd name="p0y14" fmla="*/ 26 h 300"/>
              <a:gd name="p0x15" fmla="*/ 26 w 510"/>
              <a:gd name="p0y15" fmla="*/ 0 h 300"/>
              <a:gd name="p0x16" fmla="*/ 60 w 510"/>
              <a:gd name="p0y16" fmla="*/ 0 h 3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文本框 75"/>
          <p:cNvSpPr txBox="1"/>
          <p:nvPr>
            <p:custDataLst>
              <p:tags r:id="rId109"/>
            </p:custDataLst>
          </p:nvPr>
        </p:nvSpPr>
        <p:spPr>
          <a:xfrm>
            <a:off x="2714625" y="4943475"/>
            <a:ext cx="314325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技能</a:t>
            </a:r>
            <a:endParaRPr sz="8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本框 76"/>
          <p:cNvSpPr txBox="1"/>
          <p:nvPr>
            <p:custDataLst>
              <p:tags r:id="rId110"/>
            </p:custDataLst>
          </p:nvPr>
        </p:nvSpPr>
        <p:spPr>
          <a:xfrm>
            <a:off x="857250" y="5195831"/>
            <a:ext cx="2124075" cy="6219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just">
              <a:lnSpc>
                <a:spcPct val="133000"/>
              </a:lnSpc>
            </a:pP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掌握</a:t>
            </a:r>
            <a:r>
              <a:rPr lang="en-US" alt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Zero-shot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Few-shot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CoT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等高级提示技巧，学习角色设定与结构化输出方法，提升</a:t>
            </a:r>
            <a:r>
              <a:rPr lang="en-US" alt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交互质量。</a:t>
            </a:r>
            <a:endParaRPr lang="zh-CN" altLang="en-US"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任意多边形 77"/>
          <p:cNvSpPr/>
          <p:nvPr>
            <p:custDataLst>
              <p:tags r:id="rId111"/>
            </p:custDataLst>
          </p:nvPr>
        </p:nvSpPr>
        <p:spPr>
          <a:xfrm>
            <a:off x="857250" y="5900420"/>
            <a:ext cx="752475" cy="228600"/>
          </a:xfrm>
          <a:custGeom>
            <a:avLst/>
            <a:gdLst>
              <a:gd name="sw" fmla="*/ 1 w 1185"/>
              <a:gd name="sh" fmla="*/ 1 h 360"/>
              <a:gd name="mins" fmla="min sw sh"/>
              <a:gd name="dsw" fmla="+- 0 sw mins"/>
              <a:gd name="dsh" fmla="+- 0 sh mins"/>
              <a:gd name="p0x0" fmla="*/ 180 w 1185"/>
              <a:gd name="p0y0" fmla="*/ 0 h 360"/>
              <a:gd name="p0x1" fmla="*/ 1005 w 1185"/>
              <a:gd name="p0y1" fmla="*/ 0 h 360"/>
              <a:gd name="p0x2" fmla="*/ 1104 w 1185"/>
              <a:gd name="p0y2" fmla="*/ 0 h 360"/>
              <a:gd name="p0x3" fmla="*/ 1185 w 1185"/>
              <a:gd name="p0y3" fmla="*/ 80 h 360"/>
              <a:gd name="p0x4" fmla="*/ 1185 w 1185"/>
              <a:gd name="p0y4" fmla="*/ 180 h 360"/>
              <a:gd name="p0x5" fmla="*/ 1185 w 1185"/>
              <a:gd name="p0y5" fmla="*/ 279 h 360"/>
              <a:gd name="p0x6" fmla="*/ 1104 w 1185"/>
              <a:gd name="p0y6" fmla="*/ 360 h 360"/>
              <a:gd name="p0x7" fmla="*/ 1005 w 1185"/>
              <a:gd name="p0y7" fmla="*/ 360 h 360"/>
              <a:gd name="p0x8" fmla="*/ 180 w 1185"/>
              <a:gd name="p0y8" fmla="*/ 360 h 360"/>
              <a:gd name="p0x9" fmla="*/ 80 w 1185"/>
              <a:gd name="p0y9" fmla="*/ 360 h 360"/>
              <a:gd name="p0x10" fmla="*/ 0 w 1185"/>
              <a:gd name="p0y10" fmla="*/ 279 h 360"/>
              <a:gd name="p0x11" fmla="*/ 0 w 1185"/>
              <a:gd name="p0y11" fmla="*/ 180 h 360"/>
              <a:gd name="p0x12" fmla="*/ 0 w 1185"/>
              <a:gd name="p0y12" fmla="*/ 80 h 360"/>
              <a:gd name="p0x13" fmla="*/ 80 w 1185"/>
              <a:gd name="p0y13" fmla="*/ 0 h 360"/>
              <a:gd name="p0x14" fmla="*/ 180 w 1185"/>
              <a:gd name="p0y14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9" name="图片 78"/>
          <p:cNvPicPr>
            <a:picLocks noChangeAspect="1"/>
          </p:cNvPicPr>
          <p:nvPr>
            <p:custDataLst>
              <p:tags r:id="rId112"/>
            </p:custDataLst>
          </p:nvPr>
        </p:nvPicPr>
        <p:blipFill>
          <a:blip r:embed="rId113">
            <a:extLst>
              <a:ext uri="{96DAC541-7B7A-43D3-8B79-37D633B846F1}">
                <asvg:svgBlip xmlns:asvg="http://schemas.microsoft.com/office/drawing/2016/SVG/main" r:embed="rId114"/>
              </a:ext>
            </a:extLst>
          </a:blip>
          <a:srcRect l="-5000" t="-7333" r="-5000" b="-7333"/>
          <a:stretch>
            <a:fillRect/>
          </a:stretch>
        </p:blipFill>
        <p:spPr>
          <a:xfrm>
            <a:off x="952500" y="5957570"/>
            <a:ext cx="104775" cy="109220"/>
          </a:xfrm>
          <a:prstGeom prst="rect">
            <a:avLst/>
          </a:prstGeom>
        </p:spPr>
      </p:pic>
      <p:sp>
        <p:nvSpPr>
          <p:cNvPr id="80" name="文本框 79"/>
          <p:cNvSpPr txBox="1"/>
          <p:nvPr>
            <p:custDataLst>
              <p:tags r:id="rId115"/>
            </p:custDataLst>
          </p:nvPr>
        </p:nvSpPr>
        <p:spPr>
          <a:xfrm>
            <a:off x="1095375" y="5938685"/>
            <a:ext cx="523875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82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对话优化</a:t>
            </a:r>
            <a:endParaRPr sz="825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任意多边形 80"/>
          <p:cNvSpPr/>
          <p:nvPr>
            <p:custDataLst>
              <p:tags r:id="rId116"/>
            </p:custDataLst>
          </p:nvPr>
        </p:nvSpPr>
        <p:spPr>
          <a:xfrm>
            <a:off x="1685925" y="5900420"/>
            <a:ext cx="766445" cy="228600"/>
          </a:xfrm>
          <a:custGeom>
            <a:avLst/>
            <a:gdLst>
              <a:gd name="sw" fmla="*/ 1 w 1207"/>
              <a:gd name="sh" fmla="*/ 1 h 360"/>
              <a:gd name="mins" fmla="min sw sh"/>
              <a:gd name="dsw" fmla="+- 0 sw mins"/>
              <a:gd name="dsh" fmla="+- 0 sh mins"/>
              <a:gd name="p0x0" fmla="*/ 180 w 1207"/>
              <a:gd name="p0y0" fmla="*/ 0 h 360"/>
              <a:gd name="p0x1" fmla="*/ 1027 w 1207"/>
              <a:gd name="p0y1" fmla="*/ 0 h 360"/>
              <a:gd name="p0x2" fmla="*/ 1126 w 1207"/>
              <a:gd name="p0y2" fmla="*/ 0 h 360"/>
              <a:gd name="p0x3" fmla="*/ 1207 w 1207"/>
              <a:gd name="p0y3" fmla="*/ 80 h 360"/>
              <a:gd name="p0x4" fmla="*/ 1207 w 1207"/>
              <a:gd name="p0y4" fmla="*/ 180 h 360"/>
              <a:gd name="p0x5" fmla="*/ 1207 w 1207"/>
              <a:gd name="p0y5" fmla="*/ 279 h 360"/>
              <a:gd name="p0x6" fmla="*/ 1126 w 1207"/>
              <a:gd name="p0y6" fmla="*/ 360 h 360"/>
              <a:gd name="p0x7" fmla="*/ 1027 w 1207"/>
              <a:gd name="p0y7" fmla="*/ 360 h 360"/>
              <a:gd name="p0x8" fmla="*/ 180 w 1207"/>
              <a:gd name="p0y8" fmla="*/ 360 h 360"/>
              <a:gd name="p0x9" fmla="*/ 80 w 1207"/>
              <a:gd name="p0y9" fmla="*/ 360 h 360"/>
              <a:gd name="p0x10" fmla="*/ 0 w 1207"/>
              <a:gd name="p0y10" fmla="*/ 279 h 360"/>
              <a:gd name="p0x11" fmla="*/ 0 w 1207"/>
              <a:gd name="p0y11" fmla="*/ 180 h 360"/>
              <a:gd name="p0x12" fmla="*/ 0 w 1207"/>
              <a:gd name="p0y12" fmla="*/ 80 h 360"/>
              <a:gd name="p0x13" fmla="*/ 80 w 1207"/>
              <a:gd name="p0y13" fmla="*/ 0 h 360"/>
              <a:gd name="p0x14" fmla="*/ 180 w 1207"/>
              <a:gd name="p0y14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CFF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2" name="图片 81"/>
          <p:cNvPicPr>
            <a:picLocks noChangeAspect="1"/>
          </p:cNvPicPr>
          <p:nvPr>
            <p:custDataLst>
              <p:tags r:id="rId117"/>
            </p:custDataLst>
          </p:nvPr>
        </p:nvPicPr>
        <p:blipFill>
          <a:blip r:embed="rId118">
            <a:extLst>
              <a:ext uri="{96DAC541-7B7A-43D3-8B79-37D633B846F1}">
                <asvg:svgBlip xmlns:asvg="http://schemas.microsoft.com/office/drawing/2016/SVG/main" r:embed="rId119"/>
              </a:ext>
            </a:extLst>
          </a:blip>
          <a:srcRect l="-6667" t="-7333" r="-6667" b="-7333"/>
          <a:stretch>
            <a:fillRect/>
          </a:stretch>
        </p:blipFill>
        <p:spPr>
          <a:xfrm>
            <a:off x="1781175" y="5957570"/>
            <a:ext cx="118745" cy="109220"/>
          </a:xfrm>
          <a:prstGeom prst="rect">
            <a:avLst/>
          </a:prstGeom>
        </p:spPr>
      </p:pic>
      <p:sp>
        <p:nvSpPr>
          <p:cNvPr id="83" name="文本框 82"/>
          <p:cNvSpPr txBox="1"/>
          <p:nvPr>
            <p:custDataLst>
              <p:tags r:id="rId120"/>
            </p:custDataLst>
          </p:nvPr>
        </p:nvSpPr>
        <p:spPr>
          <a:xfrm>
            <a:off x="1938338" y="5938685"/>
            <a:ext cx="523875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82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</a:rPr>
              <a:t>高级技巧</a:t>
            </a:r>
            <a:endParaRPr sz="825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任意多边形 83"/>
          <p:cNvSpPr/>
          <p:nvPr>
            <p:custDataLst>
              <p:tags r:id="rId121"/>
            </p:custDataLst>
          </p:nvPr>
        </p:nvSpPr>
        <p:spPr>
          <a:xfrm>
            <a:off x="3300095" y="4766945"/>
            <a:ext cx="2438400" cy="1390650"/>
          </a:xfrm>
          <a:custGeom>
            <a:avLst/>
            <a:gdLst>
              <a:gd name="sw" fmla="*/ 1 w 3840"/>
              <a:gd name="sh" fmla="*/ 1 h 2190"/>
              <a:gd name="mins" fmla="min sw sh"/>
              <a:gd name="dsw" fmla="+- 0 sw mins"/>
              <a:gd name="dsh" fmla="+- 0 sh mins"/>
              <a:gd name="p0x0" fmla="*/ 150 w 3840"/>
              <a:gd name="p0y0" fmla="*/ 0 h 2190"/>
              <a:gd name="p0x1" fmla="*/ 3690 w 3840"/>
              <a:gd name="p0y1" fmla="*/ 0 h 2190"/>
              <a:gd name="p0x2" fmla="*/ 3772 w 3840"/>
              <a:gd name="p0y2" fmla="*/ 0 h 2190"/>
              <a:gd name="p0x3" fmla="*/ 3840 w 3840"/>
              <a:gd name="p0y3" fmla="*/ 67 h 2190"/>
              <a:gd name="p0x4" fmla="*/ 3840 w 3840"/>
              <a:gd name="p0y4" fmla="*/ 150 h 2190"/>
              <a:gd name="p0x5" fmla="*/ 3840 w 3840"/>
              <a:gd name="p0y5" fmla="*/ 2040 h 2190"/>
              <a:gd name="p0x6" fmla="*/ 3840 w 3840"/>
              <a:gd name="p0y6" fmla="*/ 2122 h 2190"/>
              <a:gd name="p0x7" fmla="*/ 3772 w 3840"/>
              <a:gd name="p0y7" fmla="*/ 2190 h 2190"/>
              <a:gd name="p0x8" fmla="*/ 3690 w 3840"/>
              <a:gd name="p0y8" fmla="*/ 2190 h 2190"/>
              <a:gd name="p0x9" fmla="*/ 150 w 3840"/>
              <a:gd name="p0y9" fmla="*/ 2190 h 2190"/>
              <a:gd name="p0x10" fmla="*/ 67 w 3840"/>
              <a:gd name="p0y10" fmla="*/ 2190 h 2190"/>
              <a:gd name="p0x11" fmla="*/ 0 w 3840"/>
              <a:gd name="p0y11" fmla="*/ 2122 h 2190"/>
              <a:gd name="p0x12" fmla="*/ 0 w 3840"/>
              <a:gd name="p0y12" fmla="*/ 2040 h 2190"/>
              <a:gd name="p0x13" fmla="*/ 0 w 3840"/>
              <a:gd name="p0y13" fmla="*/ 150 h 2190"/>
              <a:gd name="p0x14" fmla="*/ 0 w 3840"/>
              <a:gd name="p0y14" fmla="*/ 67 h 2190"/>
              <a:gd name="p0x15" fmla="*/ 67 w 3840"/>
              <a:gd name="p0y15" fmla="*/ 0 h 2190"/>
              <a:gd name="p0x16" fmla="*/ 150 w 3840"/>
              <a:gd name="p0y16" fmla="*/ 0 h 21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9FC"/>
          </a:solidFill>
          <a:ln w="9525" cmpd="sng">
            <a:solidFill>
              <a:srgbClr val="E2E8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5" name="文本框 84"/>
          <p:cNvSpPr txBox="1"/>
          <p:nvPr>
            <p:custDataLst>
              <p:tags r:id="rId122"/>
            </p:custDataLst>
          </p:nvPr>
        </p:nvSpPr>
        <p:spPr>
          <a:xfrm>
            <a:off x="3457575" y="4902041"/>
            <a:ext cx="1133475" cy="2495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sz="127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智能工具矩阵</a:t>
            </a:r>
            <a:endParaRPr sz="1275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任意多边形 85"/>
          <p:cNvSpPr/>
          <p:nvPr>
            <p:custDataLst>
              <p:tags r:id="rId123"/>
            </p:custDataLst>
          </p:nvPr>
        </p:nvSpPr>
        <p:spPr>
          <a:xfrm>
            <a:off x="5257800" y="4924425"/>
            <a:ext cx="323850" cy="190500"/>
          </a:xfrm>
          <a:custGeom>
            <a:avLst/>
            <a:gdLst>
              <a:gd name="sw" fmla="*/ 1 w 510"/>
              <a:gd name="sh" fmla="*/ 1 h 300"/>
              <a:gd name="mins" fmla="min sw sh"/>
              <a:gd name="dsw" fmla="+- 0 sw mins"/>
              <a:gd name="dsh" fmla="+- 0 sh mins"/>
              <a:gd name="p0x0" fmla="*/ 60 w 510"/>
              <a:gd name="p0y0" fmla="*/ 0 h 300"/>
              <a:gd name="p0x1" fmla="*/ 450 w 510"/>
              <a:gd name="p0y1" fmla="*/ 0 h 300"/>
              <a:gd name="p0x2" fmla="*/ 483 w 510"/>
              <a:gd name="p0y2" fmla="*/ 0 h 300"/>
              <a:gd name="p0x3" fmla="*/ 510 w 510"/>
              <a:gd name="p0y3" fmla="*/ 26 h 300"/>
              <a:gd name="p0x4" fmla="*/ 510 w 510"/>
              <a:gd name="p0y4" fmla="*/ 60 h 300"/>
              <a:gd name="p0x5" fmla="*/ 510 w 510"/>
              <a:gd name="p0y5" fmla="*/ 240 h 300"/>
              <a:gd name="p0x6" fmla="*/ 510 w 510"/>
              <a:gd name="p0y6" fmla="*/ 273 h 300"/>
              <a:gd name="p0x7" fmla="*/ 483 w 510"/>
              <a:gd name="p0y7" fmla="*/ 300 h 300"/>
              <a:gd name="p0x8" fmla="*/ 450 w 510"/>
              <a:gd name="p0y8" fmla="*/ 300 h 300"/>
              <a:gd name="p0x9" fmla="*/ 60 w 510"/>
              <a:gd name="p0y9" fmla="*/ 300 h 300"/>
              <a:gd name="p0x10" fmla="*/ 26 w 510"/>
              <a:gd name="p0y10" fmla="*/ 300 h 300"/>
              <a:gd name="p0x11" fmla="*/ 0 w 510"/>
              <a:gd name="p0y11" fmla="*/ 273 h 300"/>
              <a:gd name="p0x12" fmla="*/ 0 w 510"/>
              <a:gd name="p0y12" fmla="*/ 240 h 300"/>
              <a:gd name="p0x13" fmla="*/ 0 w 510"/>
              <a:gd name="p0y13" fmla="*/ 60 h 300"/>
              <a:gd name="p0x14" fmla="*/ 0 w 510"/>
              <a:gd name="p0y14" fmla="*/ 26 h 300"/>
              <a:gd name="p0x15" fmla="*/ 26 w 510"/>
              <a:gd name="p0y15" fmla="*/ 0 h 300"/>
              <a:gd name="p0x16" fmla="*/ 60 w 510"/>
              <a:gd name="p0y16" fmla="*/ 0 h 3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" name="文本框 86"/>
          <p:cNvSpPr txBox="1"/>
          <p:nvPr>
            <p:custDataLst>
              <p:tags r:id="rId124"/>
            </p:custDataLst>
          </p:nvPr>
        </p:nvSpPr>
        <p:spPr>
          <a:xfrm>
            <a:off x="5314950" y="4943475"/>
            <a:ext cx="314325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应用</a:t>
            </a:r>
            <a:endParaRPr sz="8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文本框 87"/>
          <p:cNvSpPr txBox="1"/>
          <p:nvPr>
            <p:custDataLst>
              <p:tags r:id="rId125"/>
            </p:custDataLst>
          </p:nvPr>
        </p:nvSpPr>
        <p:spPr>
          <a:xfrm>
            <a:off x="3457575" y="5195831"/>
            <a:ext cx="2124075" cy="82001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just">
              <a:lnSpc>
                <a:spcPct val="133000"/>
              </a:lnSpc>
            </a:pP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熟练运用</a:t>
            </a:r>
            <a:r>
              <a:rPr lang="en-US" alt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Midjourney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等主流工具，构建个人</a:t>
            </a:r>
            <a:r>
              <a:rPr lang="en-US" alt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工作流，实现文案、设计、分析效率倍增。</a:t>
            </a:r>
            <a:endParaRPr lang="zh-CN" altLang="en-US"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任意多边形 88"/>
          <p:cNvSpPr/>
          <p:nvPr>
            <p:custDataLst>
              <p:tags r:id="rId126"/>
            </p:custDataLst>
          </p:nvPr>
        </p:nvSpPr>
        <p:spPr>
          <a:xfrm>
            <a:off x="3457575" y="6098540"/>
            <a:ext cx="647700" cy="228600"/>
          </a:xfrm>
          <a:custGeom>
            <a:avLst/>
            <a:gdLst>
              <a:gd name="sw" fmla="*/ 1 w 1020"/>
              <a:gd name="sh" fmla="*/ 1 h 360"/>
              <a:gd name="mins" fmla="min sw sh"/>
              <a:gd name="dsw" fmla="+- 0 sw mins"/>
              <a:gd name="dsh" fmla="+- 0 sh mins"/>
              <a:gd name="p0x0" fmla="*/ 180 w 1020"/>
              <a:gd name="p0y0" fmla="*/ 0 h 360"/>
              <a:gd name="p0x1" fmla="*/ 840 w 1020"/>
              <a:gd name="p0y1" fmla="*/ 0 h 360"/>
              <a:gd name="p0x2" fmla="*/ 939 w 1020"/>
              <a:gd name="p0y2" fmla="*/ 0 h 360"/>
              <a:gd name="p0x3" fmla="*/ 1020 w 1020"/>
              <a:gd name="p0y3" fmla="*/ 80 h 360"/>
              <a:gd name="p0x4" fmla="*/ 1020 w 1020"/>
              <a:gd name="p0y4" fmla="*/ 180 h 360"/>
              <a:gd name="p0x5" fmla="*/ 1020 w 1020"/>
              <a:gd name="p0y5" fmla="*/ 279 h 360"/>
              <a:gd name="p0x6" fmla="*/ 939 w 1020"/>
              <a:gd name="p0y6" fmla="*/ 360 h 360"/>
              <a:gd name="p0x7" fmla="*/ 840 w 1020"/>
              <a:gd name="p0y7" fmla="*/ 360 h 360"/>
              <a:gd name="p0x8" fmla="*/ 180 w 1020"/>
              <a:gd name="p0y8" fmla="*/ 360 h 360"/>
              <a:gd name="p0x9" fmla="*/ 80 w 1020"/>
              <a:gd name="p0y9" fmla="*/ 360 h 360"/>
              <a:gd name="p0x10" fmla="*/ 0 w 1020"/>
              <a:gd name="p0y10" fmla="*/ 279 h 360"/>
              <a:gd name="p0x11" fmla="*/ 0 w 1020"/>
              <a:gd name="p0y11" fmla="*/ 180 h 360"/>
              <a:gd name="p0x12" fmla="*/ 0 w 1020"/>
              <a:gd name="p0y12" fmla="*/ 80 h 360"/>
              <a:gd name="p0x13" fmla="*/ 80 w 1020"/>
              <a:gd name="p0y13" fmla="*/ 0 h 360"/>
              <a:gd name="p0x14" fmla="*/ 180 w 1020"/>
              <a:gd name="p0y14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0" name="图片 89"/>
          <p:cNvPicPr>
            <a:picLocks noChangeAspect="1"/>
          </p:cNvPicPr>
          <p:nvPr>
            <p:custDataLst>
              <p:tags r:id="rId127"/>
            </p:custDataLst>
          </p:nvPr>
        </p:nvPicPr>
        <p:blipFill>
          <a:blip r:embed="rId128">
            <a:extLst>
              <a:ext uri="{96DAC541-7B7A-43D3-8B79-37D633B846F1}">
                <asvg:svgBlip xmlns:asvg="http://schemas.microsoft.com/office/drawing/2016/SVG/main" r:embed="rId129"/>
              </a:ext>
            </a:extLst>
          </a:blip>
          <a:srcRect l="-5000" t="-13704" r="-5000" b="-13704"/>
          <a:stretch>
            <a:fillRect/>
          </a:stretch>
        </p:blipFill>
        <p:spPr>
          <a:xfrm>
            <a:off x="3552825" y="6155690"/>
            <a:ext cx="104775" cy="109220"/>
          </a:xfrm>
          <a:prstGeom prst="rect">
            <a:avLst/>
          </a:prstGeom>
        </p:spPr>
      </p:pic>
      <p:sp>
        <p:nvSpPr>
          <p:cNvPr id="91" name="文本框 90"/>
          <p:cNvSpPr txBox="1"/>
          <p:nvPr>
            <p:custDataLst>
              <p:tags r:id="rId130"/>
            </p:custDataLst>
          </p:nvPr>
        </p:nvSpPr>
        <p:spPr>
          <a:xfrm>
            <a:off x="3695700" y="6136777"/>
            <a:ext cx="41910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82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工具栈</a:t>
            </a:r>
            <a:endParaRPr sz="825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任意多边形 91"/>
          <p:cNvSpPr/>
          <p:nvPr>
            <p:custDataLst>
              <p:tags r:id="rId131"/>
            </p:custDataLst>
          </p:nvPr>
        </p:nvSpPr>
        <p:spPr>
          <a:xfrm>
            <a:off x="4181475" y="6098540"/>
            <a:ext cx="676275" cy="228600"/>
          </a:xfrm>
          <a:custGeom>
            <a:avLst/>
            <a:gdLst>
              <a:gd name="sw" fmla="*/ 1 w 1065"/>
              <a:gd name="sh" fmla="*/ 1 h 360"/>
              <a:gd name="mins" fmla="min sw sh"/>
              <a:gd name="dsw" fmla="+- 0 sw mins"/>
              <a:gd name="dsh" fmla="+- 0 sh mins"/>
              <a:gd name="p0x0" fmla="*/ 180 w 1065"/>
              <a:gd name="p0y0" fmla="*/ 0 h 360"/>
              <a:gd name="p0x1" fmla="*/ 885 w 1065"/>
              <a:gd name="p0y1" fmla="*/ 0 h 360"/>
              <a:gd name="p0x2" fmla="*/ 984 w 1065"/>
              <a:gd name="p0y2" fmla="*/ 0 h 360"/>
              <a:gd name="p0x3" fmla="*/ 1065 w 1065"/>
              <a:gd name="p0y3" fmla="*/ 80 h 360"/>
              <a:gd name="p0x4" fmla="*/ 1065 w 1065"/>
              <a:gd name="p0y4" fmla="*/ 180 h 360"/>
              <a:gd name="p0x5" fmla="*/ 1065 w 1065"/>
              <a:gd name="p0y5" fmla="*/ 279 h 360"/>
              <a:gd name="p0x6" fmla="*/ 984 w 1065"/>
              <a:gd name="p0y6" fmla="*/ 360 h 360"/>
              <a:gd name="p0x7" fmla="*/ 885 w 1065"/>
              <a:gd name="p0y7" fmla="*/ 360 h 360"/>
              <a:gd name="p0x8" fmla="*/ 180 w 1065"/>
              <a:gd name="p0y8" fmla="*/ 360 h 360"/>
              <a:gd name="p0x9" fmla="*/ 80 w 1065"/>
              <a:gd name="p0y9" fmla="*/ 360 h 360"/>
              <a:gd name="p0x10" fmla="*/ 0 w 1065"/>
              <a:gd name="p0y10" fmla="*/ 279 h 360"/>
              <a:gd name="p0x11" fmla="*/ 0 w 1065"/>
              <a:gd name="p0y11" fmla="*/ 180 h 360"/>
              <a:gd name="p0x12" fmla="*/ 0 w 1065"/>
              <a:gd name="p0y12" fmla="*/ 80 h 360"/>
              <a:gd name="p0x13" fmla="*/ 80 w 1065"/>
              <a:gd name="p0y13" fmla="*/ 0 h 360"/>
              <a:gd name="p0x14" fmla="*/ 180 w 1065"/>
              <a:gd name="p0y14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CFF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3" name="图片 92"/>
          <p:cNvPicPr>
            <a:picLocks noChangeAspect="1"/>
          </p:cNvPicPr>
          <p:nvPr>
            <p:custDataLst>
              <p:tags r:id="rId132"/>
            </p:custDataLst>
          </p:nvPr>
        </p:nvPicPr>
        <p:blipFill>
          <a:blip r:embed="rId133">
            <a:extLst>
              <a:ext uri="{96DAC541-7B7A-43D3-8B79-37D633B846F1}">
                <asvg:svgBlip xmlns:asvg="http://schemas.microsoft.com/office/drawing/2016/SVG/main" r:embed="rId134"/>
              </a:ext>
            </a:extLst>
          </a:blip>
          <a:srcRect l="-3846" t="-7333" r="-3846" b="-7333"/>
          <a:stretch>
            <a:fillRect/>
          </a:stretch>
        </p:blipFill>
        <p:spPr>
          <a:xfrm>
            <a:off x="4276725" y="6155690"/>
            <a:ext cx="133350" cy="109220"/>
          </a:xfrm>
          <a:prstGeom prst="rect">
            <a:avLst/>
          </a:prstGeom>
        </p:spPr>
      </p:pic>
      <p:sp>
        <p:nvSpPr>
          <p:cNvPr id="94" name="文本框 93"/>
          <p:cNvSpPr txBox="1"/>
          <p:nvPr>
            <p:custDataLst>
              <p:tags r:id="rId135"/>
            </p:custDataLst>
          </p:nvPr>
        </p:nvSpPr>
        <p:spPr>
          <a:xfrm>
            <a:off x="4448175" y="6136777"/>
            <a:ext cx="41910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82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</a:rPr>
              <a:t>工作流</a:t>
            </a:r>
            <a:endParaRPr sz="825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任意多边形 103"/>
          <p:cNvSpPr/>
          <p:nvPr>
            <p:custDataLst>
              <p:tags r:id="rId136"/>
            </p:custDataLst>
          </p:nvPr>
        </p:nvSpPr>
        <p:spPr>
          <a:xfrm>
            <a:off x="6452870" y="4766945"/>
            <a:ext cx="2438400" cy="1390650"/>
          </a:xfrm>
          <a:custGeom>
            <a:avLst/>
            <a:gdLst>
              <a:gd name="sw" fmla="*/ 1 w 3840"/>
              <a:gd name="sh" fmla="*/ 1 h 2190"/>
              <a:gd name="mins" fmla="min sw sh"/>
              <a:gd name="dsw" fmla="+- 0 sw mins"/>
              <a:gd name="dsh" fmla="+- 0 sh mins"/>
              <a:gd name="p0x0" fmla="*/ 150 w 3840"/>
              <a:gd name="p0y0" fmla="*/ 0 h 2190"/>
              <a:gd name="p0x1" fmla="*/ 3690 w 3840"/>
              <a:gd name="p0y1" fmla="*/ 0 h 2190"/>
              <a:gd name="p0x2" fmla="*/ 3772 w 3840"/>
              <a:gd name="p0y2" fmla="*/ 0 h 2190"/>
              <a:gd name="p0x3" fmla="*/ 3840 w 3840"/>
              <a:gd name="p0y3" fmla="*/ 67 h 2190"/>
              <a:gd name="p0x4" fmla="*/ 3840 w 3840"/>
              <a:gd name="p0y4" fmla="*/ 150 h 2190"/>
              <a:gd name="p0x5" fmla="*/ 3840 w 3840"/>
              <a:gd name="p0y5" fmla="*/ 2040 h 2190"/>
              <a:gd name="p0x6" fmla="*/ 3840 w 3840"/>
              <a:gd name="p0y6" fmla="*/ 2122 h 2190"/>
              <a:gd name="p0x7" fmla="*/ 3772 w 3840"/>
              <a:gd name="p0y7" fmla="*/ 2190 h 2190"/>
              <a:gd name="p0x8" fmla="*/ 3690 w 3840"/>
              <a:gd name="p0y8" fmla="*/ 2190 h 2190"/>
              <a:gd name="p0x9" fmla="*/ 150 w 3840"/>
              <a:gd name="p0y9" fmla="*/ 2190 h 2190"/>
              <a:gd name="p0x10" fmla="*/ 67 w 3840"/>
              <a:gd name="p0y10" fmla="*/ 2190 h 2190"/>
              <a:gd name="p0x11" fmla="*/ 0 w 3840"/>
              <a:gd name="p0y11" fmla="*/ 2122 h 2190"/>
              <a:gd name="p0x12" fmla="*/ 0 w 3840"/>
              <a:gd name="p0y12" fmla="*/ 2040 h 2190"/>
              <a:gd name="p0x13" fmla="*/ 0 w 3840"/>
              <a:gd name="p0y13" fmla="*/ 150 h 2190"/>
              <a:gd name="p0x14" fmla="*/ 0 w 3840"/>
              <a:gd name="p0y14" fmla="*/ 67 h 2190"/>
              <a:gd name="p0x15" fmla="*/ 67 w 3840"/>
              <a:gd name="p0y15" fmla="*/ 0 h 2190"/>
              <a:gd name="p0x16" fmla="*/ 150 w 3840"/>
              <a:gd name="p0y16" fmla="*/ 0 h 21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9FC"/>
          </a:solidFill>
          <a:ln w="9525" cmpd="sng">
            <a:solidFill>
              <a:srgbClr val="E2E8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5" name="文本框 104"/>
          <p:cNvSpPr txBox="1"/>
          <p:nvPr>
            <p:custDataLst>
              <p:tags r:id="rId137"/>
            </p:custDataLst>
          </p:nvPr>
        </p:nvSpPr>
        <p:spPr>
          <a:xfrm>
            <a:off x="6610350" y="4902041"/>
            <a:ext cx="1133475" cy="2495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sz="127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企业落地路径</a:t>
            </a:r>
            <a:endParaRPr sz="1275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任意多边形 105"/>
          <p:cNvSpPr/>
          <p:nvPr>
            <p:custDataLst>
              <p:tags r:id="rId138"/>
            </p:custDataLst>
          </p:nvPr>
        </p:nvSpPr>
        <p:spPr>
          <a:xfrm>
            <a:off x="8410575" y="4924425"/>
            <a:ext cx="323850" cy="190500"/>
          </a:xfrm>
          <a:custGeom>
            <a:avLst/>
            <a:gdLst>
              <a:gd name="sw" fmla="*/ 1 w 510"/>
              <a:gd name="sh" fmla="*/ 1 h 300"/>
              <a:gd name="mins" fmla="min sw sh"/>
              <a:gd name="dsw" fmla="+- 0 sw mins"/>
              <a:gd name="dsh" fmla="+- 0 sh mins"/>
              <a:gd name="p0x0" fmla="*/ 60 w 510"/>
              <a:gd name="p0y0" fmla="*/ 0 h 300"/>
              <a:gd name="p0x1" fmla="*/ 450 w 510"/>
              <a:gd name="p0y1" fmla="*/ 0 h 300"/>
              <a:gd name="p0x2" fmla="*/ 483 w 510"/>
              <a:gd name="p0y2" fmla="*/ 0 h 300"/>
              <a:gd name="p0x3" fmla="*/ 510 w 510"/>
              <a:gd name="p0y3" fmla="*/ 26 h 300"/>
              <a:gd name="p0x4" fmla="*/ 510 w 510"/>
              <a:gd name="p0y4" fmla="*/ 60 h 300"/>
              <a:gd name="p0x5" fmla="*/ 510 w 510"/>
              <a:gd name="p0y5" fmla="*/ 240 h 300"/>
              <a:gd name="p0x6" fmla="*/ 510 w 510"/>
              <a:gd name="p0y6" fmla="*/ 273 h 300"/>
              <a:gd name="p0x7" fmla="*/ 483 w 510"/>
              <a:gd name="p0y7" fmla="*/ 300 h 300"/>
              <a:gd name="p0x8" fmla="*/ 450 w 510"/>
              <a:gd name="p0y8" fmla="*/ 300 h 300"/>
              <a:gd name="p0x9" fmla="*/ 60 w 510"/>
              <a:gd name="p0y9" fmla="*/ 300 h 300"/>
              <a:gd name="p0x10" fmla="*/ 26 w 510"/>
              <a:gd name="p0y10" fmla="*/ 300 h 300"/>
              <a:gd name="p0x11" fmla="*/ 0 w 510"/>
              <a:gd name="p0y11" fmla="*/ 273 h 300"/>
              <a:gd name="p0x12" fmla="*/ 0 w 510"/>
              <a:gd name="p0y12" fmla="*/ 240 h 300"/>
              <a:gd name="p0x13" fmla="*/ 0 w 510"/>
              <a:gd name="p0y13" fmla="*/ 60 h 300"/>
              <a:gd name="p0x14" fmla="*/ 0 w 510"/>
              <a:gd name="p0y14" fmla="*/ 26 h 300"/>
              <a:gd name="p0x15" fmla="*/ 26 w 510"/>
              <a:gd name="p0y15" fmla="*/ 0 h 300"/>
              <a:gd name="p0x16" fmla="*/ 60 w 510"/>
              <a:gd name="p0y16" fmla="*/ 0 h 3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7" name="文本框 106"/>
          <p:cNvSpPr txBox="1"/>
          <p:nvPr>
            <p:custDataLst>
              <p:tags r:id="rId139"/>
            </p:custDataLst>
          </p:nvPr>
        </p:nvSpPr>
        <p:spPr>
          <a:xfrm>
            <a:off x="8467725" y="4943475"/>
            <a:ext cx="314325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战略</a:t>
            </a:r>
            <a:endParaRPr sz="8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文本框 107"/>
          <p:cNvSpPr txBox="1"/>
          <p:nvPr>
            <p:custDataLst>
              <p:tags r:id="rId140"/>
            </p:custDataLst>
          </p:nvPr>
        </p:nvSpPr>
        <p:spPr>
          <a:xfrm>
            <a:off x="6610350" y="5195831"/>
            <a:ext cx="2124075" cy="6219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just">
              <a:lnSpc>
                <a:spcPct val="133000"/>
              </a:lnSpc>
            </a:pP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掌握从场景识别、试点验证到规模化推广的四步实施法，建立</a:t>
            </a:r>
            <a:r>
              <a:rPr lang="en-US" alt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治理框架与风险管控机制。</a:t>
            </a:r>
            <a:endParaRPr lang="zh-CN" altLang="en-US"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任意多边形 108"/>
          <p:cNvSpPr/>
          <p:nvPr>
            <p:custDataLst>
              <p:tags r:id="rId141"/>
            </p:custDataLst>
          </p:nvPr>
        </p:nvSpPr>
        <p:spPr>
          <a:xfrm>
            <a:off x="6610350" y="5900420"/>
            <a:ext cx="728345" cy="228600"/>
          </a:xfrm>
          <a:custGeom>
            <a:avLst/>
            <a:gdLst>
              <a:gd name="sw" fmla="*/ 1 w 1147"/>
              <a:gd name="sh" fmla="*/ 1 h 360"/>
              <a:gd name="mins" fmla="min sw sh"/>
              <a:gd name="dsw" fmla="+- 0 sw mins"/>
              <a:gd name="dsh" fmla="+- 0 sh mins"/>
              <a:gd name="p0x0" fmla="*/ 180 w 1147"/>
              <a:gd name="p0y0" fmla="*/ 0 h 360"/>
              <a:gd name="p0x1" fmla="*/ 967 w 1147"/>
              <a:gd name="p0y1" fmla="*/ 0 h 360"/>
              <a:gd name="p0x2" fmla="*/ 1066 w 1147"/>
              <a:gd name="p0y2" fmla="*/ 0 h 360"/>
              <a:gd name="p0x3" fmla="*/ 1147 w 1147"/>
              <a:gd name="p0y3" fmla="*/ 80 h 360"/>
              <a:gd name="p0x4" fmla="*/ 1147 w 1147"/>
              <a:gd name="p0y4" fmla="*/ 180 h 360"/>
              <a:gd name="p0x5" fmla="*/ 1147 w 1147"/>
              <a:gd name="p0y5" fmla="*/ 279 h 360"/>
              <a:gd name="p0x6" fmla="*/ 1066 w 1147"/>
              <a:gd name="p0y6" fmla="*/ 360 h 360"/>
              <a:gd name="p0x7" fmla="*/ 967 w 1147"/>
              <a:gd name="p0y7" fmla="*/ 360 h 360"/>
              <a:gd name="p0x8" fmla="*/ 180 w 1147"/>
              <a:gd name="p0y8" fmla="*/ 360 h 360"/>
              <a:gd name="p0x9" fmla="*/ 80 w 1147"/>
              <a:gd name="p0y9" fmla="*/ 360 h 360"/>
              <a:gd name="p0x10" fmla="*/ 0 w 1147"/>
              <a:gd name="p0y10" fmla="*/ 279 h 360"/>
              <a:gd name="p0x11" fmla="*/ 0 w 1147"/>
              <a:gd name="p0y11" fmla="*/ 180 h 360"/>
              <a:gd name="p0x12" fmla="*/ 0 w 1147"/>
              <a:gd name="p0y12" fmla="*/ 80 h 360"/>
              <a:gd name="p0x13" fmla="*/ 80 w 1147"/>
              <a:gd name="p0y13" fmla="*/ 0 h 360"/>
              <a:gd name="p0x14" fmla="*/ 180 w 1147"/>
              <a:gd name="p0y14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0" name="图片 109"/>
          <p:cNvPicPr>
            <a:picLocks noChangeAspect="1"/>
          </p:cNvPicPr>
          <p:nvPr>
            <p:custDataLst>
              <p:tags r:id="rId142"/>
            </p:custDataLst>
          </p:nvPr>
        </p:nvPicPr>
        <p:blipFill>
          <a:blip r:embed="rId143">
            <a:extLst>
              <a:ext uri="{96DAC541-7B7A-43D3-8B79-37D633B846F1}">
                <asvg:svgBlip xmlns:asvg="http://schemas.microsoft.com/office/drawing/2016/SVG/main" r:embed="rId144"/>
              </a:ext>
            </a:extLst>
          </a:blip>
          <a:srcRect l="-2917" t="-7333" r="-2917" b="-7333"/>
          <a:stretch>
            <a:fillRect/>
          </a:stretch>
        </p:blipFill>
        <p:spPr>
          <a:xfrm>
            <a:off x="6705600" y="5957570"/>
            <a:ext cx="80645" cy="109220"/>
          </a:xfrm>
          <a:prstGeom prst="rect">
            <a:avLst/>
          </a:prstGeom>
        </p:spPr>
      </p:pic>
      <p:sp>
        <p:nvSpPr>
          <p:cNvPr id="111" name="文本框 110"/>
          <p:cNvSpPr txBox="1"/>
          <p:nvPr>
            <p:custDataLst>
              <p:tags r:id="rId145"/>
            </p:custDataLst>
          </p:nvPr>
        </p:nvSpPr>
        <p:spPr>
          <a:xfrm>
            <a:off x="6824663" y="5938685"/>
            <a:ext cx="523875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82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组织变革</a:t>
            </a:r>
            <a:endParaRPr sz="825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任意多边形 111"/>
          <p:cNvSpPr/>
          <p:nvPr>
            <p:custDataLst>
              <p:tags r:id="rId146"/>
            </p:custDataLst>
          </p:nvPr>
        </p:nvSpPr>
        <p:spPr>
          <a:xfrm>
            <a:off x="7414895" y="5900420"/>
            <a:ext cx="752475" cy="228600"/>
          </a:xfrm>
          <a:custGeom>
            <a:avLst/>
            <a:gdLst>
              <a:gd name="sw" fmla="*/ 1 w 1185"/>
              <a:gd name="sh" fmla="*/ 1 h 360"/>
              <a:gd name="mins" fmla="min sw sh"/>
              <a:gd name="dsw" fmla="+- 0 sw mins"/>
              <a:gd name="dsh" fmla="+- 0 sh mins"/>
              <a:gd name="p0x0" fmla="*/ 180 w 1185"/>
              <a:gd name="p0y0" fmla="*/ 0 h 360"/>
              <a:gd name="p0x1" fmla="*/ 1005 w 1185"/>
              <a:gd name="p0y1" fmla="*/ 0 h 360"/>
              <a:gd name="p0x2" fmla="*/ 1104 w 1185"/>
              <a:gd name="p0y2" fmla="*/ 0 h 360"/>
              <a:gd name="p0x3" fmla="*/ 1185 w 1185"/>
              <a:gd name="p0y3" fmla="*/ 80 h 360"/>
              <a:gd name="p0x4" fmla="*/ 1185 w 1185"/>
              <a:gd name="p0y4" fmla="*/ 180 h 360"/>
              <a:gd name="p0x5" fmla="*/ 1185 w 1185"/>
              <a:gd name="p0y5" fmla="*/ 279 h 360"/>
              <a:gd name="p0x6" fmla="*/ 1104 w 1185"/>
              <a:gd name="p0y6" fmla="*/ 360 h 360"/>
              <a:gd name="p0x7" fmla="*/ 1005 w 1185"/>
              <a:gd name="p0y7" fmla="*/ 360 h 360"/>
              <a:gd name="p0x8" fmla="*/ 180 w 1185"/>
              <a:gd name="p0y8" fmla="*/ 360 h 360"/>
              <a:gd name="p0x9" fmla="*/ 80 w 1185"/>
              <a:gd name="p0y9" fmla="*/ 360 h 360"/>
              <a:gd name="p0x10" fmla="*/ 0 w 1185"/>
              <a:gd name="p0y10" fmla="*/ 279 h 360"/>
              <a:gd name="p0x11" fmla="*/ 0 w 1185"/>
              <a:gd name="p0y11" fmla="*/ 180 h 360"/>
              <a:gd name="p0x12" fmla="*/ 0 w 1185"/>
              <a:gd name="p0y12" fmla="*/ 80 h 360"/>
              <a:gd name="p0x13" fmla="*/ 80 w 1185"/>
              <a:gd name="p0y13" fmla="*/ 0 h 360"/>
              <a:gd name="p0x14" fmla="*/ 180 w 1185"/>
              <a:gd name="p0y14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CFF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3" name="图片 112"/>
          <p:cNvPicPr>
            <a:picLocks noChangeAspect="1"/>
          </p:cNvPicPr>
          <p:nvPr>
            <p:custDataLst>
              <p:tags r:id="rId147"/>
            </p:custDataLst>
          </p:nvPr>
        </p:nvPicPr>
        <p:blipFill>
          <a:blip r:embed="rId148">
            <a:extLst>
              <a:ext uri="{96DAC541-7B7A-43D3-8B79-37D633B846F1}">
                <asvg:svgBlip xmlns:asvg="http://schemas.microsoft.com/office/drawing/2016/SVG/main" r:embed="rId149"/>
              </a:ext>
            </a:extLst>
          </a:blip>
          <a:srcRect l="-5000" t="-7333" r="-5000" b="-7333"/>
          <a:stretch>
            <a:fillRect/>
          </a:stretch>
        </p:blipFill>
        <p:spPr>
          <a:xfrm>
            <a:off x="7510145" y="5957570"/>
            <a:ext cx="104775" cy="109220"/>
          </a:xfrm>
          <a:prstGeom prst="rect">
            <a:avLst/>
          </a:prstGeom>
        </p:spPr>
      </p:pic>
      <p:sp>
        <p:nvSpPr>
          <p:cNvPr id="114" name="文本框 113"/>
          <p:cNvSpPr txBox="1"/>
          <p:nvPr>
            <p:custDataLst>
              <p:tags r:id="rId150"/>
            </p:custDataLst>
          </p:nvPr>
        </p:nvSpPr>
        <p:spPr>
          <a:xfrm>
            <a:off x="7653338" y="5938685"/>
            <a:ext cx="523875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82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</a:rPr>
              <a:t>合规治理</a:t>
            </a:r>
            <a:endParaRPr sz="825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任意多边形 114"/>
          <p:cNvSpPr/>
          <p:nvPr>
            <p:custDataLst>
              <p:tags r:id="rId151"/>
            </p:custDataLst>
          </p:nvPr>
        </p:nvSpPr>
        <p:spPr>
          <a:xfrm>
            <a:off x="9053195" y="4766945"/>
            <a:ext cx="2438400" cy="1390650"/>
          </a:xfrm>
          <a:custGeom>
            <a:avLst/>
            <a:gdLst>
              <a:gd name="sw" fmla="*/ 1 w 3840"/>
              <a:gd name="sh" fmla="*/ 1 h 2190"/>
              <a:gd name="mins" fmla="min sw sh"/>
              <a:gd name="dsw" fmla="+- 0 sw mins"/>
              <a:gd name="dsh" fmla="+- 0 sh mins"/>
              <a:gd name="p0x0" fmla="*/ 150 w 3840"/>
              <a:gd name="p0y0" fmla="*/ 0 h 2190"/>
              <a:gd name="p0x1" fmla="*/ 3690 w 3840"/>
              <a:gd name="p0y1" fmla="*/ 0 h 2190"/>
              <a:gd name="p0x2" fmla="*/ 3772 w 3840"/>
              <a:gd name="p0y2" fmla="*/ 0 h 2190"/>
              <a:gd name="p0x3" fmla="*/ 3840 w 3840"/>
              <a:gd name="p0y3" fmla="*/ 67 h 2190"/>
              <a:gd name="p0x4" fmla="*/ 3840 w 3840"/>
              <a:gd name="p0y4" fmla="*/ 150 h 2190"/>
              <a:gd name="p0x5" fmla="*/ 3840 w 3840"/>
              <a:gd name="p0y5" fmla="*/ 2040 h 2190"/>
              <a:gd name="p0x6" fmla="*/ 3840 w 3840"/>
              <a:gd name="p0y6" fmla="*/ 2122 h 2190"/>
              <a:gd name="p0x7" fmla="*/ 3772 w 3840"/>
              <a:gd name="p0y7" fmla="*/ 2190 h 2190"/>
              <a:gd name="p0x8" fmla="*/ 3690 w 3840"/>
              <a:gd name="p0y8" fmla="*/ 2190 h 2190"/>
              <a:gd name="p0x9" fmla="*/ 150 w 3840"/>
              <a:gd name="p0y9" fmla="*/ 2190 h 2190"/>
              <a:gd name="p0x10" fmla="*/ 67 w 3840"/>
              <a:gd name="p0y10" fmla="*/ 2190 h 2190"/>
              <a:gd name="p0x11" fmla="*/ 0 w 3840"/>
              <a:gd name="p0y11" fmla="*/ 2122 h 2190"/>
              <a:gd name="p0x12" fmla="*/ 0 w 3840"/>
              <a:gd name="p0y12" fmla="*/ 2040 h 2190"/>
              <a:gd name="p0x13" fmla="*/ 0 w 3840"/>
              <a:gd name="p0y13" fmla="*/ 150 h 2190"/>
              <a:gd name="p0x14" fmla="*/ 0 w 3840"/>
              <a:gd name="p0y14" fmla="*/ 67 h 2190"/>
              <a:gd name="p0x15" fmla="*/ 67 w 3840"/>
              <a:gd name="p0y15" fmla="*/ 0 h 2190"/>
              <a:gd name="p0x16" fmla="*/ 150 w 3840"/>
              <a:gd name="p0y16" fmla="*/ 0 h 21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9FC"/>
          </a:solidFill>
          <a:ln w="9525" cmpd="sng">
            <a:solidFill>
              <a:srgbClr val="E2E8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6" name="文本框 115"/>
          <p:cNvSpPr txBox="1"/>
          <p:nvPr>
            <p:custDataLst>
              <p:tags r:id="rId152"/>
            </p:custDataLst>
          </p:nvPr>
        </p:nvSpPr>
        <p:spPr>
          <a:xfrm>
            <a:off x="9210675" y="4902041"/>
            <a:ext cx="1133475" cy="2495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sz="127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个人转型计划</a:t>
            </a:r>
            <a:endParaRPr sz="1275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任意多边形 116"/>
          <p:cNvSpPr/>
          <p:nvPr>
            <p:custDataLst>
              <p:tags r:id="rId153"/>
            </p:custDataLst>
          </p:nvPr>
        </p:nvSpPr>
        <p:spPr>
          <a:xfrm>
            <a:off x="11010900" y="4924425"/>
            <a:ext cx="323850" cy="190500"/>
          </a:xfrm>
          <a:custGeom>
            <a:avLst/>
            <a:gdLst>
              <a:gd name="sw" fmla="*/ 1 w 510"/>
              <a:gd name="sh" fmla="*/ 1 h 300"/>
              <a:gd name="mins" fmla="min sw sh"/>
              <a:gd name="dsw" fmla="+- 0 sw mins"/>
              <a:gd name="dsh" fmla="+- 0 sh mins"/>
              <a:gd name="p0x0" fmla="*/ 60 w 510"/>
              <a:gd name="p0y0" fmla="*/ 0 h 300"/>
              <a:gd name="p0x1" fmla="*/ 450 w 510"/>
              <a:gd name="p0y1" fmla="*/ 0 h 300"/>
              <a:gd name="p0x2" fmla="*/ 483 w 510"/>
              <a:gd name="p0y2" fmla="*/ 0 h 300"/>
              <a:gd name="p0x3" fmla="*/ 510 w 510"/>
              <a:gd name="p0y3" fmla="*/ 26 h 300"/>
              <a:gd name="p0x4" fmla="*/ 510 w 510"/>
              <a:gd name="p0y4" fmla="*/ 60 h 300"/>
              <a:gd name="p0x5" fmla="*/ 510 w 510"/>
              <a:gd name="p0y5" fmla="*/ 240 h 300"/>
              <a:gd name="p0x6" fmla="*/ 510 w 510"/>
              <a:gd name="p0y6" fmla="*/ 273 h 300"/>
              <a:gd name="p0x7" fmla="*/ 483 w 510"/>
              <a:gd name="p0y7" fmla="*/ 300 h 300"/>
              <a:gd name="p0x8" fmla="*/ 450 w 510"/>
              <a:gd name="p0y8" fmla="*/ 300 h 300"/>
              <a:gd name="p0x9" fmla="*/ 60 w 510"/>
              <a:gd name="p0y9" fmla="*/ 300 h 300"/>
              <a:gd name="p0x10" fmla="*/ 26 w 510"/>
              <a:gd name="p0y10" fmla="*/ 300 h 300"/>
              <a:gd name="p0x11" fmla="*/ 0 w 510"/>
              <a:gd name="p0y11" fmla="*/ 273 h 300"/>
              <a:gd name="p0x12" fmla="*/ 0 w 510"/>
              <a:gd name="p0y12" fmla="*/ 240 h 300"/>
              <a:gd name="p0x13" fmla="*/ 0 w 510"/>
              <a:gd name="p0y13" fmla="*/ 60 h 300"/>
              <a:gd name="p0x14" fmla="*/ 0 w 510"/>
              <a:gd name="p0y14" fmla="*/ 26 h 300"/>
              <a:gd name="p0x15" fmla="*/ 26 w 510"/>
              <a:gd name="p0y15" fmla="*/ 0 h 300"/>
              <a:gd name="p0x16" fmla="*/ 60 w 510"/>
              <a:gd name="p0y16" fmla="*/ 0 h 3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8" name="文本框 117"/>
          <p:cNvSpPr txBox="1"/>
          <p:nvPr>
            <p:custDataLst>
              <p:tags r:id="rId154"/>
            </p:custDataLst>
          </p:nvPr>
        </p:nvSpPr>
        <p:spPr>
          <a:xfrm>
            <a:off x="11068050" y="4943475"/>
            <a:ext cx="314325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成长</a:t>
            </a:r>
            <a:endParaRPr sz="8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文本框 118"/>
          <p:cNvSpPr txBox="1"/>
          <p:nvPr>
            <p:custDataLst>
              <p:tags r:id="rId155"/>
            </p:custDataLst>
          </p:nvPr>
        </p:nvSpPr>
        <p:spPr>
          <a:xfrm>
            <a:off x="9210675" y="5195831"/>
            <a:ext cx="2124075" cy="6219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just">
              <a:lnSpc>
                <a:spcPct val="133000"/>
              </a:lnSpc>
            </a:pP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制定</a:t>
            </a:r>
            <a:r>
              <a:rPr lang="en-US" alt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90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</a:t>
            </a:r>
            <a:r>
              <a:rPr lang="en-US" alt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技能升级路线图，重构个人工作流，培养</a:t>
            </a:r>
            <a:r>
              <a:rPr lang="en-US" alt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思维，实现从工具使用者到</a:t>
            </a:r>
            <a:r>
              <a:rPr lang="en-US" alt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协同者的转变。</a:t>
            </a:r>
            <a:endParaRPr lang="zh-CN" altLang="en-US"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0" name="任意多边形 119"/>
          <p:cNvSpPr/>
          <p:nvPr>
            <p:custDataLst>
              <p:tags r:id="rId156"/>
            </p:custDataLst>
          </p:nvPr>
        </p:nvSpPr>
        <p:spPr>
          <a:xfrm>
            <a:off x="9210675" y="5900420"/>
            <a:ext cx="737870" cy="228600"/>
          </a:xfrm>
          <a:custGeom>
            <a:avLst/>
            <a:gdLst>
              <a:gd name="sw" fmla="*/ 1 w 1162"/>
              <a:gd name="sh" fmla="*/ 1 h 360"/>
              <a:gd name="mins" fmla="min sw sh"/>
              <a:gd name="dsw" fmla="+- 0 sw mins"/>
              <a:gd name="dsh" fmla="+- 0 sh mins"/>
              <a:gd name="p0x0" fmla="*/ 180 w 1162"/>
              <a:gd name="p0y0" fmla="*/ 0 h 360"/>
              <a:gd name="p0x1" fmla="*/ 982 w 1162"/>
              <a:gd name="p0y1" fmla="*/ 0 h 360"/>
              <a:gd name="p0x2" fmla="*/ 1081 w 1162"/>
              <a:gd name="p0y2" fmla="*/ 0 h 360"/>
              <a:gd name="p0x3" fmla="*/ 1162 w 1162"/>
              <a:gd name="p0y3" fmla="*/ 80 h 360"/>
              <a:gd name="p0x4" fmla="*/ 1162 w 1162"/>
              <a:gd name="p0y4" fmla="*/ 180 h 360"/>
              <a:gd name="p0x5" fmla="*/ 1162 w 1162"/>
              <a:gd name="p0y5" fmla="*/ 279 h 360"/>
              <a:gd name="p0x6" fmla="*/ 1081 w 1162"/>
              <a:gd name="p0y6" fmla="*/ 360 h 360"/>
              <a:gd name="p0x7" fmla="*/ 982 w 1162"/>
              <a:gd name="p0y7" fmla="*/ 360 h 360"/>
              <a:gd name="p0x8" fmla="*/ 180 w 1162"/>
              <a:gd name="p0y8" fmla="*/ 360 h 360"/>
              <a:gd name="p0x9" fmla="*/ 80 w 1162"/>
              <a:gd name="p0y9" fmla="*/ 360 h 360"/>
              <a:gd name="p0x10" fmla="*/ 0 w 1162"/>
              <a:gd name="p0y10" fmla="*/ 279 h 360"/>
              <a:gd name="p0x11" fmla="*/ 0 w 1162"/>
              <a:gd name="p0y11" fmla="*/ 180 h 360"/>
              <a:gd name="p0x12" fmla="*/ 0 w 1162"/>
              <a:gd name="p0y12" fmla="*/ 80 h 360"/>
              <a:gd name="p0x13" fmla="*/ 80 w 1162"/>
              <a:gd name="p0y13" fmla="*/ 0 h 360"/>
              <a:gd name="p0x14" fmla="*/ 180 w 1162"/>
              <a:gd name="p0y14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1" name="图片 120"/>
          <p:cNvPicPr>
            <a:picLocks noChangeAspect="1"/>
          </p:cNvPicPr>
          <p:nvPr>
            <p:custDataLst>
              <p:tags r:id="rId157"/>
            </p:custDataLst>
          </p:nvPr>
        </p:nvPicPr>
        <p:blipFill>
          <a:blip r:embed="rId158">
            <a:extLst>
              <a:ext uri="{96DAC541-7B7A-43D3-8B79-37D633B846F1}">
                <asvg:svgBlip xmlns:asvg="http://schemas.microsoft.com/office/drawing/2016/SVG/main" r:embed="rId159"/>
              </a:ext>
            </a:extLst>
          </a:blip>
          <a:srcRect l="-2593" t="-7333" r="-2593" b="-7333"/>
          <a:stretch>
            <a:fillRect/>
          </a:stretch>
        </p:blipFill>
        <p:spPr>
          <a:xfrm>
            <a:off x="9305925" y="5957570"/>
            <a:ext cx="90170" cy="109220"/>
          </a:xfrm>
          <a:prstGeom prst="rect">
            <a:avLst/>
          </a:prstGeom>
        </p:spPr>
      </p:pic>
      <p:sp>
        <p:nvSpPr>
          <p:cNvPr id="122" name="文本框 121"/>
          <p:cNvSpPr txBox="1"/>
          <p:nvPr>
            <p:custDataLst>
              <p:tags r:id="rId160"/>
            </p:custDataLst>
          </p:nvPr>
        </p:nvSpPr>
        <p:spPr>
          <a:xfrm>
            <a:off x="9434513" y="5938685"/>
            <a:ext cx="523875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82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能力升级</a:t>
            </a:r>
            <a:endParaRPr sz="825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任意多边形 122"/>
          <p:cNvSpPr/>
          <p:nvPr>
            <p:custDataLst>
              <p:tags r:id="rId161"/>
            </p:custDataLst>
          </p:nvPr>
        </p:nvSpPr>
        <p:spPr>
          <a:xfrm>
            <a:off x="10024745" y="5900420"/>
            <a:ext cx="767080" cy="228600"/>
          </a:xfrm>
          <a:custGeom>
            <a:avLst/>
            <a:gdLst>
              <a:gd name="sw" fmla="*/ 1 w 1207"/>
              <a:gd name="sh" fmla="*/ 1 h 360"/>
              <a:gd name="mins" fmla="min sw sh"/>
              <a:gd name="dsw" fmla="+- 0 sw mins"/>
              <a:gd name="dsh" fmla="+- 0 sh mins"/>
              <a:gd name="p0x0" fmla="*/ 180 w 1207"/>
              <a:gd name="p0y0" fmla="*/ 0 h 360"/>
              <a:gd name="p0x1" fmla="*/ 1027 w 1207"/>
              <a:gd name="p0y1" fmla="*/ 0 h 360"/>
              <a:gd name="p0x2" fmla="*/ 1126 w 1207"/>
              <a:gd name="p0y2" fmla="*/ 0 h 360"/>
              <a:gd name="p0x3" fmla="*/ 1207 w 1207"/>
              <a:gd name="p0y3" fmla="*/ 80 h 360"/>
              <a:gd name="p0x4" fmla="*/ 1207 w 1207"/>
              <a:gd name="p0y4" fmla="*/ 180 h 360"/>
              <a:gd name="p0x5" fmla="*/ 1207 w 1207"/>
              <a:gd name="p0y5" fmla="*/ 279 h 360"/>
              <a:gd name="p0x6" fmla="*/ 1126 w 1207"/>
              <a:gd name="p0y6" fmla="*/ 360 h 360"/>
              <a:gd name="p0x7" fmla="*/ 1027 w 1207"/>
              <a:gd name="p0y7" fmla="*/ 360 h 360"/>
              <a:gd name="p0x8" fmla="*/ 180 w 1207"/>
              <a:gd name="p0y8" fmla="*/ 360 h 360"/>
              <a:gd name="p0x9" fmla="*/ 80 w 1207"/>
              <a:gd name="p0y9" fmla="*/ 360 h 360"/>
              <a:gd name="p0x10" fmla="*/ 0 w 1207"/>
              <a:gd name="p0y10" fmla="*/ 279 h 360"/>
              <a:gd name="p0x11" fmla="*/ 0 w 1207"/>
              <a:gd name="p0y11" fmla="*/ 180 h 360"/>
              <a:gd name="p0x12" fmla="*/ 0 w 1207"/>
              <a:gd name="p0y12" fmla="*/ 80 h 360"/>
              <a:gd name="p0x13" fmla="*/ 80 w 1207"/>
              <a:gd name="p0y13" fmla="*/ 0 h 360"/>
              <a:gd name="p0x14" fmla="*/ 180 w 1207"/>
              <a:gd name="p0y14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CFF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4" name="图片 123"/>
          <p:cNvPicPr>
            <a:picLocks noChangeAspect="1"/>
          </p:cNvPicPr>
          <p:nvPr>
            <p:custDataLst>
              <p:tags r:id="rId162"/>
            </p:custDataLst>
          </p:nvPr>
        </p:nvPicPr>
        <p:blipFill>
          <a:blip r:embed="rId163">
            <a:extLst>
              <a:ext uri="{96DAC541-7B7A-43D3-8B79-37D633B846F1}">
                <asvg:svgBlip xmlns:asvg="http://schemas.microsoft.com/office/drawing/2016/SVG/main" r:embed="rId164"/>
              </a:ext>
            </a:extLst>
          </a:blip>
          <a:srcRect l="-2222" t="-45556" r="-2222" b="-45556"/>
          <a:stretch>
            <a:fillRect/>
          </a:stretch>
        </p:blipFill>
        <p:spPr>
          <a:xfrm>
            <a:off x="10119995" y="5957570"/>
            <a:ext cx="119380" cy="109220"/>
          </a:xfrm>
          <a:prstGeom prst="rect">
            <a:avLst/>
          </a:prstGeom>
        </p:spPr>
      </p:pic>
      <p:sp>
        <p:nvSpPr>
          <p:cNvPr id="125" name="文本框 124"/>
          <p:cNvSpPr txBox="1"/>
          <p:nvPr>
            <p:custDataLst>
              <p:tags r:id="rId165"/>
            </p:custDataLst>
          </p:nvPr>
        </p:nvSpPr>
        <p:spPr>
          <a:xfrm>
            <a:off x="10277475" y="5938685"/>
            <a:ext cx="523875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82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</a:rPr>
              <a:t>持续进化</a:t>
            </a:r>
            <a:endParaRPr sz="825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457200" y="409575"/>
            <a:ext cx="8315325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3000" b="1" spc="75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重新理解人工智能：从</a:t>
            </a:r>
            <a:r>
              <a:rPr lang="en-US" altLang="zh-CN" sz="3000" b="1" spc="75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3000" b="1" spc="75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是什么</a:t>
            </a:r>
            <a:r>
              <a:rPr lang="en-US" altLang="zh-CN" sz="3000" b="1" spc="75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3000" b="1" spc="75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</a:t>
            </a:r>
            <a:r>
              <a:rPr lang="en-US" altLang="zh-CN" sz="3000" b="1" spc="75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3000" b="1" spc="75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</a:t>
            </a:r>
            <a:r>
              <a:rPr lang="en-US" altLang="zh-CN" sz="3000" b="1" spc="75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lang="en-US" altLang="zh-CN" sz="3000" b="1" spc="75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457200" y="1162050"/>
            <a:ext cx="3630930" cy="5238750"/>
            <a:chOff x="720" y="1830"/>
            <a:chExt cx="5718" cy="8250"/>
          </a:xfrm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grpSpPr>
        <p:sp>
          <p:nvSpPr>
            <p:cNvPr id="4" name="任意多边形 3"/>
            <p:cNvSpPr/>
            <p:nvPr>
              <p:custDataLst>
                <p:tags r:id="rId3"/>
              </p:custDataLst>
            </p:nvPr>
          </p:nvSpPr>
          <p:spPr>
            <a:xfrm>
              <a:off x="720" y="1830"/>
              <a:ext cx="5719" cy="8250"/>
            </a:xfrm>
            <a:custGeom>
              <a:avLst/>
              <a:gdLst>
                <a:gd name="sw" fmla="*/ 1 w 5719"/>
                <a:gd name="sh" fmla="*/ 1 h 8250"/>
                <a:gd name="mins" fmla="min sw sh"/>
                <a:gd name="dsw" fmla="+- 0 sw mins"/>
                <a:gd name="dsh" fmla="+- 0 sh mins"/>
                <a:gd name="p0x0" fmla="*/ 240 w 5719"/>
                <a:gd name="p0y0" fmla="*/ 0 h 8250"/>
                <a:gd name="p0x1" fmla="*/ 5479 w 5719"/>
                <a:gd name="p0y1" fmla="*/ 0 h 8250"/>
                <a:gd name="p0x2" fmla="*/ 5612 w 5719"/>
                <a:gd name="p0y2" fmla="*/ 0 h 8250"/>
                <a:gd name="p0x3" fmla="*/ 5719 w 5719"/>
                <a:gd name="p0y3" fmla="*/ 107 h 8250"/>
                <a:gd name="p0x4" fmla="*/ 5719 w 5719"/>
                <a:gd name="p0y4" fmla="*/ 240 h 8250"/>
                <a:gd name="p0x5" fmla="*/ 5719 w 5719"/>
                <a:gd name="p0y5" fmla="*/ 8010 h 8250"/>
                <a:gd name="p0x6" fmla="*/ 5719 w 5719"/>
                <a:gd name="p0y6" fmla="*/ 8142 h 8250"/>
                <a:gd name="p0x7" fmla="*/ 5612 w 5719"/>
                <a:gd name="p0y7" fmla="*/ 8250 h 8250"/>
                <a:gd name="p0x8" fmla="*/ 5479 w 5719"/>
                <a:gd name="p0y8" fmla="*/ 8250 h 8250"/>
                <a:gd name="p0x9" fmla="*/ 240 w 5719"/>
                <a:gd name="p0y9" fmla="*/ 8250 h 8250"/>
                <a:gd name="p0x10" fmla="*/ 107 w 5719"/>
                <a:gd name="p0y10" fmla="*/ 8250 h 8250"/>
                <a:gd name="p0x11" fmla="*/ 0 w 5719"/>
                <a:gd name="p0y11" fmla="*/ 8142 h 8250"/>
                <a:gd name="p0x12" fmla="*/ 0 w 5719"/>
                <a:gd name="p0y12" fmla="*/ 8010 h 8250"/>
                <a:gd name="p0x13" fmla="*/ 0 w 5719"/>
                <a:gd name="p0y13" fmla="*/ 240 h 8250"/>
                <a:gd name="p0x14" fmla="*/ 0 w 5719"/>
                <a:gd name="p0y14" fmla="*/ 107 h 8250"/>
                <a:gd name="p0x15" fmla="*/ 107 w 5719"/>
                <a:gd name="p0y15" fmla="*/ 0 h 8250"/>
                <a:gd name="p0x16" fmla="*/ 240 w 5719"/>
                <a:gd name="p0y16" fmla="*/ 0 h 825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任意多边形 4"/>
            <p:cNvSpPr/>
            <p:nvPr>
              <p:custDataLst>
                <p:tags r:id="rId4"/>
              </p:custDataLst>
            </p:nvPr>
          </p:nvSpPr>
          <p:spPr>
            <a:xfrm>
              <a:off x="720" y="1830"/>
              <a:ext cx="5719" cy="240"/>
            </a:xfrm>
            <a:custGeom>
              <a:avLst/>
              <a:gdLst>
                <a:gd name="sw" fmla="*/ 1 w 5719"/>
                <a:gd name="sh" fmla="*/ 1 h 240"/>
                <a:gd name="mins" fmla="min sw sh"/>
                <a:gd name="dsw" fmla="+- 0 sw mins"/>
                <a:gd name="dsh" fmla="+- 0 sh mins"/>
                <a:gd name="p0x0" fmla="*/ 240 w 5719"/>
                <a:gd name="p0y0" fmla="*/ 0 h 240"/>
                <a:gd name="p0x1" fmla="*/ 5479 w 5719"/>
                <a:gd name="p0y1" fmla="*/ 0 h 240"/>
                <a:gd name="p0x2" fmla="*/ 5612 w 5719"/>
                <a:gd name="p0y2" fmla="*/ 0 h 240"/>
                <a:gd name="p0x3" fmla="*/ 5719 w 5719"/>
                <a:gd name="p0y3" fmla="*/ 107 h 240"/>
                <a:gd name="p0x4" fmla="*/ 5719 w 5719"/>
                <a:gd name="p0y4" fmla="*/ 240 h 240"/>
                <a:gd name="p0x5" fmla="*/ 5719 w 5719"/>
                <a:gd name="p0y5" fmla="*/ 157 h 240"/>
                <a:gd name="p0x6" fmla="*/ 5612 w 5719"/>
                <a:gd name="p0y6" fmla="*/ 90 h 240"/>
                <a:gd name="p0x7" fmla="*/ 5479 w 5719"/>
                <a:gd name="p0y7" fmla="*/ 90 h 240"/>
                <a:gd name="p0x8" fmla="*/ 240 w 5719"/>
                <a:gd name="p0y8" fmla="*/ 90 h 240"/>
                <a:gd name="p0x9" fmla="*/ 107 w 5719"/>
                <a:gd name="p0y9" fmla="*/ 90 h 240"/>
                <a:gd name="p0x10" fmla="*/ 0 w 5719"/>
                <a:gd name="p0y10" fmla="*/ 157 h 240"/>
                <a:gd name="p0x11" fmla="*/ 0 w 5719"/>
                <a:gd name="p0y11" fmla="*/ 240 h 240"/>
                <a:gd name="p0x12" fmla="*/ 0 w 5719"/>
                <a:gd name="p0y12" fmla="*/ 107 h 240"/>
                <a:gd name="p0x13" fmla="*/ 107 w 5719"/>
                <a:gd name="p0y13" fmla="*/ 0 h 240"/>
                <a:gd name="p0x14" fmla="*/ 240 w 5719"/>
                <a:gd name="p0y14" fmla="*/ 0 h 2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685800" y="1447800"/>
            <a:ext cx="533400" cy="533400"/>
          </a:xfrm>
          <a:custGeom>
            <a:avLst/>
            <a:gdLst>
              <a:gd name="sw" fmla="*/ 1 w 840"/>
              <a:gd name="sh" fmla="*/ 1 h 840"/>
              <a:gd name="mins" fmla="min sw sh"/>
              <a:gd name="dsw" fmla="+- 0 sw mins"/>
              <a:gd name="dsh" fmla="+- 0 sh mins"/>
              <a:gd name="p0x0" fmla="*/ 180 w 840"/>
              <a:gd name="p0y0" fmla="*/ 0 h 840"/>
              <a:gd name="p0x1" fmla="*/ 660 w 840"/>
              <a:gd name="p0y1" fmla="*/ 0 h 840"/>
              <a:gd name="p0x2" fmla="*/ 759 w 840"/>
              <a:gd name="p0y2" fmla="*/ 0 h 840"/>
              <a:gd name="p0x3" fmla="*/ 840 w 840"/>
              <a:gd name="p0y3" fmla="*/ 80 h 840"/>
              <a:gd name="p0x4" fmla="*/ 840 w 840"/>
              <a:gd name="p0y4" fmla="*/ 180 h 840"/>
              <a:gd name="p0x5" fmla="*/ 840 w 840"/>
              <a:gd name="p0y5" fmla="*/ 660 h 840"/>
              <a:gd name="p0x6" fmla="*/ 840 w 840"/>
              <a:gd name="p0y6" fmla="*/ 759 h 840"/>
              <a:gd name="p0x7" fmla="*/ 759 w 840"/>
              <a:gd name="p0y7" fmla="*/ 840 h 840"/>
              <a:gd name="p0x8" fmla="*/ 660 w 840"/>
              <a:gd name="p0y8" fmla="*/ 840 h 840"/>
              <a:gd name="p0x9" fmla="*/ 180 w 840"/>
              <a:gd name="p0y9" fmla="*/ 840 h 840"/>
              <a:gd name="p0x10" fmla="*/ 80 w 840"/>
              <a:gd name="p0y10" fmla="*/ 840 h 840"/>
              <a:gd name="p0x11" fmla="*/ 0 w 840"/>
              <a:gd name="p0y11" fmla="*/ 759 h 840"/>
              <a:gd name="p0x12" fmla="*/ 0 w 840"/>
              <a:gd name="p0y12" fmla="*/ 660 h 840"/>
              <a:gd name="p0x13" fmla="*/ 0 w 840"/>
              <a:gd name="p0y13" fmla="*/ 180 h 840"/>
              <a:gd name="p0x14" fmla="*/ 0 w 840"/>
              <a:gd name="p0y14" fmla="*/ 80 h 840"/>
              <a:gd name="p0x15" fmla="*/ 80 w 840"/>
              <a:gd name="p0y15" fmla="*/ 0 h 840"/>
              <a:gd name="p0x16" fmla="*/ 180 w 840"/>
              <a:gd name="p0y16" fmla="*/ 0 h 8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1E3A8A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-2083" b="-2083"/>
          <a:stretch>
            <a:fillRect/>
          </a:stretch>
        </p:blipFill>
        <p:spPr>
          <a:xfrm>
            <a:off x="838200" y="1595120"/>
            <a:ext cx="228600" cy="238125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685800" y="2142173"/>
            <a:ext cx="3174949" cy="3257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en-US"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定义与核心能力</a:t>
            </a:r>
            <a:endParaRPr lang="zh-CN" sz="165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685800" y="2557780"/>
            <a:ext cx="3173730" cy="313690"/>
            <a:chOff x="1080" y="4028"/>
            <a:chExt cx="4998" cy="494"/>
          </a:xfrm>
        </p:grpSpPr>
        <p:sp>
          <p:nvSpPr>
            <p:cNvPr id="10" name="任意多边形 9"/>
            <p:cNvSpPr/>
            <p:nvPr>
              <p:custDataLst>
                <p:tags r:id="rId10"/>
              </p:custDataLst>
            </p:nvPr>
          </p:nvSpPr>
          <p:spPr>
            <a:xfrm>
              <a:off x="1080" y="4028"/>
              <a:ext cx="4999" cy="495"/>
            </a:xfrm>
            <a:custGeom>
              <a:avLst/>
              <a:gdLst>
                <a:gd name="sw" fmla="*/ 1 w 4999"/>
                <a:gd name="sh" fmla="*/ 1 h 494"/>
                <a:gd name="mins" fmla="min sw sh"/>
                <a:gd name="dsw" fmla="+- 0 sw mins"/>
                <a:gd name="dsh" fmla="+- 0 sh mins"/>
                <a:gd name="p0x0" fmla="*/ 0 w 4999"/>
                <a:gd name="p0y0" fmla="*/ 0 h 494"/>
                <a:gd name="p0x1" fmla="*/ 4999 w 4999"/>
                <a:gd name="p0y1" fmla="*/ 0 h 494"/>
                <a:gd name="p0x2" fmla="*/ 4999 w 4999"/>
                <a:gd name="p0y2" fmla="*/ 494 h 494"/>
                <a:gd name="p0x3" fmla="*/ 0 w 4999"/>
                <a:gd name="p0y3" fmla="*/ 494 h 494"/>
                <a:gd name="p0x4" fmla="*/ 0 w 4999"/>
                <a:gd name="p0y4" fmla="*/ 0 h 49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>
              <p:custDataLst>
                <p:tags r:id="rId11"/>
              </p:custDataLst>
            </p:nvPr>
          </p:nvSpPr>
          <p:spPr>
            <a:xfrm>
              <a:off x="1089" y="4508"/>
              <a:ext cx="4980" cy="15"/>
            </a:xfrm>
            <a:custGeom>
              <a:avLst/>
              <a:gdLst>
                <a:gd name="sw" fmla="*/ 1 w 4980"/>
                <a:gd name="sh" fmla="*/ 1 h 15"/>
                <a:gd name="mins" fmla="min sw sh"/>
                <a:gd name="dsw" fmla="+- 0 sw mins"/>
                <a:gd name="dsh" fmla="+- 0 sh mins"/>
                <a:gd name="p0x0" fmla="*/ 4980 w 4980"/>
                <a:gd name="p0y0" fmla="*/ 15 h 15"/>
                <a:gd name="p0x1" fmla="*/ 4950 w 4980"/>
                <a:gd name="p0y1" fmla="*/ 15 h 15"/>
                <a:gd name="p0x2" fmla="*/ 4950 w 4980"/>
                <a:gd name="p0y2" fmla="*/ 0 h 15"/>
                <a:gd name="p0x3" fmla="*/ 4980 w 4980"/>
                <a:gd name="p0y3" fmla="*/ 0 h 15"/>
                <a:gd name="p0x4" fmla="*/ 4980 w 4980"/>
                <a:gd name="p0y4" fmla="*/ 15 h 15"/>
                <a:gd name="p0x5" fmla="*/ 4935 w 4980"/>
                <a:gd name="p0y5" fmla="*/ 15 h 15"/>
                <a:gd name="p0x6" fmla="*/ 4905 w 4980"/>
                <a:gd name="p0y6" fmla="*/ 15 h 15"/>
                <a:gd name="p0x7" fmla="*/ 4905 w 4980"/>
                <a:gd name="p0y7" fmla="*/ 0 h 15"/>
                <a:gd name="p0x8" fmla="*/ 4935 w 4980"/>
                <a:gd name="p0y8" fmla="*/ 0 h 15"/>
                <a:gd name="p0x9" fmla="*/ 4935 w 4980"/>
                <a:gd name="p0y9" fmla="*/ 15 h 15"/>
                <a:gd name="p0x10" fmla="*/ 4890 w 4980"/>
                <a:gd name="p0y10" fmla="*/ 15 h 15"/>
                <a:gd name="p0x11" fmla="*/ 4860 w 4980"/>
                <a:gd name="p0y11" fmla="*/ 15 h 15"/>
                <a:gd name="p0x12" fmla="*/ 4860 w 4980"/>
                <a:gd name="p0y12" fmla="*/ 0 h 15"/>
                <a:gd name="p0x13" fmla="*/ 4890 w 4980"/>
                <a:gd name="p0y13" fmla="*/ 0 h 15"/>
                <a:gd name="p0x14" fmla="*/ 4890 w 4980"/>
                <a:gd name="p0y14" fmla="*/ 15 h 15"/>
                <a:gd name="p0x15" fmla="*/ 4844 w 4980"/>
                <a:gd name="p0y15" fmla="*/ 15 h 15"/>
                <a:gd name="p0x16" fmla="*/ 4815 w 4980"/>
                <a:gd name="p0y16" fmla="*/ 15 h 15"/>
                <a:gd name="p0x17" fmla="*/ 4815 w 4980"/>
                <a:gd name="p0y17" fmla="*/ 0 h 15"/>
                <a:gd name="p0x18" fmla="*/ 4844 w 4980"/>
                <a:gd name="p0y18" fmla="*/ 0 h 15"/>
                <a:gd name="p0x19" fmla="*/ 4844 w 4980"/>
                <a:gd name="p0y19" fmla="*/ 15 h 15"/>
                <a:gd name="p0x20" fmla="*/ 4800 w 4980"/>
                <a:gd name="p0y20" fmla="*/ 15 h 15"/>
                <a:gd name="p0x21" fmla="*/ 4770 w 4980"/>
                <a:gd name="p0y21" fmla="*/ 15 h 15"/>
                <a:gd name="p0x22" fmla="*/ 4770 w 4980"/>
                <a:gd name="p0y22" fmla="*/ 0 h 15"/>
                <a:gd name="p0x23" fmla="*/ 4800 w 4980"/>
                <a:gd name="p0y23" fmla="*/ 0 h 15"/>
                <a:gd name="p0x24" fmla="*/ 4800 w 4980"/>
                <a:gd name="p0y24" fmla="*/ 15 h 15"/>
                <a:gd name="p0x25" fmla="*/ 4754 w 4980"/>
                <a:gd name="p0y25" fmla="*/ 15 h 15"/>
                <a:gd name="p0x26" fmla="*/ 4725 w 4980"/>
                <a:gd name="p0y26" fmla="*/ 15 h 15"/>
                <a:gd name="p0x27" fmla="*/ 4725 w 4980"/>
                <a:gd name="p0y27" fmla="*/ 0 h 15"/>
                <a:gd name="p0x28" fmla="*/ 4755 w 4980"/>
                <a:gd name="p0y28" fmla="*/ 0 h 15"/>
                <a:gd name="p0x29" fmla="*/ 4754 w 4980"/>
                <a:gd name="p0y29" fmla="*/ 15 h 15"/>
                <a:gd name="p0x30" fmla="*/ 4710 w 4980"/>
                <a:gd name="p0y30" fmla="*/ 15 h 15"/>
                <a:gd name="p0x31" fmla="*/ 4680 w 4980"/>
                <a:gd name="p0y31" fmla="*/ 15 h 15"/>
                <a:gd name="p0x32" fmla="*/ 4680 w 4980"/>
                <a:gd name="p0y32" fmla="*/ 0 h 15"/>
                <a:gd name="p0x33" fmla="*/ 4710 w 4980"/>
                <a:gd name="p0y33" fmla="*/ 0 h 15"/>
                <a:gd name="p0x34" fmla="*/ 4710 w 4980"/>
                <a:gd name="p0y34" fmla="*/ 15 h 15"/>
                <a:gd name="p0x35" fmla="*/ 4665 w 4980"/>
                <a:gd name="p0y35" fmla="*/ 15 h 15"/>
                <a:gd name="p0x36" fmla="*/ 4635 w 4980"/>
                <a:gd name="p0y36" fmla="*/ 15 h 15"/>
                <a:gd name="p0x37" fmla="*/ 4634 w 4980"/>
                <a:gd name="p0y37" fmla="*/ 0 h 15"/>
                <a:gd name="p0x38" fmla="*/ 4665 w 4980"/>
                <a:gd name="p0y38" fmla="*/ 0 h 15"/>
                <a:gd name="p0x39" fmla="*/ 4665 w 4980"/>
                <a:gd name="p0y39" fmla="*/ 15 h 15"/>
                <a:gd name="p0x40" fmla="*/ 4620 w 4980"/>
                <a:gd name="p0y40" fmla="*/ 15 h 15"/>
                <a:gd name="p0x41" fmla="*/ 4590 w 4980"/>
                <a:gd name="p0y41" fmla="*/ 15 h 15"/>
                <a:gd name="p0x42" fmla="*/ 4590 w 4980"/>
                <a:gd name="p0y42" fmla="*/ 0 h 15"/>
                <a:gd name="p0x43" fmla="*/ 4620 w 4980"/>
                <a:gd name="p0y43" fmla="*/ 0 h 15"/>
                <a:gd name="p0x44" fmla="*/ 4620 w 4980"/>
                <a:gd name="p0y44" fmla="*/ 15 h 15"/>
                <a:gd name="p0x45" fmla="*/ 4574 w 4980"/>
                <a:gd name="p0y45" fmla="*/ 15 h 15"/>
                <a:gd name="p0x46" fmla="*/ 4545 w 4980"/>
                <a:gd name="p0y46" fmla="*/ 15 h 15"/>
                <a:gd name="p0x47" fmla="*/ 4545 w 4980"/>
                <a:gd name="p0y47" fmla="*/ 0 h 15"/>
                <a:gd name="p0x48" fmla="*/ 4575 w 4980"/>
                <a:gd name="p0y48" fmla="*/ 0 h 15"/>
                <a:gd name="p0x49" fmla="*/ 4574 w 4980"/>
                <a:gd name="p0y49" fmla="*/ 15 h 15"/>
                <a:gd name="p0x50" fmla="*/ 4530 w 4980"/>
                <a:gd name="p0y50" fmla="*/ 15 h 15"/>
                <a:gd name="p0x51" fmla="*/ 4499 w 4980"/>
                <a:gd name="p0y51" fmla="*/ 15 h 15"/>
                <a:gd name="p0x52" fmla="*/ 4500 w 4980"/>
                <a:gd name="p0y52" fmla="*/ 0 h 15"/>
                <a:gd name="p0x53" fmla="*/ 4530 w 4980"/>
                <a:gd name="p0y53" fmla="*/ 0 h 15"/>
                <a:gd name="p0x54" fmla="*/ 4530 w 4980"/>
                <a:gd name="p0y54" fmla="*/ 15 h 15"/>
                <a:gd name="p0x55" fmla="*/ 4485 w 4980"/>
                <a:gd name="p0y55" fmla="*/ 15 h 15"/>
                <a:gd name="p0x56" fmla="*/ 4455 w 4980"/>
                <a:gd name="p0y56" fmla="*/ 15 h 15"/>
                <a:gd name="p0x57" fmla="*/ 4455 w 4980"/>
                <a:gd name="p0y57" fmla="*/ 0 h 15"/>
                <a:gd name="p0x58" fmla="*/ 4485 w 4980"/>
                <a:gd name="p0y58" fmla="*/ 0 h 15"/>
                <a:gd name="p0x59" fmla="*/ 4485 w 4980"/>
                <a:gd name="p0y59" fmla="*/ 15 h 15"/>
                <a:gd name="p0x60" fmla="*/ 4440 w 4980"/>
                <a:gd name="p0y60" fmla="*/ 15 h 15"/>
                <a:gd name="p0x61" fmla="*/ 4410 w 4980"/>
                <a:gd name="p0y61" fmla="*/ 15 h 15"/>
                <a:gd name="p0x62" fmla="*/ 4410 w 4980"/>
                <a:gd name="p0y62" fmla="*/ 0 h 15"/>
                <a:gd name="p0x63" fmla="*/ 4440 w 4980"/>
                <a:gd name="p0y63" fmla="*/ 0 h 15"/>
                <a:gd name="p0x64" fmla="*/ 4440 w 4980"/>
                <a:gd name="p0y64" fmla="*/ 15 h 15"/>
                <a:gd name="p0x65" fmla="*/ 4395 w 4980"/>
                <a:gd name="p0y65" fmla="*/ 15 h 15"/>
                <a:gd name="p0x66" fmla="*/ 4365 w 4980"/>
                <a:gd name="p0y66" fmla="*/ 15 h 15"/>
                <a:gd name="p0x67" fmla="*/ 4365 w 4980"/>
                <a:gd name="p0y67" fmla="*/ 0 h 15"/>
                <a:gd name="p0x68" fmla="*/ 4395 w 4980"/>
                <a:gd name="p0y68" fmla="*/ 0 h 15"/>
                <a:gd name="p0x69" fmla="*/ 4395 w 4980"/>
                <a:gd name="p0y69" fmla="*/ 15 h 15"/>
                <a:gd name="p0x70" fmla="*/ 4350 w 4980"/>
                <a:gd name="p0y70" fmla="*/ 15 h 15"/>
                <a:gd name="p0x71" fmla="*/ 4320 w 4980"/>
                <a:gd name="p0y71" fmla="*/ 15 h 15"/>
                <a:gd name="p0x72" fmla="*/ 4320 w 4980"/>
                <a:gd name="p0y72" fmla="*/ 0 h 15"/>
                <a:gd name="p0x73" fmla="*/ 4350 w 4980"/>
                <a:gd name="p0y73" fmla="*/ 0 h 15"/>
                <a:gd name="p0x74" fmla="*/ 4350 w 4980"/>
                <a:gd name="p0y74" fmla="*/ 15 h 15"/>
                <a:gd name="p0x75" fmla="*/ 4305 w 4980"/>
                <a:gd name="p0y75" fmla="*/ 15 h 15"/>
                <a:gd name="p0x76" fmla="*/ 4275 w 4980"/>
                <a:gd name="p0y76" fmla="*/ 15 h 15"/>
                <a:gd name="p0x77" fmla="*/ 4275 w 4980"/>
                <a:gd name="p0y77" fmla="*/ 0 h 15"/>
                <a:gd name="p0x78" fmla="*/ 4305 w 4980"/>
                <a:gd name="p0y78" fmla="*/ 0 h 15"/>
                <a:gd name="p0x79" fmla="*/ 4305 w 4980"/>
                <a:gd name="p0y79" fmla="*/ 15 h 15"/>
                <a:gd name="p0x80" fmla="*/ 4260 w 4980"/>
                <a:gd name="p0y80" fmla="*/ 15 h 15"/>
                <a:gd name="p0x81" fmla="*/ 4230 w 4980"/>
                <a:gd name="p0y81" fmla="*/ 15 h 15"/>
                <a:gd name="p0x82" fmla="*/ 4230 w 4980"/>
                <a:gd name="p0y82" fmla="*/ 0 h 15"/>
                <a:gd name="p0x83" fmla="*/ 4260 w 4980"/>
                <a:gd name="p0y83" fmla="*/ 0 h 15"/>
                <a:gd name="p0x84" fmla="*/ 4260 w 4980"/>
                <a:gd name="p0y84" fmla="*/ 15 h 15"/>
                <a:gd name="p0x85" fmla="*/ 4215 w 4980"/>
                <a:gd name="p0y85" fmla="*/ 15 h 15"/>
                <a:gd name="p0x86" fmla="*/ 4185 w 4980"/>
                <a:gd name="p0y86" fmla="*/ 15 h 15"/>
                <a:gd name="p0x87" fmla="*/ 4185 w 4980"/>
                <a:gd name="p0y87" fmla="*/ 0 h 15"/>
                <a:gd name="p0x88" fmla="*/ 4215 w 4980"/>
                <a:gd name="p0y88" fmla="*/ 0 h 15"/>
                <a:gd name="p0x89" fmla="*/ 4215 w 4980"/>
                <a:gd name="p0y89" fmla="*/ 15 h 15"/>
                <a:gd name="p0x90" fmla="*/ 4170 w 4980"/>
                <a:gd name="p0y90" fmla="*/ 15 h 15"/>
                <a:gd name="p0x91" fmla="*/ 4140 w 4980"/>
                <a:gd name="p0y91" fmla="*/ 15 h 15"/>
                <a:gd name="p0x92" fmla="*/ 4140 w 4980"/>
                <a:gd name="p0y92" fmla="*/ 0 h 15"/>
                <a:gd name="p0x93" fmla="*/ 4170 w 4980"/>
                <a:gd name="p0y93" fmla="*/ 0 h 15"/>
                <a:gd name="p0x94" fmla="*/ 4170 w 4980"/>
                <a:gd name="p0y94" fmla="*/ 15 h 15"/>
                <a:gd name="p0x95" fmla="*/ 4125 w 4980"/>
                <a:gd name="p0y95" fmla="*/ 15 h 15"/>
                <a:gd name="p0x96" fmla="*/ 4095 w 4980"/>
                <a:gd name="p0y96" fmla="*/ 15 h 15"/>
                <a:gd name="p0x97" fmla="*/ 4095 w 4980"/>
                <a:gd name="p0y97" fmla="*/ 0 h 15"/>
                <a:gd name="p0x98" fmla="*/ 4125 w 4980"/>
                <a:gd name="p0y98" fmla="*/ 0 h 15"/>
                <a:gd name="p0x99" fmla="*/ 4125 w 4980"/>
                <a:gd name="p0y99" fmla="*/ 15 h 15"/>
                <a:gd name="p0x100" fmla="*/ 4080 w 4980"/>
                <a:gd name="p0y100" fmla="*/ 15 h 15"/>
                <a:gd name="p0x101" fmla="*/ 4050 w 4980"/>
                <a:gd name="p0y101" fmla="*/ 15 h 15"/>
                <a:gd name="p0x102" fmla="*/ 4050 w 4980"/>
                <a:gd name="p0y102" fmla="*/ 0 h 15"/>
                <a:gd name="p0x103" fmla="*/ 4080 w 4980"/>
                <a:gd name="p0y103" fmla="*/ 0 h 15"/>
                <a:gd name="p0x104" fmla="*/ 4080 w 4980"/>
                <a:gd name="p0y104" fmla="*/ 15 h 15"/>
                <a:gd name="p0x105" fmla="*/ 4035 w 4980"/>
                <a:gd name="p0y105" fmla="*/ 15 h 15"/>
                <a:gd name="p0x106" fmla="*/ 4005 w 4980"/>
                <a:gd name="p0y106" fmla="*/ 15 h 15"/>
                <a:gd name="p0x107" fmla="*/ 4005 w 4980"/>
                <a:gd name="p0y107" fmla="*/ 0 h 15"/>
                <a:gd name="p0x108" fmla="*/ 4035 w 4980"/>
                <a:gd name="p0y108" fmla="*/ 0 h 15"/>
                <a:gd name="p0x109" fmla="*/ 4035 w 4980"/>
                <a:gd name="p0y109" fmla="*/ 15 h 15"/>
                <a:gd name="p0x110" fmla="*/ 3990 w 4980"/>
                <a:gd name="p0y110" fmla="*/ 15 h 15"/>
                <a:gd name="p0x111" fmla="*/ 3960 w 4980"/>
                <a:gd name="p0y111" fmla="*/ 15 h 15"/>
                <a:gd name="p0x112" fmla="*/ 3960 w 4980"/>
                <a:gd name="p0y112" fmla="*/ 0 h 15"/>
                <a:gd name="p0x113" fmla="*/ 3990 w 4980"/>
                <a:gd name="p0y113" fmla="*/ 0 h 15"/>
                <a:gd name="p0x114" fmla="*/ 3990 w 4980"/>
                <a:gd name="p0y114" fmla="*/ 15 h 15"/>
                <a:gd name="p0x115" fmla="*/ 3945 w 4980"/>
                <a:gd name="p0y115" fmla="*/ 15 h 15"/>
                <a:gd name="p0x116" fmla="*/ 3915 w 4980"/>
                <a:gd name="p0y116" fmla="*/ 15 h 15"/>
                <a:gd name="p0x117" fmla="*/ 3915 w 4980"/>
                <a:gd name="p0y117" fmla="*/ 0 h 15"/>
                <a:gd name="p0x118" fmla="*/ 3945 w 4980"/>
                <a:gd name="p0y118" fmla="*/ 0 h 15"/>
                <a:gd name="p0x119" fmla="*/ 3945 w 4980"/>
                <a:gd name="p0y119" fmla="*/ 15 h 15"/>
                <a:gd name="p0x120" fmla="*/ 3899 w 4980"/>
                <a:gd name="p0y120" fmla="*/ 15 h 15"/>
                <a:gd name="p0x121" fmla="*/ 3870 w 4980"/>
                <a:gd name="p0y121" fmla="*/ 15 h 15"/>
                <a:gd name="p0x122" fmla="*/ 3870 w 4980"/>
                <a:gd name="p0y122" fmla="*/ 0 h 15"/>
                <a:gd name="p0x123" fmla="*/ 3900 w 4980"/>
                <a:gd name="p0y123" fmla="*/ 0 h 15"/>
                <a:gd name="p0x124" fmla="*/ 3899 w 4980"/>
                <a:gd name="p0y124" fmla="*/ 15 h 15"/>
                <a:gd name="p0x125" fmla="*/ 3855 w 4980"/>
                <a:gd name="p0y125" fmla="*/ 15 h 15"/>
                <a:gd name="p0x126" fmla="*/ 3825 w 4980"/>
                <a:gd name="p0y126" fmla="*/ 15 h 15"/>
                <a:gd name="p0x127" fmla="*/ 3825 w 4980"/>
                <a:gd name="p0y127" fmla="*/ 0 h 15"/>
                <a:gd name="p0x128" fmla="*/ 3855 w 4980"/>
                <a:gd name="p0y128" fmla="*/ 0 h 15"/>
                <a:gd name="p0x129" fmla="*/ 3855 w 4980"/>
                <a:gd name="p0y129" fmla="*/ 15 h 15"/>
                <a:gd name="p0x130" fmla="*/ 3810 w 4980"/>
                <a:gd name="p0y130" fmla="*/ 15 h 15"/>
                <a:gd name="p0x131" fmla="*/ 3780 w 4980"/>
                <a:gd name="p0y131" fmla="*/ 15 h 15"/>
                <a:gd name="p0x132" fmla="*/ 3780 w 4980"/>
                <a:gd name="p0y132" fmla="*/ 0 h 15"/>
                <a:gd name="p0x133" fmla="*/ 3810 w 4980"/>
                <a:gd name="p0y133" fmla="*/ 0 h 15"/>
                <a:gd name="p0x134" fmla="*/ 3810 w 4980"/>
                <a:gd name="p0y134" fmla="*/ 15 h 15"/>
                <a:gd name="p0x135" fmla="*/ 3765 w 4980"/>
                <a:gd name="p0y135" fmla="*/ 15 h 15"/>
                <a:gd name="p0x136" fmla="*/ 3735 w 4980"/>
                <a:gd name="p0y136" fmla="*/ 15 h 15"/>
                <a:gd name="p0x137" fmla="*/ 3735 w 4980"/>
                <a:gd name="p0y137" fmla="*/ 0 h 15"/>
                <a:gd name="p0x138" fmla="*/ 3765 w 4980"/>
                <a:gd name="p0y138" fmla="*/ 0 h 15"/>
                <a:gd name="p0x139" fmla="*/ 3765 w 4980"/>
                <a:gd name="p0y139" fmla="*/ 15 h 15"/>
                <a:gd name="p0x140" fmla="*/ 3720 w 4980"/>
                <a:gd name="p0y140" fmla="*/ 15 h 15"/>
                <a:gd name="p0x141" fmla="*/ 3690 w 4980"/>
                <a:gd name="p0y141" fmla="*/ 15 h 15"/>
                <a:gd name="p0x142" fmla="*/ 3690 w 4980"/>
                <a:gd name="p0y142" fmla="*/ 0 h 15"/>
                <a:gd name="p0x143" fmla="*/ 3720 w 4980"/>
                <a:gd name="p0y143" fmla="*/ 0 h 15"/>
                <a:gd name="p0x144" fmla="*/ 3720 w 4980"/>
                <a:gd name="p0y144" fmla="*/ 15 h 15"/>
                <a:gd name="p0x145" fmla="*/ 3674 w 4980"/>
                <a:gd name="p0y145" fmla="*/ 15 h 15"/>
                <a:gd name="p0x146" fmla="*/ 3645 w 4980"/>
                <a:gd name="p0y146" fmla="*/ 15 h 15"/>
                <a:gd name="p0x147" fmla="*/ 3645 w 4980"/>
                <a:gd name="p0y147" fmla="*/ 0 h 15"/>
                <a:gd name="p0x148" fmla="*/ 3675 w 4980"/>
                <a:gd name="p0y148" fmla="*/ 0 h 15"/>
                <a:gd name="p0x149" fmla="*/ 3674 w 4980"/>
                <a:gd name="p0y149" fmla="*/ 15 h 15"/>
                <a:gd name="p0x150" fmla="*/ 3630 w 4980"/>
                <a:gd name="p0y150" fmla="*/ 15 h 15"/>
                <a:gd name="p0x151" fmla="*/ 3600 w 4980"/>
                <a:gd name="p0y151" fmla="*/ 15 h 15"/>
                <a:gd name="p0x152" fmla="*/ 3600 w 4980"/>
                <a:gd name="p0y152" fmla="*/ 0 h 15"/>
                <a:gd name="p0x153" fmla="*/ 3630 w 4980"/>
                <a:gd name="p0y153" fmla="*/ 0 h 15"/>
                <a:gd name="p0x154" fmla="*/ 3630 w 4980"/>
                <a:gd name="p0y154" fmla="*/ 15 h 15"/>
                <a:gd name="p0x155" fmla="*/ 3585 w 4980"/>
                <a:gd name="p0y155" fmla="*/ 15 h 15"/>
                <a:gd name="p0x156" fmla="*/ 3555 w 4980"/>
                <a:gd name="p0y156" fmla="*/ 15 h 15"/>
                <a:gd name="p0x157" fmla="*/ 3555 w 4980"/>
                <a:gd name="p0y157" fmla="*/ 0 h 15"/>
                <a:gd name="p0x158" fmla="*/ 3585 w 4980"/>
                <a:gd name="p0y158" fmla="*/ 0 h 15"/>
                <a:gd name="p0x159" fmla="*/ 3585 w 4980"/>
                <a:gd name="p0y159" fmla="*/ 15 h 15"/>
                <a:gd name="p0x160" fmla="*/ 3540 w 4980"/>
                <a:gd name="p0y160" fmla="*/ 15 h 15"/>
                <a:gd name="p0x161" fmla="*/ 3510 w 4980"/>
                <a:gd name="p0y161" fmla="*/ 15 h 15"/>
                <a:gd name="p0x162" fmla="*/ 3510 w 4980"/>
                <a:gd name="p0y162" fmla="*/ 0 h 15"/>
                <a:gd name="p0x163" fmla="*/ 3540 w 4980"/>
                <a:gd name="p0y163" fmla="*/ 0 h 15"/>
                <a:gd name="p0x164" fmla="*/ 3540 w 4980"/>
                <a:gd name="p0y164" fmla="*/ 15 h 15"/>
                <a:gd name="p0x165" fmla="*/ 3495 w 4980"/>
                <a:gd name="p0y165" fmla="*/ 15 h 15"/>
                <a:gd name="p0x166" fmla="*/ 3465 w 4980"/>
                <a:gd name="p0y166" fmla="*/ 15 h 15"/>
                <a:gd name="p0x167" fmla="*/ 3465 w 4980"/>
                <a:gd name="p0y167" fmla="*/ 0 h 15"/>
                <a:gd name="p0x168" fmla="*/ 3495 w 4980"/>
                <a:gd name="p0y168" fmla="*/ 0 h 15"/>
                <a:gd name="p0x169" fmla="*/ 3495 w 4980"/>
                <a:gd name="p0y169" fmla="*/ 15 h 15"/>
                <a:gd name="p0x170" fmla="*/ 3450 w 4980"/>
                <a:gd name="p0y170" fmla="*/ 15 h 15"/>
                <a:gd name="p0x171" fmla="*/ 3420 w 4980"/>
                <a:gd name="p0y171" fmla="*/ 15 h 15"/>
                <a:gd name="p0x172" fmla="*/ 3420 w 4980"/>
                <a:gd name="p0y172" fmla="*/ 0 h 15"/>
                <a:gd name="p0x173" fmla="*/ 3450 w 4980"/>
                <a:gd name="p0y173" fmla="*/ 0 h 15"/>
                <a:gd name="p0x174" fmla="*/ 3450 w 4980"/>
                <a:gd name="p0y174" fmla="*/ 15 h 15"/>
                <a:gd name="p0x175" fmla="*/ 3405 w 4980"/>
                <a:gd name="p0y175" fmla="*/ 15 h 15"/>
                <a:gd name="p0x176" fmla="*/ 3375 w 4980"/>
                <a:gd name="p0y176" fmla="*/ 15 h 15"/>
                <a:gd name="p0x177" fmla="*/ 3375 w 4980"/>
                <a:gd name="p0y177" fmla="*/ 0 h 15"/>
                <a:gd name="p0x178" fmla="*/ 3405 w 4980"/>
                <a:gd name="p0y178" fmla="*/ 0 h 15"/>
                <a:gd name="p0x179" fmla="*/ 3405 w 4980"/>
                <a:gd name="p0y179" fmla="*/ 15 h 15"/>
                <a:gd name="p0x180" fmla="*/ 3360 w 4980"/>
                <a:gd name="p0y180" fmla="*/ 15 h 15"/>
                <a:gd name="p0x181" fmla="*/ 3330 w 4980"/>
                <a:gd name="p0y181" fmla="*/ 15 h 15"/>
                <a:gd name="p0x182" fmla="*/ 3330 w 4980"/>
                <a:gd name="p0y182" fmla="*/ 0 h 15"/>
                <a:gd name="p0x183" fmla="*/ 3360 w 4980"/>
                <a:gd name="p0y183" fmla="*/ 0 h 15"/>
                <a:gd name="p0x184" fmla="*/ 3360 w 4980"/>
                <a:gd name="p0y184" fmla="*/ 15 h 15"/>
                <a:gd name="p0x185" fmla="*/ 3315 w 4980"/>
                <a:gd name="p0y185" fmla="*/ 15 h 15"/>
                <a:gd name="p0x186" fmla="*/ 3285 w 4980"/>
                <a:gd name="p0y186" fmla="*/ 15 h 15"/>
                <a:gd name="p0x187" fmla="*/ 3285 w 4980"/>
                <a:gd name="p0y187" fmla="*/ 0 h 15"/>
                <a:gd name="p0x188" fmla="*/ 3315 w 4980"/>
                <a:gd name="p0y188" fmla="*/ 0 h 15"/>
                <a:gd name="p0x189" fmla="*/ 3315 w 4980"/>
                <a:gd name="p0y189" fmla="*/ 15 h 15"/>
                <a:gd name="p0x190" fmla="*/ 3270 w 4980"/>
                <a:gd name="p0y190" fmla="*/ 15 h 15"/>
                <a:gd name="p0x191" fmla="*/ 3240 w 4980"/>
                <a:gd name="p0y191" fmla="*/ 15 h 15"/>
                <a:gd name="p0x192" fmla="*/ 3240 w 4980"/>
                <a:gd name="p0y192" fmla="*/ 0 h 15"/>
                <a:gd name="p0x193" fmla="*/ 3270 w 4980"/>
                <a:gd name="p0y193" fmla="*/ 0 h 15"/>
                <a:gd name="p0x194" fmla="*/ 3270 w 4980"/>
                <a:gd name="p0y194" fmla="*/ 15 h 15"/>
                <a:gd name="p0x195" fmla="*/ 3225 w 4980"/>
                <a:gd name="p0y195" fmla="*/ 15 h 15"/>
                <a:gd name="p0x196" fmla="*/ 3195 w 4980"/>
                <a:gd name="p0y196" fmla="*/ 15 h 15"/>
                <a:gd name="p0x197" fmla="*/ 3195 w 4980"/>
                <a:gd name="p0y197" fmla="*/ 0 h 15"/>
                <a:gd name="p0x198" fmla="*/ 3225 w 4980"/>
                <a:gd name="p0y198" fmla="*/ 0 h 15"/>
                <a:gd name="p0x199" fmla="*/ 3225 w 4980"/>
                <a:gd name="p0y199" fmla="*/ 15 h 15"/>
                <a:gd name="p0x200" fmla="*/ 3180 w 4980"/>
                <a:gd name="p0y200" fmla="*/ 15 h 15"/>
                <a:gd name="p0x201" fmla="*/ 3150 w 4980"/>
                <a:gd name="p0y201" fmla="*/ 15 h 15"/>
                <a:gd name="p0x202" fmla="*/ 3150 w 4980"/>
                <a:gd name="p0y202" fmla="*/ 0 h 15"/>
                <a:gd name="p0x203" fmla="*/ 3180 w 4980"/>
                <a:gd name="p0y203" fmla="*/ 0 h 15"/>
                <a:gd name="p0x204" fmla="*/ 3180 w 4980"/>
                <a:gd name="p0y204" fmla="*/ 15 h 15"/>
                <a:gd name="p0x205" fmla="*/ 3135 w 4980"/>
                <a:gd name="p0y205" fmla="*/ 15 h 15"/>
                <a:gd name="p0x206" fmla="*/ 3105 w 4980"/>
                <a:gd name="p0y206" fmla="*/ 15 h 15"/>
                <a:gd name="p0x207" fmla="*/ 3105 w 4980"/>
                <a:gd name="p0y207" fmla="*/ 0 h 15"/>
                <a:gd name="p0x208" fmla="*/ 3135 w 4980"/>
                <a:gd name="p0y208" fmla="*/ 0 h 15"/>
                <a:gd name="p0x209" fmla="*/ 3135 w 4980"/>
                <a:gd name="p0y209" fmla="*/ 15 h 15"/>
                <a:gd name="p0x210" fmla="*/ 3090 w 4980"/>
                <a:gd name="p0y210" fmla="*/ 15 h 15"/>
                <a:gd name="p0x211" fmla="*/ 3060 w 4980"/>
                <a:gd name="p0y211" fmla="*/ 15 h 15"/>
                <a:gd name="p0x212" fmla="*/ 3060 w 4980"/>
                <a:gd name="p0y212" fmla="*/ 0 h 15"/>
                <a:gd name="p0x213" fmla="*/ 3090 w 4980"/>
                <a:gd name="p0y213" fmla="*/ 0 h 15"/>
                <a:gd name="p0x214" fmla="*/ 3090 w 4980"/>
                <a:gd name="p0y214" fmla="*/ 15 h 15"/>
                <a:gd name="p0x215" fmla="*/ 3045 w 4980"/>
                <a:gd name="p0y215" fmla="*/ 15 h 15"/>
                <a:gd name="p0x216" fmla="*/ 3015 w 4980"/>
                <a:gd name="p0y216" fmla="*/ 15 h 15"/>
                <a:gd name="p0x217" fmla="*/ 3015 w 4980"/>
                <a:gd name="p0y217" fmla="*/ 0 h 15"/>
                <a:gd name="p0x218" fmla="*/ 3045 w 4980"/>
                <a:gd name="p0y218" fmla="*/ 0 h 15"/>
                <a:gd name="p0x219" fmla="*/ 3045 w 4980"/>
                <a:gd name="p0y219" fmla="*/ 15 h 15"/>
                <a:gd name="p0x220" fmla="*/ 3000 w 4980"/>
                <a:gd name="p0y220" fmla="*/ 15 h 15"/>
                <a:gd name="p0x221" fmla="*/ 2970 w 4980"/>
                <a:gd name="p0y221" fmla="*/ 15 h 15"/>
                <a:gd name="p0x222" fmla="*/ 2970 w 4980"/>
                <a:gd name="p0y222" fmla="*/ 0 h 15"/>
                <a:gd name="p0x223" fmla="*/ 3000 w 4980"/>
                <a:gd name="p0y223" fmla="*/ 0 h 15"/>
                <a:gd name="p0x224" fmla="*/ 3000 w 4980"/>
                <a:gd name="p0y224" fmla="*/ 15 h 15"/>
                <a:gd name="p0x225" fmla="*/ 2955 w 4980"/>
                <a:gd name="p0y225" fmla="*/ 15 h 15"/>
                <a:gd name="p0x226" fmla="*/ 2924 w 4980"/>
                <a:gd name="p0y226" fmla="*/ 15 h 15"/>
                <a:gd name="p0x227" fmla="*/ 2925 w 4980"/>
                <a:gd name="p0y227" fmla="*/ 0 h 15"/>
                <a:gd name="p0x228" fmla="*/ 2955 w 4980"/>
                <a:gd name="p0y228" fmla="*/ 0 h 15"/>
                <a:gd name="p0x229" fmla="*/ 2955 w 4980"/>
                <a:gd name="p0y229" fmla="*/ 15 h 15"/>
                <a:gd name="p0x230" fmla="*/ 2910 w 4980"/>
                <a:gd name="p0y230" fmla="*/ 15 h 15"/>
                <a:gd name="p0x231" fmla="*/ 2880 w 4980"/>
                <a:gd name="p0y231" fmla="*/ 15 h 15"/>
                <a:gd name="p0x232" fmla="*/ 2880 w 4980"/>
                <a:gd name="p0y232" fmla="*/ 0 h 15"/>
                <a:gd name="p0x233" fmla="*/ 2910 w 4980"/>
                <a:gd name="p0y233" fmla="*/ 0 h 15"/>
                <a:gd name="p0x234" fmla="*/ 2910 w 4980"/>
                <a:gd name="p0y234" fmla="*/ 15 h 15"/>
                <a:gd name="p0x235" fmla="*/ 2865 w 4980"/>
                <a:gd name="p0y235" fmla="*/ 15 h 15"/>
                <a:gd name="p0x236" fmla="*/ 2835 w 4980"/>
                <a:gd name="p0y236" fmla="*/ 15 h 15"/>
                <a:gd name="p0x237" fmla="*/ 2835 w 4980"/>
                <a:gd name="p0y237" fmla="*/ 0 h 15"/>
                <a:gd name="p0x238" fmla="*/ 2865 w 4980"/>
                <a:gd name="p0y238" fmla="*/ 0 h 15"/>
                <a:gd name="p0x239" fmla="*/ 2865 w 4980"/>
                <a:gd name="p0y239" fmla="*/ 15 h 15"/>
                <a:gd name="p0x240" fmla="*/ 2820 w 4980"/>
                <a:gd name="p0y240" fmla="*/ 15 h 15"/>
                <a:gd name="p0x241" fmla="*/ 2790 w 4980"/>
                <a:gd name="p0y241" fmla="*/ 15 h 15"/>
                <a:gd name="p0x242" fmla="*/ 2790 w 4980"/>
                <a:gd name="p0y242" fmla="*/ 0 h 15"/>
                <a:gd name="p0x243" fmla="*/ 2820 w 4980"/>
                <a:gd name="p0y243" fmla="*/ 0 h 15"/>
                <a:gd name="p0x244" fmla="*/ 2820 w 4980"/>
                <a:gd name="p0y244" fmla="*/ 15 h 15"/>
                <a:gd name="p0x245" fmla="*/ 2775 w 4980"/>
                <a:gd name="p0y245" fmla="*/ 15 h 15"/>
                <a:gd name="p0x246" fmla="*/ 2745 w 4980"/>
                <a:gd name="p0y246" fmla="*/ 15 h 15"/>
                <a:gd name="p0x247" fmla="*/ 2745 w 4980"/>
                <a:gd name="p0y247" fmla="*/ 0 h 15"/>
                <a:gd name="p0x248" fmla="*/ 2775 w 4980"/>
                <a:gd name="p0y248" fmla="*/ 0 h 15"/>
                <a:gd name="p0x249" fmla="*/ 2775 w 4980"/>
                <a:gd name="p0y249" fmla="*/ 15 h 15"/>
                <a:gd name="p0x250" fmla="*/ 2730 w 4980"/>
                <a:gd name="p0y250" fmla="*/ 15 h 15"/>
                <a:gd name="p0x251" fmla="*/ 2700 w 4980"/>
                <a:gd name="p0y251" fmla="*/ 15 h 15"/>
                <a:gd name="p0x252" fmla="*/ 2700 w 4980"/>
                <a:gd name="p0y252" fmla="*/ 0 h 15"/>
                <a:gd name="p0x253" fmla="*/ 2730 w 4980"/>
                <a:gd name="p0y253" fmla="*/ 0 h 15"/>
                <a:gd name="p0x254" fmla="*/ 2730 w 4980"/>
                <a:gd name="p0y254" fmla="*/ 15 h 15"/>
                <a:gd name="p0x255" fmla="*/ 2685 w 4980"/>
                <a:gd name="p0y255" fmla="*/ 15 h 15"/>
                <a:gd name="p0x256" fmla="*/ 2655 w 4980"/>
                <a:gd name="p0y256" fmla="*/ 15 h 15"/>
                <a:gd name="p0x257" fmla="*/ 2655 w 4980"/>
                <a:gd name="p0y257" fmla="*/ 0 h 15"/>
                <a:gd name="p0x258" fmla="*/ 2685 w 4980"/>
                <a:gd name="p0y258" fmla="*/ 0 h 15"/>
                <a:gd name="p0x259" fmla="*/ 2685 w 4980"/>
                <a:gd name="p0y259" fmla="*/ 15 h 15"/>
                <a:gd name="p0x260" fmla="*/ 2640 w 4980"/>
                <a:gd name="p0y260" fmla="*/ 15 h 15"/>
                <a:gd name="p0x261" fmla="*/ 2610 w 4980"/>
                <a:gd name="p0y261" fmla="*/ 15 h 15"/>
                <a:gd name="p0x262" fmla="*/ 2610 w 4980"/>
                <a:gd name="p0y262" fmla="*/ 0 h 15"/>
                <a:gd name="p0x263" fmla="*/ 2640 w 4980"/>
                <a:gd name="p0y263" fmla="*/ 0 h 15"/>
                <a:gd name="p0x264" fmla="*/ 2640 w 4980"/>
                <a:gd name="p0y264" fmla="*/ 15 h 15"/>
                <a:gd name="p0x265" fmla="*/ 2595 w 4980"/>
                <a:gd name="p0y265" fmla="*/ 15 h 15"/>
                <a:gd name="p0x266" fmla="*/ 2565 w 4980"/>
                <a:gd name="p0y266" fmla="*/ 15 h 15"/>
                <a:gd name="p0x267" fmla="*/ 2565 w 4980"/>
                <a:gd name="p0y267" fmla="*/ 0 h 15"/>
                <a:gd name="p0x268" fmla="*/ 2595 w 4980"/>
                <a:gd name="p0y268" fmla="*/ 0 h 15"/>
                <a:gd name="p0x269" fmla="*/ 2595 w 4980"/>
                <a:gd name="p0y269" fmla="*/ 15 h 15"/>
                <a:gd name="p0x270" fmla="*/ 2550 w 4980"/>
                <a:gd name="p0y270" fmla="*/ 15 h 15"/>
                <a:gd name="p0x271" fmla="*/ 2520 w 4980"/>
                <a:gd name="p0y271" fmla="*/ 15 h 15"/>
                <a:gd name="p0x272" fmla="*/ 2520 w 4980"/>
                <a:gd name="p0y272" fmla="*/ 0 h 15"/>
                <a:gd name="p0x273" fmla="*/ 2550 w 4980"/>
                <a:gd name="p0y273" fmla="*/ 0 h 15"/>
                <a:gd name="p0x274" fmla="*/ 2550 w 4980"/>
                <a:gd name="p0y274" fmla="*/ 15 h 15"/>
                <a:gd name="p0x275" fmla="*/ 2505 w 4980"/>
                <a:gd name="p0y275" fmla="*/ 15 h 15"/>
                <a:gd name="p0x276" fmla="*/ 2475 w 4980"/>
                <a:gd name="p0y276" fmla="*/ 15 h 15"/>
                <a:gd name="p0x277" fmla="*/ 2475 w 4980"/>
                <a:gd name="p0y277" fmla="*/ 0 h 15"/>
                <a:gd name="p0x278" fmla="*/ 2505 w 4980"/>
                <a:gd name="p0y278" fmla="*/ 0 h 15"/>
                <a:gd name="p0x279" fmla="*/ 2505 w 4980"/>
                <a:gd name="p0y279" fmla="*/ 15 h 15"/>
                <a:gd name="p0x280" fmla="*/ 2460 w 4980"/>
                <a:gd name="p0y280" fmla="*/ 15 h 15"/>
                <a:gd name="p0x281" fmla="*/ 2430 w 4980"/>
                <a:gd name="p0y281" fmla="*/ 15 h 15"/>
                <a:gd name="p0x282" fmla="*/ 2430 w 4980"/>
                <a:gd name="p0y282" fmla="*/ 0 h 15"/>
                <a:gd name="p0x283" fmla="*/ 2460 w 4980"/>
                <a:gd name="p0y283" fmla="*/ 0 h 15"/>
                <a:gd name="p0x284" fmla="*/ 2460 w 4980"/>
                <a:gd name="p0y284" fmla="*/ 15 h 15"/>
                <a:gd name="p0x285" fmla="*/ 2415 w 4980"/>
                <a:gd name="p0y285" fmla="*/ 15 h 15"/>
                <a:gd name="p0x286" fmla="*/ 2385 w 4980"/>
                <a:gd name="p0y286" fmla="*/ 15 h 15"/>
                <a:gd name="p0x287" fmla="*/ 2385 w 4980"/>
                <a:gd name="p0y287" fmla="*/ 0 h 15"/>
                <a:gd name="p0x288" fmla="*/ 2415 w 4980"/>
                <a:gd name="p0y288" fmla="*/ 0 h 15"/>
                <a:gd name="p0x289" fmla="*/ 2415 w 4980"/>
                <a:gd name="p0y289" fmla="*/ 15 h 15"/>
                <a:gd name="p0x290" fmla="*/ 2370 w 4980"/>
                <a:gd name="p0y290" fmla="*/ 15 h 15"/>
                <a:gd name="p0x291" fmla="*/ 2340 w 4980"/>
                <a:gd name="p0y291" fmla="*/ 15 h 15"/>
                <a:gd name="p0x292" fmla="*/ 2340 w 4980"/>
                <a:gd name="p0y292" fmla="*/ 0 h 15"/>
                <a:gd name="p0x293" fmla="*/ 2370 w 4980"/>
                <a:gd name="p0y293" fmla="*/ 0 h 15"/>
                <a:gd name="p0x294" fmla="*/ 2370 w 4980"/>
                <a:gd name="p0y294" fmla="*/ 15 h 15"/>
                <a:gd name="p0x295" fmla="*/ 2325 w 4980"/>
                <a:gd name="p0y295" fmla="*/ 15 h 15"/>
                <a:gd name="p0x296" fmla="*/ 2295 w 4980"/>
                <a:gd name="p0y296" fmla="*/ 15 h 15"/>
                <a:gd name="p0x297" fmla="*/ 2295 w 4980"/>
                <a:gd name="p0y297" fmla="*/ 0 h 15"/>
                <a:gd name="p0x298" fmla="*/ 2325 w 4980"/>
                <a:gd name="p0y298" fmla="*/ 0 h 15"/>
                <a:gd name="p0x299" fmla="*/ 2325 w 4980"/>
                <a:gd name="p0y299" fmla="*/ 15 h 15"/>
                <a:gd name="p0x300" fmla="*/ 2280 w 4980"/>
                <a:gd name="p0y300" fmla="*/ 15 h 15"/>
                <a:gd name="p0x301" fmla="*/ 2250 w 4980"/>
                <a:gd name="p0y301" fmla="*/ 15 h 15"/>
                <a:gd name="p0x302" fmla="*/ 2250 w 4980"/>
                <a:gd name="p0y302" fmla="*/ 0 h 15"/>
                <a:gd name="p0x303" fmla="*/ 2280 w 4980"/>
                <a:gd name="p0y303" fmla="*/ 0 h 15"/>
                <a:gd name="p0x304" fmla="*/ 2280 w 4980"/>
                <a:gd name="p0y304" fmla="*/ 15 h 15"/>
                <a:gd name="p0x305" fmla="*/ 2235 w 4980"/>
                <a:gd name="p0y305" fmla="*/ 15 h 15"/>
                <a:gd name="p0x306" fmla="*/ 2205 w 4980"/>
                <a:gd name="p0y306" fmla="*/ 15 h 15"/>
                <a:gd name="p0x307" fmla="*/ 2205 w 4980"/>
                <a:gd name="p0y307" fmla="*/ 0 h 15"/>
                <a:gd name="p0x308" fmla="*/ 2235 w 4980"/>
                <a:gd name="p0y308" fmla="*/ 0 h 15"/>
                <a:gd name="p0x309" fmla="*/ 2235 w 4980"/>
                <a:gd name="p0y309" fmla="*/ 15 h 15"/>
                <a:gd name="p0x310" fmla="*/ 2190 w 4980"/>
                <a:gd name="p0y310" fmla="*/ 15 h 15"/>
                <a:gd name="p0x311" fmla="*/ 2160 w 4980"/>
                <a:gd name="p0y311" fmla="*/ 15 h 15"/>
                <a:gd name="p0x312" fmla="*/ 2160 w 4980"/>
                <a:gd name="p0y312" fmla="*/ 0 h 15"/>
                <a:gd name="p0x313" fmla="*/ 2190 w 4980"/>
                <a:gd name="p0y313" fmla="*/ 0 h 15"/>
                <a:gd name="p0x314" fmla="*/ 2190 w 4980"/>
                <a:gd name="p0y314" fmla="*/ 15 h 15"/>
                <a:gd name="p0x315" fmla="*/ 2145 w 4980"/>
                <a:gd name="p0y315" fmla="*/ 15 h 15"/>
                <a:gd name="p0x316" fmla="*/ 2115 w 4980"/>
                <a:gd name="p0y316" fmla="*/ 15 h 15"/>
                <a:gd name="p0x317" fmla="*/ 2115 w 4980"/>
                <a:gd name="p0y317" fmla="*/ 0 h 15"/>
                <a:gd name="p0x318" fmla="*/ 2145 w 4980"/>
                <a:gd name="p0y318" fmla="*/ 0 h 15"/>
                <a:gd name="p0x319" fmla="*/ 2145 w 4980"/>
                <a:gd name="p0y319" fmla="*/ 15 h 15"/>
                <a:gd name="p0x320" fmla="*/ 2100 w 4980"/>
                <a:gd name="p0y320" fmla="*/ 15 h 15"/>
                <a:gd name="p0x321" fmla="*/ 2070 w 4980"/>
                <a:gd name="p0y321" fmla="*/ 15 h 15"/>
                <a:gd name="p0x322" fmla="*/ 2070 w 4980"/>
                <a:gd name="p0y322" fmla="*/ 0 h 15"/>
                <a:gd name="p0x323" fmla="*/ 2100 w 4980"/>
                <a:gd name="p0y323" fmla="*/ 0 h 15"/>
                <a:gd name="p0x324" fmla="*/ 2100 w 4980"/>
                <a:gd name="p0y324" fmla="*/ 15 h 15"/>
                <a:gd name="p0x325" fmla="*/ 2055 w 4980"/>
                <a:gd name="p0y325" fmla="*/ 15 h 15"/>
                <a:gd name="p0x326" fmla="*/ 2025 w 4980"/>
                <a:gd name="p0y326" fmla="*/ 15 h 15"/>
                <a:gd name="p0x327" fmla="*/ 2025 w 4980"/>
                <a:gd name="p0y327" fmla="*/ 0 h 15"/>
                <a:gd name="p0x328" fmla="*/ 2055 w 4980"/>
                <a:gd name="p0y328" fmla="*/ 0 h 15"/>
                <a:gd name="p0x329" fmla="*/ 2055 w 4980"/>
                <a:gd name="p0y329" fmla="*/ 15 h 15"/>
                <a:gd name="p0x330" fmla="*/ 2010 w 4980"/>
                <a:gd name="p0y330" fmla="*/ 15 h 15"/>
                <a:gd name="p0x331" fmla="*/ 1980 w 4980"/>
                <a:gd name="p0y331" fmla="*/ 15 h 15"/>
                <a:gd name="p0x332" fmla="*/ 1980 w 4980"/>
                <a:gd name="p0y332" fmla="*/ 0 h 15"/>
                <a:gd name="p0x333" fmla="*/ 2010 w 4980"/>
                <a:gd name="p0y333" fmla="*/ 0 h 15"/>
                <a:gd name="p0x334" fmla="*/ 2010 w 4980"/>
                <a:gd name="p0y334" fmla="*/ 15 h 15"/>
                <a:gd name="p0x335" fmla="*/ 1965 w 4980"/>
                <a:gd name="p0y335" fmla="*/ 15 h 15"/>
                <a:gd name="p0x336" fmla="*/ 1935 w 4980"/>
                <a:gd name="p0y336" fmla="*/ 15 h 15"/>
                <a:gd name="p0x337" fmla="*/ 1935 w 4980"/>
                <a:gd name="p0y337" fmla="*/ 0 h 15"/>
                <a:gd name="p0x338" fmla="*/ 1965 w 4980"/>
                <a:gd name="p0y338" fmla="*/ 0 h 15"/>
                <a:gd name="p0x339" fmla="*/ 1965 w 4980"/>
                <a:gd name="p0y339" fmla="*/ 15 h 15"/>
                <a:gd name="p0x340" fmla="*/ 1920 w 4980"/>
                <a:gd name="p0y340" fmla="*/ 15 h 15"/>
                <a:gd name="p0x341" fmla="*/ 1890 w 4980"/>
                <a:gd name="p0y341" fmla="*/ 15 h 15"/>
                <a:gd name="p0x342" fmla="*/ 1890 w 4980"/>
                <a:gd name="p0y342" fmla="*/ 0 h 15"/>
                <a:gd name="p0x343" fmla="*/ 1920 w 4980"/>
                <a:gd name="p0y343" fmla="*/ 0 h 15"/>
                <a:gd name="p0x344" fmla="*/ 1920 w 4980"/>
                <a:gd name="p0y344" fmla="*/ 15 h 15"/>
                <a:gd name="p0x345" fmla="*/ 1875 w 4980"/>
                <a:gd name="p0y345" fmla="*/ 15 h 15"/>
                <a:gd name="p0x346" fmla="*/ 1845 w 4980"/>
                <a:gd name="p0y346" fmla="*/ 15 h 15"/>
                <a:gd name="p0x347" fmla="*/ 1845 w 4980"/>
                <a:gd name="p0y347" fmla="*/ 0 h 15"/>
                <a:gd name="p0x348" fmla="*/ 1875 w 4980"/>
                <a:gd name="p0y348" fmla="*/ 0 h 15"/>
                <a:gd name="p0x349" fmla="*/ 1875 w 4980"/>
                <a:gd name="p0y349" fmla="*/ 15 h 15"/>
                <a:gd name="p0x350" fmla="*/ 1830 w 4980"/>
                <a:gd name="p0y350" fmla="*/ 15 h 15"/>
                <a:gd name="p0x351" fmla="*/ 1799 w 4980"/>
                <a:gd name="p0y351" fmla="*/ 15 h 15"/>
                <a:gd name="p0x352" fmla="*/ 1800 w 4980"/>
                <a:gd name="p0y352" fmla="*/ 0 h 15"/>
                <a:gd name="p0x353" fmla="*/ 1830 w 4980"/>
                <a:gd name="p0y353" fmla="*/ 0 h 15"/>
                <a:gd name="p0x354" fmla="*/ 1830 w 4980"/>
                <a:gd name="p0y354" fmla="*/ 15 h 15"/>
                <a:gd name="p0x355" fmla="*/ 1785 w 4980"/>
                <a:gd name="p0y355" fmla="*/ 15 h 15"/>
                <a:gd name="p0x356" fmla="*/ 1755 w 4980"/>
                <a:gd name="p0y356" fmla="*/ 15 h 15"/>
                <a:gd name="p0x357" fmla="*/ 1755 w 4980"/>
                <a:gd name="p0y357" fmla="*/ 0 h 15"/>
                <a:gd name="p0x358" fmla="*/ 1785 w 4980"/>
                <a:gd name="p0y358" fmla="*/ 0 h 15"/>
                <a:gd name="p0x359" fmla="*/ 1785 w 4980"/>
                <a:gd name="p0y359" fmla="*/ 15 h 15"/>
                <a:gd name="p0x360" fmla="*/ 1740 w 4980"/>
                <a:gd name="p0y360" fmla="*/ 15 h 15"/>
                <a:gd name="p0x361" fmla="*/ 1710 w 4980"/>
                <a:gd name="p0y361" fmla="*/ 15 h 15"/>
                <a:gd name="p0x362" fmla="*/ 1710 w 4980"/>
                <a:gd name="p0y362" fmla="*/ 0 h 15"/>
                <a:gd name="p0x363" fmla="*/ 1740 w 4980"/>
                <a:gd name="p0y363" fmla="*/ 0 h 15"/>
                <a:gd name="p0x364" fmla="*/ 1740 w 4980"/>
                <a:gd name="p0y364" fmla="*/ 15 h 15"/>
                <a:gd name="p0x365" fmla="*/ 1695 w 4980"/>
                <a:gd name="p0y365" fmla="*/ 15 h 15"/>
                <a:gd name="p0x366" fmla="*/ 1665 w 4980"/>
                <a:gd name="p0y366" fmla="*/ 15 h 15"/>
                <a:gd name="p0x367" fmla="*/ 1665 w 4980"/>
                <a:gd name="p0y367" fmla="*/ 0 h 15"/>
                <a:gd name="p0x368" fmla="*/ 1695 w 4980"/>
                <a:gd name="p0y368" fmla="*/ 0 h 15"/>
                <a:gd name="p0x369" fmla="*/ 1695 w 4980"/>
                <a:gd name="p0y369" fmla="*/ 15 h 15"/>
                <a:gd name="p0x370" fmla="*/ 1650 w 4980"/>
                <a:gd name="p0y370" fmla="*/ 15 h 15"/>
                <a:gd name="p0x371" fmla="*/ 1620 w 4980"/>
                <a:gd name="p0y371" fmla="*/ 15 h 15"/>
                <a:gd name="p0x372" fmla="*/ 1620 w 4980"/>
                <a:gd name="p0y372" fmla="*/ 0 h 15"/>
                <a:gd name="p0x373" fmla="*/ 1650 w 4980"/>
                <a:gd name="p0y373" fmla="*/ 0 h 15"/>
                <a:gd name="p0x374" fmla="*/ 1650 w 4980"/>
                <a:gd name="p0y374" fmla="*/ 15 h 15"/>
                <a:gd name="p0x375" fmla="*/ 1605 w 4980"/>
                <a:gd name="p0y375" fmla="*/ 15 h 15"/>
                <a:gd name="p0x376" fmla="*/ 1575 w 4980"/>
                <a:gd name="p0y376" fmla="*/ 15 h 15"/>
                <a:gd name="p0x377" fmla="*/ 1575 w 4980"/>
                <a:gd name="p0y377" fmla="*/ 0 h 15"/>
                <a:gd name="p0x378" fmla="*/ 1605 w 4980"/>
                <a:gd name="p0y378" fmla="*/ 0 h 15"/>
                <a:gd name="p0x379" fmla="*/ 1605 w 4980"/>
                <a:gd name="p0y379" fmla="*/ 15 h 15"/>
                <a:gd name="p0x380" fmla="*/ 1560 w 4980"/>
                <a:gd name="p0y380" fmla="*/ 15 h 15"/>
                <a:gd name="p0x381" fmla="*/ 1530 w 4980"/>
                <a:gd name="p0y381" fmla="*/ 15 h 15"/>
                <a:gd name="p0x382" fmla="*/ 1530 w 4980"/>
                <a:gd name="p0y382" fmla="*/ 0 h 15"/>
                <a:gd name="p0x383" fmla="*/ 1560 w 4980"/>
                <a:gd name="p0y383" fmla="*/ 0 h 15"/>
                <a:gd name="p0x384" fmla="*/ 1560 w 4980"/>
                <a:gd name="p0y384" fmla="*/ 15 h 15"/>
                <a:gd name="p0x385" fmla="*/ 1515 w 4980"/>
                <a:gd name="p0y385" fmla="*/ 15 h 15"/>
                <a:gd name="p0x386" fmla="*/ 1485 w 4980"/>
                <a:gd name="p0y386" fmla="*/ 15 h 15"/>
                <a:gd name="p0x387" fmla="*/ 1485 w 4980"/>
                <a:gd name="p0y387" fmla="*/ 0 h 15"/>
                <a:gd name="p0x388" fmla="*/ 1515 w 4980"/>
                <a:gd name="p0y388" fmla="*/ 0 h 15"/>
                <a:gd name="p0x389" fmla="*/ 1515 w 4980"/>
                <a:gd name="p0y389" fmla="*/ 15 h 15"/>
                <a:gd name="p0x390" fmla="*/ 1470 w 4980"/>
                <a:gd name="p0y390" fmla="*/ 15 h 15"/>
                <a:gd name="p0x391" fmla="*/ 1440 w 4980"/>
                <a:gd name="p0y391" fmla="*/ 15 h 15"/>
                <a:gd name="p0x392" fmla="*/ 1440 w 4980"/>
                <a:gd name="p0y392" fmla="*/ 0 h 15"/>
                <a:gd name="p0x393" fmla="*/ 1470 w 4980"/>
                <a:gd name="p0y393" fmla="*/ 0 h 15"/>
                <a:gd name="p0x394" fmla="*/ 1470 w 4980"/>
                <a:gd name="p0y394" fmla="*/ 15 h 15"/>
                <a:gd name="p0x395" fmla="*/ 1425 w 4980"/>
                <a:gd name="p0y395" fmla="*/ 15 h 15"/>
                <a:gd name="p0x396" fmla="*/ 1395 w 4980"/>
                <a:gd name="p0y396" fmla="*/ 15 h 15"/>
                <a:gd name="p0x397" fmla="*/ 1395 w 4980"/>
                <a:gd name="p0y397" fmla="*/ 0 h 15"/>
                <a:gd name="p0x398" fmla="*/ 1425 w 4980"/>
                <a:gd name="p0y398" fmla="*/ 0 h 15"/>
                <a:gd name="p0x399" fmla="*/ 1425 w 4980"/>
                <a:gd name="p0y399" fmla="*/ 15 h 15"/>
                <a:gd name="p0x400" fmla="*/ 1380 w 4980"/>
                <a:gd name="p0y400" fmla="*/ 15 h 15"/>
                <a:gd name="p0x401" fmla="*/ 1350 w 4980"/>
                <a:gd name="p0y401" fmla="*/ 15 h 15"/>
                <a:gd name="p0x402" fmla="*/ 1350 w 4980"/>
                <a:gd name="p0y402" fmla="*/ 0 h 15"/>
                <a:gd name="p0x403" fmla="*/ 1380 w 4980"/>
                <a:gd name="p0y403" fmla="*/ 0 h 15"/>
                <a:gd name="p0x404" fmla="*/ 1380 w 4980"/>
                <a:gd name="p0y404" fmla="*/ 15 h 15"/>
                <a:gd name="p0x405" fmla="*/ 1335 w 4980"/>
                <a:gd name="p0y405" fmla="*/ 15 h 15"/>
                <a:gd name="p0x406" fmla="*/ 1305 w 4980"/>
                <a:gd name="p0y406" fmla="*/ 15 h 15"/>
                <a:gd name="p0x407" fmla="*/ 1305 w 4980"/>
                <a:gd name="p0y407" fmla="*/ 0 h 15"/>
                <a:gd name="p0x408" fmla="*/ 1335 w 4980"/>
                <a:gd name="p0y408" fmla="*/ 0 h 15"/>
                <a:gd name="p0x409" fmla="*/ 1335 w 4980"/>
                <a:gd name="p0y409" fmla="*/ 15 h 15"/>
                <a:gd name="p0x410" fmla="*/ 1290 w 4980"/>
                <a:gd name="p0y410" fmla="*/ 15 h 15"/>
                <a:gd name="p0x411" fmla="*/ 1260 w 4980"/>
                <a:gd name="p0y411" fmla="*/ 15 h 15"/>
                <a:gd name="p0x412" fmla="*/ 1260 w 4980"/>
                <a:gd name="p0y412" fmla="*/ 0 h 15"/>
                <a:gd name="p0x413" fmla="*/ 1290 w 4980"/>
                <a:gd name="p0y413" fmla="*/ 0 h 15"/>
                <a:gd name="p0x414" fmla="*/ 1290 w 4980"/>
                <a:gd name="p0y414" fmla="*/ 15 h 15"/>
                <a:gd name="p0x415" fmla="*/ 1245 w 4980"/>
                <a:gd name="p0y415" fmla="*/ 15 h 15"/>
                <a:gd name="p0x416" fmla="*/ 1215 w 4980"/>
                <a:gd name="p0y416" fmla="*/ 15 h 15"/>
                <a:gd name="p0x417" fmla="*/ 1215 w 4980"/>
                <a:gd name="p0y417" fmla="*/ 0 h 15"/>
                <a:gd name="p0x418" fmla="*/ 1245 w 4980"/>
                <a:gd name="p0y418" fmla="*/ 0 h 15"/>
                <a:gd name="p0x419" fmla="*/ 1245 w 4980"/>
                <a:gd name="p0y419" fmla="*/ 15 h 15"/>
                <a:gd name="p0x420" fmla="*/ 1200 w 4980"/>
                <a:gd name="p0y420" fmla="*/ 15 h 15"/>
                <a:gd name="p0x421" fmla="*/ 1170 w 4980"/>
                <a:gd name="p0y421" fmla="*/ 15 h 15"/>
                <a:gd name="p0x422" fmla="*/ 1170 w 4980"/>
                <a:gd name="p0y422" fmla="*/ 0 h 15"/>
                <a:gd name="p0x423" fmla="*/ 1200 w 4980"/>
                <a:gd name="p0y423" fmla="*/ 0 h 15"/>
                <a:gd name="p0x424" fmla="*/ 1200 w 4980"/>
                <a:gd name="p0y424" fmla="*/ 15 h 15"/>
                <a:gd name="p0x425" fmla="*/ 1155 w 4980"/>
                <a:gd name="p0y425" fmla="*/ 15 h 15"/>
                <a:gd name="p0x426" fmla="*/ 1125 w 4980"/>
                <a:gd name="p0y426" fmla="*/ 15 h 15"/>
                <a:gd name="p0x427" fmla="*/ 1125 w 4980"/>
                <a:gd name="p0y427" fmla="*/ 0 h 15"/>
                <a:gd name="p0x428" fmla="*/ 1155 w 4980"/>
                <a:gd name="p0y428" fmla="*/ 0 h 15"/>
                <a:gd name="p0x429" fmla="*/ 1155 w 4980"/>
                <a:gd name="p0y429" fmla="*/ 15 h 15"/>
                <a:gd name="p0x430" fmla="*/ 1110 w 4980"/>
                <a:gd name="p0y430" fmla="*/ 15 h 15"/>
                <a:gd name="p0x431" fmla="*/ 1080 w 4980"/>
                <a:gd name="p0y431" fmla="*/ 15 h 15"/>
                <a:gd name="p0x432" fmla="*/ 1080 w 4980"/>
                <a:gd name="p0y432" fmla="*/ 0 h 15"/>
                <a:gd name="p0x433" fmla="*/ 1110 w 4980"/>
                <a:gd name="p0y433" fmla="*/ 0 h 15"/>
                <a:gd name="p0x434" fmla="*/ 1110 w 4980"/>
                <a:gd name="p0y434" fmla="*/ 15 h 15"/>
                <a:gd name="p0x435" fmla="*/ 1065 w 4980"/>
                <a:gd name="p0y435" fmla="*/ 15 h 15"/>
                <a:gd name="p0x436" fmla="*/ 1035 w 4980"/>
                <a:gd name="p0y436" fmla="*/ 15 h 15"/>
                <a:gd name="p0x437" fmla="*/ 1035 w 4980"/>
                <a:gd name="p0y437" fmla="*/ 0 h 15"/>
                <a:gd name="p0x438" fmla="*/ 1065 w 4980"/>
                <a:gd name="p0y438" fmla="*/ 0 h 15"/>
                <a:gd name="p0x439" fmla="*/ 1065 w 4980"/>
                <a:gd name="p0y439" fmla="*/ 15 h 15"/>
                <a:gd name="p0x440" fmla="*/ 1020 w 4980"/>
                <a:gd name="p0y440" fmla="*/ 15 h 15"/>
                <a:gd name="p0x441" fmla="*/ 990 w 4980"/>
                <a:gd name="p0y441" fmla="*/ 15 h 15"/>
                <a:gd name="p0x442" fmla="*/ 990 w 4980"/>
                <a:gd name="p0y442" fmla="*/ 0 h 15"/>
                <a:gd name="p0x443" fmla="*/ 1020 w 4980"/>
                <a:gd name="p0y443" fmla="*/ 0 h 15"/>
                <a:gd name="p0x444" fmla="*/ 1020 w 4980"/>
                <a:gd name="p0y444" fmla="*/ 15 h 15"/>
                <a:gd name="p0x445" fmla="*/ 975 w 4980"/>
                <a:gd name="p0y445" fmla="*/ 15 h 15"/>
                <a:gd name="p0x446" fmla="*/ 945 w 4980"/>
                <a:gd name="p0y446" fmla="*/ 15 h 15"/>
                <a:gd name="p0x447" fmla="*/ 945 w 4980"/>
                <a:gd name="p0y447" fmla="*/ 0 h 15"/>
                <a:gd name="p0x448" fmla="*/ 975 w 4980"/>
                <a:gd name="p0y448" fmla="*/ 0 h 15"/>
                <a:gd name="p0x449" fmla="*/ 975 w 4980"/>
                <a:gd name="p0y449" fmla="*/ 15 h 15"/>
                <a:gd name="p0x450" fmla="*/ 930 w 4980"/>
                <a:gd name="p0y450" fmla="*/ 15 h 15"/>
                <a:gd name="p0x451" fmla="*/ 900 w 4980"/>
                <a:gd name="p0y451" fmla="*/ 15 h 15"/>
                <a:gd name="p0x452" fmla="*/ 900 w 4980"/>
                <a:gd name="p0y452" fmla="*/ 0 h 15"/>
                <a:gd name="p0x453" fmla="*/ 930 w 4980"/>
                <a:gd name="p0y453" fmla="*/ 0 h 15"/>
                <a:gd name="p0x454" fmla="*/ 930 w 4980"/>
                <a:gd name="p0y454" fmla="*/ 15 h 15"/>
                <a:gd name="p0x455" fmla="*/ 885 w 4980"/>
                <a:gd name="p0y455" fmla="*/ 15 h 15"/>
                <a:gd name="p0x456" fmla="*/ 855 w 4980"/>
                <a:gd name="p0y456" fmla="*/ 15 h 15"/>
                <a:gd name="p0x457" fmla="*/ 855 w 4980"/>
                <a:gd name="p0y457" fmla="*/ 0 h 15"/>
                <a:gd name="p0x458" fmla="*/ 885 w 4980"/>
                <a:gd name="p0y458" fmla="*/ 0 h 15"/>
                <a:gd name="p0x459" fmla="*/ 885 w 4980"/>
                <a:gd name="p0y459" fmla="*/ 15 h 15"/>
                <a:gd name="p0x460" fmla="*/ 840 w 4980"/>
                <a:gd name="p0y460" fmla="*/ 15 h 15"/>
                <a:gd name="p0x461" fmla="*/ 810 w 4980"/>
                <a:gd name="p0y461" fmla="*/ 15 h 15"/>
                <a:gd name="p0x462" fmla="*/ 810 w 4980"/>
                <a:gd name="p0y462" fmla="*/ 0 h 15"/>
                <a:gd name="p0x463" fmla="*/ 840 w 4980"/>
                <a:gd name="p0y463" fmla="*/ 0 h 15"/>
                <a:gd name="p0x464" fmla="*/ 840 w 4980"/>
                <a:gd name="p0y464" fmla="*/ 15 h 15"/>
                <a:gd name="p0x465" fmla="*/ 795 w 4980"/>
                <a:gd name="p0y465" fmla="*/ 15 h 15"/>
                <a:gd name="p0x466" fmla="*/ 765 w 4980"/>
                <a:gd name="p0y466" fmla="*/ 15 h 15"/>
                <a:gd name="p0x467" fmla="*/ 765 w 4980"/>
                <a:gd name="p0y467" fmla="*/ 0 h 15"/>
                <a:gd name="p0x468" fmla="*/ 795 w 4980"/>
                <a:gd name="p0y468" fmla="*/ 0 h 15"/>
                <a:gd name="p0x469" fmla="*/ 795 w 4980"/>
                <a:gd name="p0y469" fmla="*/ 15 h 15"/>
                <a:gd name="p0x470" fmla="*/ 750 w 4980"/>
                <a:gd name="p0y470" fmla="*/ 15 h 15"/>
                <a:gd name="p0x471" fmla="*/ 720 w 4980"/>
                <a:gd name="p0y471" fmla="*/ 15 h 15"/>
                <a:gd name="p0x472" fmla="*/ 720 w 4980"/>
                <a:gd name="p0y472" fmla="*/ 0 h 15"/>
                <a:gd name="p0x473" fmla="*/ 750 w 4980"/>
                <a:gd name="p0y473" fmla="*/ 0 h 15"/>
                <a:gd name="p0x474" fmla="*/ 750 w 4980"/>
                <a:gd name="p0y474" fmla="*/ 15 h 15"/>
                <a:gd name="p0x475" fmla="*/ 705 w 4980"/>
                <a:gd name="p0y475" fmla="*/ 15 h 15"/>
                <a:gd name="p0x476" fmla="*/ 675 w 4980"/>
                <a:gd name="p0y476" fmla="*/ 15 h 15"/>
                <a:gd name="p0x477" fmla="*/ 675 w 4980"/>
                <a:gd name="p0y477" fmla="*/ 0 h 15"/>
                <a:gd name="p0x478" fmla="*/ 705 w 4980"/>
                <a:gd name="p0y478" fmla="*/ 0 h 15"/>
                <a:gd name="p0x479" fmla="*/ 705 w 4980"/>
                <a:gd name="p0y479" fmla="*/ 15 h 15"/>
                <a:gd name="p0x480" fmla="*/ 660 w 4980"/>
                <a:gd name="p0y480" fmla="*/ 15 h 15"/>
                <a:gd name="p0x481" fmla="*/ 630 w 4980"/>
                <a:gd name="p0y481" fmla="*/ 15 h 15"/>
                <a:gd name="p0x482" fmla="*/ 630 w 4980"/>
                <a:gd name="p0y482" fmla="*/ 0 h 15"/>
                <a:gd name="p0x483" fmla="*/ 660 w 4980"/>
                <a:gd name="p0y483" fmla="*/ 0 h 15"/>
                <a:gd name="p0x484" fmla="*/ 660 w 4980"/>
                <a:gd name="p0y484" fmla="*/ 15 h 15"/>
                <a:gd name="p0x485" fmla="*/ 615 w 4980"/>
                <a:gd name="p0y485" fmla="*/ 15 h 15"/>
                <a:gd name="p0x486" fmla="*/ 585 w 4980"/>
                <a:gd name="p0y486" fmla="*/ 15 h 15"/>
                <a:gd name="p0x487" fmla="*/ 585 w 4980"/>
                <a:gd name="p0y487" fmla="*/ 0 h 15"/>
                <a:gd name="p0x488" fmla="*/ 615 w 4980"/>
                <a:gd name="p0y488" fmla="*/ 0 h 15"/>
                <a:gd name="p0x489" fmla="*/ 615 w 4980"/>
                <a:gd name="p0y489" fmla="*/ 15 h 15"/>
                <a:gd name="p0x490" fmla="*/ 570 w 4980"/>
                <a:gd name="p0y490" fmla="*/ 15 h 15"/>
                <a:gd name="p0x491" fmla="*/ 540 w 4980"/>
                <a:gd name="p0y491" fmla="*/ 15 h 15"/>
                <a:gd name="p0x492" fmla="*/ 540 w 4980"/>
                <a:gd name="p0y492" fmla="*/ 0 h 15"/>
                <a:gd name="p0x493" fmla="*/ 570 w 4980"/>
                <a:gd name="p0y493" fmla="*/ 0 h 15"/>
                <a:gd name="p0x494" fmla="*/ 570 w 4980"/>
                <a:gd name="p0y494" fmla="*/ 15 h 15"/>
                <a:gd name="p0x495" fmla="*/ 525 w 4980"/>
                <a:gd name="p0y495" fmla="*/ 15 h 15"/>
                <a:gd name="p0x496" fmla="*/ 495 w 4980"/>
                <a:gd name="p0y496" fmla="*/ 15 h 15"/>
                <a:gd name="p0x497" fmla="*/ 495 w 4980"/>
                <a:gd name="p0y497" fmla="*/ 0 h 15"/>
                <a:gd name="p0x498" fmla="*/ 525 w 4980"/>
                <a:gd name="p0y498" fmla="*/ 0 h 15"/>
                <a:gd name="p0x499" fmla="*/ 525 w 4980"/>
                <a:gd name="p0y499" fmla="*/ 15 h 15"/>
                <a:gd name="p0x500" fmla="*/ 480 w 4980"/>
                <a:gd name="p0y500" fmla="*/ 15 h 15"/>
                <a:gd name="p0x501" fmla="*/ 450 w 4980"/>
                <a:gd name="p0y501" fmla="*/ 15 h 15"/>
                <a:gd name="p0x502" fmla="*/ 450 w 4980"/>
                <a:gd name="p0y502" fmla="*/ 0 h 15"/>
                <a:gd name="p0x503" fmla="*/ 480 w 4980"/>
                <a:gd name="p0y503" fmla="*/ 0 h 15"/>
                <a:gd name="p0x504" fmla="*/ 480 w 4980"/>
                <a:gd name="p0y504" fmla="*/ 15 h 15"/>
                <a:gd name="p0x505" fmla="*/ 435 w 4980"/>
                <a:gd name="p0y505" fmla="*/ 15 h 15"/>
                <a:gd name="p0x506" fmla="*/ 405 w 4980"/>
                <a:gd name="p0y506" fmla="*/ 15 h 15"/>
                <a:gd name="p0x507" fmla="*/ 405 w 4980"/>
                <a:gd name="p0y507" fmla="*/ 0 h 15"/>
                <a:gd name="p0x508" fmla="*/ 435 w 4980"/>
                <a:gd name="p0y508" fmla="*/ 0 h 15"/>
                <a:gd name="p0x509" fmla="*/ 435 w 4980"/>
                <a:gd name="p0y509" fmla="*/ 15 h 15"/>
                <a:gd name="p0x510" fmla="*/ 390 w 4980"/>
                <a:gd name="p0y510" fmla="*/ 15 h 15"/>
                <a:gd name="p0x511" fmla="*/ 360 w 4980"/>
                <a:gd name="p0y511" fmla="*/ 15 h 15"/>
                <a:gd name="p0x512" fmla="*/ 360 w 4980"/>
                <a:gd name="p0y512" fmla="*/ 0 h 15"/>
                <a:gd name="p0x513" fmla="*/ 390 w 4980"/>
                <a:gd name="p0y513" fmla="*/ 0 h 15"/>
                <a:gd name="p0x514" fmla="*/ 390 w 4980"/>
                <a:gd name="p0y514" fmla="*/ 15 h 15"/>
                <a:gd name="p0x515" fmla="*/ 345 w 4980"/>
                <a:gd name="p0y515" fmla="*/ 15 h 15"/>
                <a:gd name="p0x516" fmla="*/ 315 w 4980"/>
                <a:gd name="p0y516" fmla="*/ 15 h 15"/>
                <a:gd name="p0x517" fmla="*/ 315 w 4980"/>
                <a:gd name="p0y517" fmla="*/ 0 h 15"/>
                <a:gd name="p0x518" fmla="*/ 345 w 4980"/>
                <a:gd name="p0y518" fmla="*/ 0 h 15"/>
                <a:gd name="p0x519" fmla="*/ 345 w 4980"/>
                <a:gd name="p0y519" fmla="*/ 15 h 15"/>
                <a:gd name="p0x520" fmla="*/ 300 w 4980"/>
                <a:gd name="p0y520" fmla="*/ 15 h 15"/>
                <a:gd name="p0x521" fmla="*/ 270 w 4980"/>
                <a:gd name="p0y521" fmla="*/ 15 h 15"/>
                <a:gd name="p0x522" fmla="*/ 270 w 4980"/>
                <a:gd name="p0y522" fmla="*/ 0 h 15"/>
                <a:gd name="p0x523" fmla="*/ 300 w 4980"/>
                <a:gd name="p0y523" fmla="*/ 0 h 15"/>
                <a:gd name="p0x524" fmla="*/ 300 w 4980"/>
                <a:gd name="p0y524" fmla="*/ 15 h 15"/>
                <a:gd name="p0x525" fmla="*/ 255 w 4980"/>
                <a:gd name="p0y525" fmla="*/ 15 h 15"/>
                <a:gd name="p0x526" fmla="*/ 225 w 4980"/>
                <a:gd name="p0y526" fmla="*/ 15 h 15"/>
                <a:gd name="p0x527" fmla="*/ 225 w 4980"/>
                <a:gd name="p0y527" fmla="*/ 0 h 15"/>
                <a:gd name="p0x528" fmla="*/ 255 w 4980"/>
                <a:gd name="p0y528" fmla="*/ 0 h 15"/>
                <a:gd name="p0x529" fmla="*/ 255 w 4980"/>
                <a:gd name="p0y529" fmla="*/ 15 h 15"/>
                <a:gd name="p0x530" fmla="*/ 210 w 4980"/>
                <a:gd name="p0y530" fmla="*/ 15 h 15"/>
                <a:gd name="p0x531" fmla="*/ 180 w 4980"/>
                <a:gd name="p0y531" fmla="*/ 15 h 15"/>
                <a:gd name="p0x532" fmla="*/ 180 w 4980"/>
                <a:gd name="p0y532" fmla="*/ 0 h 15"/>
                <a:gd name="p0x533" fmla="*/ 210 w 4980"/>
                <a:gd name="p0y533" fmla="*/ 0 h 15"/>
                <a:gd name="p0x534" fmla="*/ 210 w 4980"/>
                <a:gd name="p0y534" fmla="*/ 15 h 15"/>
                <a:gd name="p0x535" fmla="*/ 165 w 4980"/>
                <a:gd name="p0y535" fmla="*/ 15 h 15"/>
                <a:gd name="p0x536" fmla="*/ 135 w 4980"/>
                <a:gd name="p0y536" fmla="*/ 15 h 15"/>
                <a:gd name="p0x537" fmla="*/ 135 w 4980"/>
                <a:gd name="p0y537" fmla="*/ 0 h 15"/>
                <a:gd name="p0x538" fmla="*/ 165 w 4980"/>
                <a:gd name="p0y538" fmla="*/ 0 h 15"/>
                <a:gd name="p0x539" fmla="*/ 165 w 4980"/>
                <a:gd name="p0y539" fmla="*/ 15 h 15"/>
                <a:gd name="p0x540" fmla="*/ 120 w 4980"/>
                <a:gd name="p0y540" fmla="*/ 15 h 15"/>
                <a:gd name="p0x541" fmla="*/ 90 w 4980"/>
                <a:gd name="p0y541" fmla="*/ 15 h 15"/>
                <a:gd name="p0x542" fmla="*/ 90 w 4980"/>
                <a:gd name="p0y542" fmla="*/ 0 h 15"/>
                <a:gd name="p0x543" fmla="*/ 120 w 4980"/>
                <a:gd name="p0y543" fmla="*/ 0 h 15"/>
                <a:gd name="p0x544" fmla="*/ 120 w 4980"/>
                <a:gd name="p0y544" fmla="*/ 15 h 15"/>
                <a:gd name="p0x545" fmla="*/ 75 w 4980"/>
                <a:gd name="p0y545" fmla="*/ 15 h 15"/>
                <a:gd name="p0x546" fmla="*/ 45 w 4980"/>
                <a:gd name="p0y546" fmla="*/ 15 h 15"/>
                <a:gd name="p0x547" fmla="*/ 45 w 4980"/>
                <a:gd name="p0y547" fmla="*/ 0 h 15"/>
                <a:gd name="p0x548" fmla="*/ 75 w 4980"/>
                <a:gd name="p0y548" fmla="*/ 0 h 15"/>
                <a:gd name="p0x549" fmla="*/ 75 w 4980"/>
                <a:gd name="p0y549" fmla="*/ 15 h 15"/>
                <a:gd name="p0x550" fmla="*/ 30 w 4980"/>
                <a:gd name="p0y550" fmla="*/ 15 h 15"/>
                <a:gd name="p0x551" fmla="*/ 0 w 4980"/>
                <a:gd name="p0y551" fmla="*/ 15 h 15"/>
                <a:gd name="p0x552" fmla="*/ 0 w 4980"/>
                <a:gd name="p0y552" fmla="*/ 0 h 15"/>
                <a:gd name="p0x553" fmla="*/ 30 w 4980"/>
                <a:gd name="p0y553" fmla="*/ 0 h 15"/>
                <a:gd name="p0x554" fmla="*/ 30 w 4980"/>
                <a:gd name="p0y55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moveTo>
                    <a:pt x="p0x5" y="p0y5"/>
                  </a:moveTo>
                  <a:lnTo>
                    <a:pt x="p0x6" y="p0y6"/>
                  </a:lnTo>
                  <a:lnTo>
                    <a:pt x="p0x7" y="p0y7"/>
                  </a:lnTo>
                  <a:lnTo>
                    <a:pt x="p0x8" y="p0y8"/>
                  </a:lnTo>
                  <a:lnTo>
                    <a:pt x="p0x9" y="p0y9"/>
                  </a:lnTo>
                  <a:moveTo>
                    <a:pt x="p0x10" y="p0y10"/>
                  </a:moveTo>
                  <a:lnTo>
                    <a:pt x="p0x11" y="p0y11"/>
                  </a:lnTo>
                  <a:lnTo>
                    <a:pt x="p0x12" y="p0y12"/>
                  </a:lnTo>
                  <a:lnTo>
                    <a:pt x="p0x13" y="p0y13"/>
                  </a:lnTo>
                  <a:lnTo>
                    <a:pt x="p0x14" y="p0y14"/>
                  </a:lnTo>
                  <a:moveTo>
                    <a:pt x="p0x15" y="p0y15"/>
                  </a:moveTo>
                  <a:lnTo>
                    <a:pt x="p0x16" y="p0y16"/>
                  </a:lnTo>
                  <a:lnTo>
                    <a:pt x="p0x17" y="p0y17"/>
                  </a:lnTo>
                  <a:lnTo>
                    <a:pt x="p0x18" y="p0y18"/>
                  </a:lnTo>
                  <a:lnTo>
                    <a:pt x="p0x19" y="p0y19"/>
                  </a:lnTo>
                  <a:moveTo>
                    <a:pt x="p0x20" y="p0y20"/>
                  </a:moveTo>
                  <a:lnTo>
                    <a:pt x="p0x21" y="p0y21"/>
                  </a:lnTo>
                  <a:lnTo>
                    <a:pt x="p0x22" y="p0y22"/>
                  </a:lnTo>
                  <a:lnTo>
                    <a:pt x="p0x23" y="p0y23"/>
                  </a:lnTo>
                  <a:lnTo>
                    <a:pt x="p0x24" y="p0y24"/>
                  </a:lnTo>
                  <a:moveTo>
                    <a:pt x="p0x25" y="p0y25"/>
                  </a:moveTo>
                  <a:lnTo>
                    <a:pt x="p0x26" y="p0y26"/>
                  </a:lnTo>
                  <a:lnTo>
                    <a:pt x="p0x27" y="p0y27"/>
                  </a:lnTo>
                  <a:lnTo>
                    <a:pt x="p0x28" y="p0y28"/>
                  </a:lnTo>
                  <a:lnTo>
                    <a:pt x="p0x29" y="p0y29"/>
                  </a:lnTo>
                  <a:moveTo>
                    <a:pt x="p0x30" y="p0y30"/>
                  </a:moveTo>
                  <a:lnTo>
                    <a:pt x="p0x31" y="p0y31"/>
                  </a:lnTo>
                  <a:lnTo>
                    <a:pt x="p0x32" y="p0y32"/>
                  </a:lnTo>
                  <a:lnTo>
                    <a:pt x="p0x33" y="p0y33"/>
                  </a:lnTo>
                  <a:lnTo>
                    <a:pt x="p0x34" y="p0y34"/>
                  </a:lnTo>
                  <a:moveTo>
                    <a:pt x="p0x35" y="p0y35"/>
                  </a:moveTo>
                  <a:lnTo>
                    <a:pt x="p0x36" y="p0y36"/>
                  </a:lnTo>
                  <a:lnTo>
                    <a:pt x="p0x37" y="p0y37"/>
                  </a:lnTo>
                  <a:lnTo>
                    <a:pt x="p0x38" y="p0y38"/>
                  </a:lnTo>
                  <a:lnTo>
                    <a:pt x="p0x39" y="p0y39"/>
                  </a:lnTo>
                  <a:moveTo>
                    <a:pt x="p0x40" y="p0y40"/>
                  </a:moveTo>
                  <a:lnTo>
                    <a:pt x="p0x41" y="p0y41"/>
                  </a:lnTo>
                  <a:lnTo>
                    <a:pt x="p0x42" y="p0y42"/>
                  </a:lnTo>
                  <a:lnTo>
                    <a:pt x="p0x43" y="p0y43"/>
                  </a:lnTo>
                  <a:lnTo>
                    <a:pt x="p0x44" y="p0y44"/>
                  </a:lnTo>
                  <a:moveTo>
                    <a:pt x="p0x45" y="p0y45"/>
                  </a:moveTo>
                  <a:lnTo>
                    <a:pt x="p0x46" y="p0y46"/>
                  </a:lnTo>
                  <a:lnTo>
                    <a:pt x="p0x47" y="p0y47"/>
                  </a:lnTo>
                  <a:lnTo>
                    <a:pt x="p0x48" y="p0y48"/>
                  </a:lnTo>
                  <a:lnTo>
                    <a:pt x="p0x49" y="p0y49"/>
                  </a:lnTo>
                  <a:moveTo>
                    <a:pt x="p0x50" y="p0y50"/>
                  </a:moveTo>
                  <a:lnTo>
                    <a:pt x="p0x51" y="p0y51"/>
                  </a:lnTo>
                  <a:lnTo>
                    <a:pt x="p0x52" y="p0y52"/>
                  </a:lnTo>
                  <a:lnTo>
                    <a:pt x="p0x53" y="p0y53"/>
                  </a:lnTo>
                  <a:lnTo>
                    <a:pt x="p0x54" y="p0y54"/>
                  </a:lnTo>
                  <a:moveTo>
                    <a:pt x="p0x55" y="p0y55"/>
                  </a:moveTo>
                  <a:lnTo>
                    <a:pt x="p0x56" y="p0y56"/>
                  </a:lnTo>
                  <a:lnTo>
                    <a:pt x="p0x57" y="p0y57"/>
                  </a:lnTo>
                  <a:lnTo>
                    <a:pt x="p0x58" y="p0y58"/>
                  </a:lnTo>
                  <a:lnTo>
                    <a:pt x="p0x59" y="p0y59"/>
                  </a:lnTo>
                  <a:moveTo>
                    <a:pt x="p0x60" y="p0y60"/>
                  </a:moveTo>
                  <a:lnTo>
                    <a:pt x="p0x61" y="p0y61"/>
                  </a:lnTo>
                  <a:lnTo>
                    <a:pt x="p0x62" y="p0y62"/>
                  </a:lnTo>
                  <a:lnTo>
                    <a:pt x="p0x63" y="p0y63"/>
                  </a:lnTo>
                  <a:lnTo>
                    <a:pt x="p0x64" y="p0y64"/>
                  </a:lnTo>
                  <a:moveTo>
                    <a:pt x="p0x65" y="p0y65"/>
                  </a:moveTo>
                  <a:lnTo>
                    <a:pt x="p0x66" y="p0y66"/>
                  </a:lnTo>
                  <a:lnTo>
                    <a:pt x="p0x67" y="p0y67"/>
                  </a:lnTo>
                  <a:lnTo>
                    <a:pt x="p0x68" y="p0y68"/>
                  </a:lnTo>
                  <a:lnTo>
                    <a:pt x="p0x69" y="p0y69"/>
                  </a:lnTo>
                  <a:moveTo>
                    <a:pt x="p0x70" y="p0y70"/>
                  </a:moveTo>
                  <a:lnTo>
                    <a:pt x="p0x71" y="p0y71"/>
                  </a:lnTo>
                  <a:lnTo>
                    <a:pt x="p0x72" y="p0y72"/>
                  </a:lnTo>
                  <a:lnTo>
                    <a:pt x="p0x73" y="p0y73"/>
                  </a:lnTo>
                  <a:lnTo>
                    <a:pt x="p0x74" y="p0y74"/>
                  </a:lnTo>
                  <a:moveTo>
                    <a:pt x="p0x75" y="p0y75"/>
                  </a:moveTo>
                  <a:lnTo>
                    <a:pt x="p0x76" y="p0y76"/>
                  </a:lnTo>
                  <a:lnTo>
                    <a:pt x="p0x77" y="p0y77"/>
                  </a:lnTo>
                  <a:lnTo>
                    <a:pt x="p0x78" y="p0y78"/>
                  </a:lnTo>
                  <a:lnTo>
                    <a:pt x="p0x79" y="p0y79"/>
                  </a:lnTo>
                  <a:moveTo>
                    <a:pt x="p0x80" y="p0y80"/>
                  </a:moveTo>
                  <a:lnTo>
                    <a:pt x="p0x81" y="p0y81"/>
                  </a:lnTo>
                  <a:lnTo>
                    <a:pt x="p0x82" y="p0y82"/>
                  </a:lnTo>
                  <a:lnTo>
                    <a:pt x="p0x83" y="p0y83"/>
                  </a:lnTo>
                  <a:lnTo>
                    <a:pt x="p0x84" y="p0y84"/>
                  </a:lnTo>
                  <a:moveTo>
                    <a:pt x="p0x85" y="p0y85"/>
                  </a:moveTo>
                  <a:lnTo>
                    <a:pt x="p0x86" y="p0y86"/>
                  </a:lnTo>
                  <a:lnTo>
                    <a:pt x="p0x87" y="p0y87"/>
                  </a:lnTo>
                  <a:lnTo>
                    <a:pt x="p0x88" y="p0y88"/>
                  </a:lnTo>
                  <a:lnTo>
                    <a:pt x="p0x89" y="p0y89"/>
                  </a:lnTo>
                  <a:moveTo>
                    <a:pt x="p0x90" y="p0y90"/>
                  </a:moveTo>
                  <a:lnTo>
                    <a:pt x="p0x91" y="p0y91"/>
                  </a:lnTo>
                  <a:lnTo>
                    <a:pt x="p0x92" y="p0y92"/>
                  </a:lnTo>
                  <a:lnTo>
                    <a:pt x="p0x93" y="p0y93"/>
                  </a:lnTo>
                  <a:lnTo>
                    <a:pt x="p0x94" y="p0y94"/>
                  </a:lnTo>
                  <a:moveTo>
                    <a:pt x="p0x95" y="p0y95"/>
                  </a:moveTo>
                  <a:lnTo>
                    <a:pt x="p0x96" y="p0y96"/>
                  </a:lnTo>
                  <a:lnTo>
                    <a:pt x="p0x97" y="p0y97"/>
                  </a:lnTo>
                  <a:lnTo>
                    <a:pt x="p0x98" y="p0y98"/>
                  </a:lnTo>
                  <a:lnTo>
                    <a:pt x="p0x99" y="p0y99"/>
                  </a:lnTo>
                  <a:moveTo>
                    <a:pt x="p0x100" y="p0y100"/>
                  </a:moveTo>
                  <a:lnTo>
                    <a:pt x="p0x101" y="p0y101"/>
                  </a:lnTo>
                  <a:lnTo>
                    <a:pt x="p0x102" y="p0y102"/>
                  </a:lnTo>
                  <a:lnTo>
                    <a:pt x="p0x103" y="p0y103"/>
                  </a:lnTo>
                  <a:lnTo>
                    <a:pt x="p0x104" y="p0y104"/>
                  </a:lnTo>
                  <a:moveTo>
                    <a:pt x="p0x105" y="p0y105"/>
                  </a:moveTo>
                  <a:lnTo>
                    <a:pt x="p0x106" y="p0y106"/>
                  </a:lnTo>
                  <a:lnTo>
                    <a:pt x="p0x107" y="p0y107"/>
                  </a:lnTo>
                  <a:lnTo>
                    <a:pt x="p0x108" y="p0y108"/>
                  </a:lnTo>
                  <a:lnTo>
                    <a:pt x="p0x109" y="p0y109"/>
                  </a:lnTo>
                  <a:moveTo>
                    <a:pt x="p0x110" y="p0y110"/>
                  </a:moveTo>
                  <a:lnTo>
                    <a:pt x="p0x111" y="p0y111"/>
                  </a:lnTo>
                  <a:lnTo>
                    <a:pt x="p0x112" y="p0y112"/>
                  </a:lnTo>
                  <a:lnTo>
                    <a:pt x="p0x113" y="p0y113"/>
                  </a:lnTo>
                  <a:lnTo>
                    <a:pt x="p0x114" y="p0y114"/>
                  </a:lnTo>
                  <a:moveTo>
                    <a:pt x="p0x115" y="p0y115"/>
                  </a:moveTo>
                  <a:lnTo>
                    <a:pt x="p0x116" y="p0y116"/>
                  </a:lnTo>
                  <a:lnTo>
                    <a:pt x="p0x117" y="p0y117"/>
                  </a:lnTo>
                  <a:lnTo>
                    <a:pt x="p0x118" y="p0y118"/>
                  </a:lnTo>
                  <a:lnTo>
                    <a:pt x="p0x119" y="p0y119"/>
                  </a:lnTo>
                  <a:moveTo>
                    <a:pt x="p0x120" y="p0y120"/>
                  </a:moveTo>
                  <a:lnTo>
                    <a:pt x="p0x121" y="p0y121"/>
                  </a:lnTo>
                  <a:lnTo>
                    <a:pt x="p0x122" y="p0y122"/>
                  </a:lnTo>
                  <a:lnTo>
                    <a:pt x="p0x123" y="p0y123"/>
                  </a:lnTo>
                  <a:lnTo>
                    <a:pt x="p0x124" y="p0y124"/>
                  </a:lnTo>
                  <a:moveTo>
                    <a:pt x="p0x125" y="p0y125"/>
                  </a:moveTo>
                  <a:lnTo>
                    <a:pt x="p0x126" y="p0y126"/>
                  </a:lnTo>
                  <a:lnTo>
                    <a:pt x="p0x127" y="p0y127"/>
                  </a:lnTo>
                  <a:lnTo>
                    <a:pt x="p0x128" y="p0y128"/>
                  </a:lnTo>
                  <a:lnTo>
                    <a:pt x="p0x129" y="p0y129"/>
                  </a:lnTo>
                  <a:moveTo>
                    <a:pt x="p0x130" y="p0y130"/>
                  </a:moveTo>
                  <a:lnTo>
                    <a:pt x="p0x131" y="p0y131"/>
                  </a:lnTo>
                  <a:lnTo>
                    <a:pt x="p0x132" y="p0y132"/>
                  </a:lnTo>
                  <a:lnTo>
                    <a:pt x="p0x133" y="p0y133"/>
                  </a:lnTo>
                  <a:lnTo>
                    <a:pt x="p0x134" y="p0y134"/>
                  </a:lnTo>
                  <a:moveTo>
                    <a:pt x="p0x135" y="p0y135"/>
                  </a:moveTo>
                  <a:lnTo>
                    <a:pt x="p0x136" y="p0y136"/>
                  </a:lnTo>
                  <a:lnTo>
                    <a:pt x="p0x137" y="p0y137"/>
                  </a:lnTo>
                  <a:lnTo>
                    <a:pt x="p0x138" y="p0y138"/>
                  </a:lnTo>
                  <a:lnTo>
                    <a:pt x="p0x139" y="p0y139"/>
                  </a:lnTo>
                  <a:moveTo>
                    <a:pt x="p0x140" y="p0y140"/>
                  </a:moveTo>
                  <a:lnTo>
                    <a:pt x="p0x141" y="p0y141"/>
                  </a:lnTo>
                  <a:lnTo>
                    <a:pt x="p0x142" y="p0y142"/>
                  </a:lnTo>
                  <a:lnTo>
                    <a:pt x="p0x143" y="p0y143"/>
                  </a:lnTo>
                  <a:lnTo>
                    <a:pt x="p0x144" y="p0y144"/>
                  </a:lnTo>
                  <a:moveTo>
                    <a:pt x="p0x145" y="p0y145"/>
                  </a:moveTo>
                  <a:lnTo>
                    <a:pt x="p0x146" y="p0y146"/>
                  </a:lnTo>
                  <a:lnTo>
                    <a:pt x="p0x147" y="p0y147"/>
                  </a:lnTo>
                  <a:lnTo>
                    <a:pt x="p0x148" y="p0y148"/>
                  </a:lnTo>
                  <a:lnTo>
                    <a:pt x="p0x149" y="p0y149"/>
                  </a:lnTo>
                  <a:moveTo>
                    <a:pt x="p0x150" y="p0y150"/>
                  </a:moveTo>
                  <a:lnTo>
                    <a:pt x="p0x151" y="p0y151"/>
                  </a:lnTo>
                  <a:lnTo>
                    <a:pt x="p0x152" y="p0y152"/>
                  </a:lnTo>
                  <a:lnTo>
                    <a:pt x="p0x153" y="p0y153"/>
                  </a:lnTo>
                  <a:lnTo>
                    <a:pt x="p0x154" y="p0y154"/>
                  </a:lnTo>
                  <a:moveTo>
                    <a:pt x="p0x155" y="p0y155"/>
                  </a:moveTo>
                  <a:lnTo>
                    <a:pt x="p0x156" y="p0y156"/>
                  </a:lnTo>
                  <a:lnTo>
                    <a:pt x="p0x157" y="p0y157"/>
                  </a:lnTo>
                  <a:lnTo>
                    <a:pt x="p0x158" y="p0y158"/>
                  </a:lnTo>
                  <a:lnTo>
                    <a:pt x="p0x159" y="p0y159"/>
                  </a:lnTo>
                  <a:moveTo>
                    <a:pt x="p0x160" y="p0y160"/>
                  </a:moveTo>
                  <a:lnTo>
                    <a:pt x="p0x161" y="p0y161"/>
                  </a:lnTo>
                  <a:lnTo>
                    <a:pt x="p0x162" y="p0y162"/>
                  </a:lnTo>
                  <a:lnTo>
                    <a:pt x="p0x163" y="p0y163"/>
                  </a:lnTo>
                  <a:lnTo>
                    <a:pt x="p0x164" y="p0y164"/>
                  </a:lnTo>
                  <a:moveTo>
                    <a:pt x="p0x165" y="p0y165"/>
                  </a:moveTo>
                  <a:lnTo>
                    <a:pt x="p0x166" y="p0y166"/>
                  </a:lnTo>
                  <a:lnTo>
                    <a:pt x="p0x167" y="p0y167"/>
                  </a:lnTo>
                  <a:lnTo>
                    <a:pt x="p0x168" y="p0y168"/>
                  </a:lnTo>
                  <a:lnTo>
                    <a:pt x="p0x169" y="p0y169"/>
                  </a:lnTo>
                  <a:moveTo>
                    <a:pt x="p0x170" y="p0y170"/>
                  </a:moveTo>
                  <a:lnTo>
                    <a:pt x="p0x171" y="p0y171"/>
                  </a:lnTo>
                  <a:lnTo>
                    <a:pt x="p0x172" y="p0y172"/>
                  </a:lnTo>
                  <a:lnTo>
                    <a:pt x="p0x173" y="p0y173"/>
                  </a:lnTo>
                  <a:lnTo>
                    <a:pt x="p0x174" y="p0y174"/>
                  </a:lnTo>
                  <a:moveTo>
                    <a:pt x="p0x175" y="p0y175"/>
                  </a:moveTo>
                  <a:lnTo>
                    <a:pt x="p0x176" y="p0y176"/>
                  </a:lnTo>
                  <a:lnTo>
                    <a:pt x="p0x177" y="p0y177"/>
                  </a:lnTo>
                  <a:lnTo>
                    <a:pt x="p0x178" y="p0y178"/>
                  </a:lnTo>
                  <a:lnTo>
                    <a:pt x="p0x179" y="p0y179"/>
                  </a:lnTo>
                  <a:moveTo>
                    <a:pt x="p0x180" y="p0y180"/>
                  </a:moveTo>
                  <a:lnTo>
                    <a:pt x="p0x181" y="p0y181"/>
                  </a:lnTo>
                  <a:lnTo>
                    <a:pt x="p0x182" y="p0y182"/>
                  </a:lnTo>
                  <a:lnTo>
                    <a:pt x="p0x183" y="p0y183"/>
                  </a:lnTo>
                  <a:lnTo>
                    <a:pt x="p0x184" y="p0y184"/>
                  </a:lnTo>
                  <a:moveTo>
                    <a:pt x="p0x185" y="p0y185"/>
                  </a:moveTo>
                  <a:lnTo>
                    <a:pt x="p0x186" y="p0y186"/>
                  </a:lnTo>
                  <a:lnTo>
                    <a:pt x="p0x187" y="p0y187"/>
                  </a:lnTo>
                  <a:lnTo>
                    <a:pt x="p0x188" y="p0y188"/>
                  </a:lnTo>
                  <a:lnTo>
                    <a:pt x="p0x189" y="p0y189"/>
                  </a:lnTo>
                  <a:moveTo>
                    <a:pt x="p0x190" y="p0y190"/>
                  </a:moveTo>
                  <a:lnTo>
                    <a:pt x="p0x191" y="p0y191"/>
                  </a:lnTo>
                  <a:lnTo>
                    <a:pt x="p0x192" y="p0y192"/>
                  </a:lnTo>
                  <a:lnTo>
                    <a:pt x="p0x193" y="p0y193"/>
                  </a:lnTo>
                  <a:lnTo>
                    <a:pt x="p0x194" y="p0y194"/>
                  </a:lnTo>
                  <a:moveTo>
                    <a:pt x="p0x195" y="p0y195"/>
                  </a:moveTo>
                  <a:lnTo>
                    <a:pt x="p0x196" y="p0y196"/>
                  </a:lnTo>
                  <a:lnTo>
                    <a:pt x="p0x197" y="p0y197"/>
                  </a:lnTo>
                  <a:lnTo>
                    <a:pt x="p0x198" y="p0y198"/>
                  </a:lnTo>
                  <a:lnTo>
                    <a:pt x="p0x199" y="p0y199"/>
                  </a:lnTo>
                  <a:moveTo>
                    <a:pt x="p0x200" y="p0y200"/>
                  </a:moveTo>
                  <a:lnTo>
                    <a:pt x="p0x201" y="p0y201"/>
                  </a:lnTo>
                  <a:lnTo>
                    <a:pt x="p0x202" y="p0y202"/>
                  </a:lnTo>
                  <a:lnTo>
                    <a:pt x="p0x203" y="p0y203"/>
                  </a:lnTo>
                  <a:lnTo>
                    <a:pt x="p0x204" y="p0y204"/>
                  </a:lnTo>
                  <a:moveTo>
                    <a:pt x="p0x205" y="p0y205"/>
                  </a:moveTo>
                  <a:lnTo>
                    <a:pt x="p0x206" y="p0y206"/>
                  </a:lnTo>
                  <a:lnTo>
                    <a:pt x="p0x207" y="p0y207"/>
                  </a:lnTo>
                  <a:lnTo>
                    <a:pt x="p0x208" y="p0y208"/>
                  </a:lnTo>
                  <a:lnTo>
                    <a:pt x="p0x209" y="p0y209"/>
                  </a:lnTo>
                  <a:moveTo>
                    <a:pt x="p0x210" y="p0y210"/>
                  </a:moveTo>
                  <a:lnTo>
                    <a:pt x="p0x211" y="p0y211"/>
                  </a:lnTo>
                  <a:lnTo>
                    <a:pt x="p0x212" y="p0y212"/>
                  </a:lnTo>
                  <a:lnTo>
                    <a:pt x="p0x213" y="p0y213"/>
                  </a:lnTo>
                  <a:lnTo>
                    <a:pt x="p0x214" y="p0y214"/>
                  </a:lnTo>
                  <a:moveTo>
                    <a:pt x="p0x215" y="p0y215"/>
                  </a:moveTo>
                  <a:lnTo>
                    <a:pt x="p0x216" y="p0y216"/>
                  </a:lnTo>
                  <a:lnTo>
                    <a:pt x="p0x217" y="p0y217"/>
                  </a:lnTo>
                  <a:lnTo>
                    <a:pt x="p0x218" y="p0y218"/>
                  </a:lnTo>
                  <a:lnTo>
                    <a:pt x="p0x219" y="p0y219"/>
                  </a:lnTo>
                  <a:moveTo>
                    <a:pt x="p0x220" y="p0y220"/>
                  </a:moveTo>
                  <a:lnTo>
                    <a:pt x="p0x221" y="p0y221"/>
                  </a:lnTo>
                  <a:lnTo>
                    <a:pt x="p0x222" y="p0y222"/>
                  </a:lnTo>
                  <a:lnTo>
                    <a:pt x="p0x223" y="p0y223"/>
                  </a:lnTo>
                  <a:lnTo>
                    <a:pt x="p0x224" y="p0y224"/>
                  </a:lnTo>
                  <a:moveTo>
                    <a:pt x="p0x225" y="p0y225"/>
                  </a:moveTo>
                  <a:lnTo>
                    <a:pt x="p0x226" y="p0y226"/>
                  </a:lnTo>
                  <a:lnTo>
                    <a:pt x="p0x227" y="p0y227"/>
                  </a:lnTo>
                  <a:lnTo>
                    <a:pt x="p0x228" y="p0y228"/>
                  </a:lnTo>
                  <a:lnTo>
                    <a:pt x="p0x229" y="p0y229"/>
                  </a:lnTo>
                  <a:moveTo>
                    <a:pt x="p0x230" y="p0y230"/>
                  </a:moveTo>
                  <a:lnTo>
                    <a:pt x="p0x231" y="p0y231"/>
                  </a:lnTo>
                  <a:lnTo>
                    <a:pt x="p0x232" y="p0y232"/>
                  </a:lnTo>
                  <a:lnTo>
                    <a:pt x="p0x233" y="p0y233"/>
                  </a:lnTo>
                  <a:lnTo>
                    <a:pt x="p0x234" y="p0y234"/>
                  </a:lnTo>
                  <a:moveTo>
                    <a:pt x="p0x235" y="p0y235"/>
                  </a:moveTo>
                  <a:lnTo>
                    <a:pt x="p0x236" y="p0y236"/>
                  </a:lnTo>
                  <a:lnTo>
                    <a:pt x="p0x237" y="p0y237"/>
                  </a:lnTo>
                  <a:lnTo>
                    <a:pt x="p0x238" y="p0y238"/>
                  </a:lnTo>
                  <a:lnTo>
                    <a:pt x="p0x239" y="p0y239"/>
                  </a:lnTo>
                  <a:moveTo>
                    <a:pt x="p0x240" y="p0y240"/>
                  </a:moveTo>
                  <a:lnTo>
                    <a:pt x="p0x241" y="p0y241"/>
                  </a:lnTo>
                  <a:lnTo>
                    <a:pt x="p0x242" y="p0y242"/>
                  </a:lnTo>
                  <a:lnTo>
                    <a:pt x="p0x243" y="p0y243"/>
                  </a:lnTo>
                  <a:lnTo>
                    <a:pt x="p0x244" y="p0y244"/>
                  </a:lnTo>
                  <a:moveTo>
                    <a:pt x="p0x245" y="p0y245"/>
                  </a:moveTo>
                  <a:lnTo>
                    <a:pt x="p0x246" y="p0y246"/>
                  </a:lnTo>
                  <a:lnTo>
                    <a:pt x="p0x247" y="p0y247"/>
                  </a:lnTo>
                  <a:lnTo>
                    <a:pt x="p0x248" y="p0y248"/>
                  </a:lnTo>
                  <a:lnTo>
                    <a:pt x="p0x249" y="p0y249"/>
                  </a:lnTo>
                  <a:moveTo>
                    <a:pt x="p0x250" y="p0y250"/>
                  </a:moveTo>
                  <a:lnTo>
                    <a:pt x="p0x251" y="p0y251"/>
                  </a:lnTo>
                  <a:lnTo>
                    <a:pt x="p0x252" y="p0y252"/>
                  </a:lnTo>
                  <a:lnTo>
                    <a:pt x="p0x253" y="p0y253"/>
                  </a:lnTo>
                  <a:lnTo>
                    <a:pt x="p0x254" y="p0y254"/>
                  </a:lnTo>
                  <a:moveTo>
                    <a:pt x="p0x255" y="p0y255"/>
                  </a:moveTo>
                  <a:lnTo>
                    <a:pt x="p0x256" y="p0y256"/>
                  </a:lnTo>
                  <a:lnTo>
                    <a:pt x="p0x257" y="p0y257"/>
                  </a:lnTo>
                  <a:lnTo>
                    <a:pt x="p0x258" y="p0y258"/>
                  </a:lnTo>
                  <a:lnTo>
                    <a:pt x="p0x259" y="p0y259"/>
                  </a:lnTo>
                  <a:moveTo>
                    <a:pt x="p0x260" y="p0y260"/>
                  </a:moveTo>
                  <a:lnTo>
                    <a:pt x="p0x261" y="p0y261"/>
                  </a:lnTo>
                  <a:lnTo>
                    <a:pt x="p0x262" y="p0y262"/>
                  </a:lnTo>
                  <a:lnTo>
                    <a:pt x="p0x263" y="p0y263"/>
                  </a:lnTo>
                  <a:lnTo>
                    <a:pt x="p0x264" y="p0y264"/>
                  </a:lnTo>
                  <a:moveTo>
                    <a:pt x="p0x265" y="p0y265"/>
                  </a:moveTo>
                  <a:lnTo>
                    <a:pt x="p0x266" y="p0y266"/>
                  </a:lnTo>
                  <a:lnTo>
                    <a:pt x="p0x267" y="p0y267"/>
                  </a:lnTo>
                  <a:lnTo>
                    <a:pt x="p0x268" y="p0y268"/>
                  </a:lnTo>
                  <a:lnTo>
                    <a:pt x="p0x269" y="p0y269"/>
                  </a:lnTo>
                  <a:moveTo>
                    <a:pt x="p0x270" y="p0y270"/>
                  </a:moveTo>
                  <a:lnTo>
                    <a:pt x="p0x271" y="p0y271"/>
                  </a:lnTo>
                  <a:lnTo>
                    <a:pt x="p0x272" y="p0y272"/>
                  </a:lnTo>
                  <a:lnTo>
                    <a:pt x="p0x273" y="p0y273"/>
                  </a:lnTo>
                  <a:lnTo>
                    <a:pt x="p0x274" y="p0y274"/>
                  </a:lnTo>
                  <a:moveTo>
                    <a:pt x="p0x275" y="p0y275"/>
                  </a:moveTo>
                  <a:lnTo>
                    <a:pt x="p0x276" y="p0y276"/>
                  </a:lnTo>
                  <a:lnTo>
                    <a:pt x="p0x277" y="p0y277"/>
                  </a:lnTo>
                  <a:lnTo>
                    <a:pt x="p0x278" y="p0y278"/>
                  </a:lnTo>
                  <a:lnTo>
                    <a:pt x="p0x279" y="p0y279"/>
                  </a:lnTo>
                  <a:moveTo>
                    <a:pt x="p0x280" y="p0y280"/>
                  </a:moveTo>
                  <a:lnTo>
                    <a:pt x="p0x281" y="p0y281"/>
                  </a:lnTo>
                  <a:lnTo>
                    <a:pt x="p0x282" y="p0y282"/>
                  </a:lnTo>
                  <a:lnTo>
                    <a:pt x="p0x283" y="p0y283"/>
                  </a:lnTo>
                  <a:lnTo>
                    <a:pt x="p0x284" y="p0y284"/>
                  </a:lnTo>
                  <a:moveTo>
                    <a:pt x="p0x285" y="p0y285"/>
                  </a:moveTo>
                  <a:lnTo>
                    <a:pt x="p0x286" y="p0y286"/>
                  </a:lnTo>
                  <a:lnTo>
                    <a:pt x="p0x287" y="p0y287"/>
                  </a:lnTo>
                  <a:lnTo>
                    <a:pt x="p0x288" y="p0y288"/>
                  </a:lnTo>
                  <a:lnTo>
                    <a:pt x="p0x289" y="p0y289"/>
                  </a:lnTo>
                  <a:moveTo>
                    <a:pt x="p0x290" y="p0y290"/>
                  </a:moveTo>
                  <a:lnTo>
                    <a:pt x="p0x291" y="p0y291"/>
                  </a:lnTo>
                  <a:lnTo>
                    <a:pt x="p0x292" y="p0y292"/>
                  </a:lnTo>
                  <a:lnTo>
                    <a:pt x="p0x293" y="p0y293"/>
                  </a:lnTo>
                  <a:lnTo>
                    <a:pt x="p0x294" y="p0y294"/>
                  </a:lnTo>
                  <a:moveTo>
                    <a:pt x="p0x295" y="p0y295"/>
                  </a:moveTo>
                  <a:lnTo>
                    <a:pt x="p0x296" y="p0y296"/>
                  </a:lnTo>
                  <a:lnTo>
                    <a:pt x="p0x297" y="p0y297"/>
                  </a:lnTo>
                  <a:lnTo>
                    <a:pt x="p0x298" y="p0y298"/>
                  </a:lnTo>
                  <a:lnTo>
                    <a:pt x="p0x299" y="p0y299"/>
                  </a:lnTo>
                  <a:moveTo>
                    <a:pt x="p0x300" y="p0y300"/>
                  </a:moveTo>
                  <a:lnTo>
                    <a:pt x="p0x301" y="p0y301"/>
                  </a:lnTo>
                  <a:lnTo>
                    <a:pt x="p0x302" y="p0y302"/>
                  </a:lnTo>
                  <a:lnTo>
                    <a:pt x="p0x303" y="p0y303"/>
                  </a:lnTo>
                  <a:lnTo>
                    <a:pt x="p0x304" y="p0y304"/>
                  </a:lnTo>
                  <a:moveTo>
                    <a:pt x="p0x305" y="p0y305"/>
                  </a:moveTo>
                  <a:lnTo>
                    <a:pt x="p0x306" y="p0y306"/>
                  </a:lnTo>
                  <a:lnTo>
                    <a:pt x="p0x307" y="p0y307"/>
                  </a:lnTo>
                  <a:lnTo>
                    <a:pt x="p0x308" y="p0y308"/>
                  </a:lnTo>
                  <a:lnTo>
                    <a:pt x="p0x309" y="p0y309"/>
                  </a:lnTo>
                  <a:moveTo>
                    <a:pt x="p0x310" y="p0y310"/>
                  </a:moveTo>
                  <a:lnTo>
                    <a:pt x="p0x311" y="p0y311"/>
                  </a:lnTo>
                  <a:lnTo>
                    <a:pt x="p0x312" y="p0y312"/>
                  </a:lnTo>
                  <a:lnTo>
                    <a:pt x="p0x313" y="p0y313"/>
                  </a:lnTo>
                  <a:lnTo>
                    <a:pt x="p0x314" y="p0y314"/>
                  </a:lnTo>
                  <a:moveTo>
                    <a:pt x="p0x315" y="p0y315"/>
                  </a:moveTo>
                  <a:lnTo>
                    <a:pt x="p0x316" y="p0y316"/>
                  </a:lnTo>
                  <a:lnTo>
                    <a:pt x="p0x317" y="p0y317"/>
                  </a:lnTo>
                  <a:lnTo>
                    <a:pt x="p0x318" y="p0y318"/>
                  </a:lnTo>
                  <a:lnTo>
                    <a:pt x="p0x319" y="p0y319"/>
                  </a:lnTo>
                  <a:moveTo>
                    <a:pt x="p0x320" y="p0y320"/>
                  </a:moveTo>
                  <a:lnTo>
                    <a:pt x="p0x321" y="p0y321"/>
                  </a:lnTo>
                  <a:lnTo>
                    <a:pt x="p0x322" y="p0y322"/>
                  </a:lnTo>
                  <a:lnTo>
                    <a:pt x="p0x323" y="p0y323"/>
                  </a:lnTo>
                  <a:lnTo>
                    <a:pt x="p0x324" y="p0y324"/>
                  </a:lnTo>
                  <a:moveTo>
                    <a:pt x="p0x325" y="p0y325"/>
                  </a:moveTo>
                  <a:lnTo>
                    <a:pt x="p0x326" y="p0y326"/>
                  </a:lnTo>
                  <a:lnTo>
                    <a:pt x="p0x327" y="p0y327"/>
                  </a:lnTo>
                  <a:lnTo>
                    <a:pt x="p0x328" y="p0y328"/>
                  </a:lnTo>
                  <a:lnTo>
                    <a:pt x="p0x329" y="p0y329"/>
                  </a:lnTo>
                  <a:moveTo>
                    <a:pt x="p0x330" y="p0y330"/>
                  </a:moveTo>
                  <a:lnTo>
                    <a:pt x="p0x331" y="p0y331"/>
                  </a:lnTo>
                  <a:lnTo>
                    <a:pt x="p0x332" y="p0y332"/>
                  </a:lnTo>
                  <a:lnTo>
                    <a:pt x="p0x333" y="p0y333"/>
                  </a:lnTo>
                  <a:lnTo>
                    <a:pt x="p0x334" y="p0y334"/>
                  </a:lnTo>
                  <a:moveTo>
                    <a:pt x="p0x335" y="p0y335"/>
                  </a:moveTo>
                  <a:lnTo>
                    <a:pt x="p0x336" y="p0y336"/>
                  </a:lnTo>
                  <a:lnTo>
                    <a:pt x="p0x337" y="p0y337"/>
                  </a:lnTo>
                  <a:lnTo>
                    <a:pt x="p0x338" y="p0y338"/>
                  </a:lnTo>
                  <a:lnTo>
                    <a:pt x="p0x339" y="p0y339"/>
                  </a:lnTo>
                  <a:moveTo>
                    <a:pt x="p0x340" y="p0y340"/>
                  </a:moveTo>
                  <a:lnTo>
                    <a:pt x="p0x341" y="p0y341"/>
                  </a:lnTo>
                  <a:lnTo>
                    <a:pt x="p0x342" y="p0y342"/>
                  </a:lnTo>
                  <a:lnTo>
                    <a:pt x="p0x343" y="p0y343"/>
                  </a:lnTo>
                  <a:lnTo>
                    <a:pt x="p0x344" y="p0y344"/>
                  </a:lnTo>
                  <a:moveTo>
                    <a:pt x="p0x345" y="p0y345"/>
                  </a:moveTo>
                  <a:lnTo>
                    <a:pt x="p0x346" y="p0y346"/>
                  </a:lnTo>
                  <a:lnTo>
                    <a:pt x="p0x347" y="p0y347"/>
                  </a:lnTo>
                  <a:lnTo>
                    <a:pt x="p0x348" y="p0y348"/>
                  </a:lnTo>
                  <a:lnTo>
                    <a:pt x="p0x349" y="p0y349"/>
                  </a:lnTo>
                  <a:moveTo>
                    <a:pt x="p0x350" y="p0y350"/>
                  </a:moveTo>
                  <a:lnTo>
                    <a:pt x="p0x351" y="p0y351"/>
                  </a:lnTo>
                  <a:lnTo>
                    <a:pt x="p0x352" y="p0y352"/>
                  </a:lnTo>
                  <a:lnTo>
                    <a:pt x="p0x353" y="p0y353"/>
                  </a:lnTo>
                  <a:lnTo>
                    <a:pt x="p0x354" y="p0y354"/>
                  </a:lnTo>
                  <a:moveTo>
                    <a:pt x="p0x355" y="p0y355"/>
                  </a:moveTo>
                  <a:lnTo>
                    <a:pt x="p0x356" y="p0y356"/>
                  </a:lnTo>
                  <a:lnTo>
                    <a:pt x="p0x357" y="p0y357"/>
                  </a:lnTo>
                  <a:lnTo>
                    <a:pt x="p0x358" y="p0y358"/>
                  </a:lnTo>
                  <a:lnTo>
                    <a:pt x="p0x359" y="p0y359"/>
                  </a:lnTo>
                  <a:moveTo>
                    <a:pt x="p0x360" y="p0y360"/>
                  </a:moveTo>
                  <a:lnTo>
                    <a:pt x="p0x361" y="p0y361"/>
                  </a:lnTo>
                  <a:lnTo>
                    <a:pt x="p0x362" y="p0y362"/>
                  </a:lnTo>
                  <a:lnTo>
                    <a:pt x="p0x363" y="p0y363"/>
                  </a:lnTo>
                  <a:lnTo>
                    <a:pt x="p0x364" y="p0y364"/>
                  </a:lnTo>
                  <a:moveTo>
                    <a:pt x="p0x365" y="p0y365"/>
                  </a:moveTo>
                  <a:lnTo>
                    <a:pt x="p0x366" y="p0y366"/>
                  </a:lnTo>
                  <a:lnTo>
                    <a:pt x="p0x367" y="p0y367"/>
                  </a:lnTo>
                  <a:lnTo>
                    <a:pt x="p0x368" y="p0y368"/>
                  </a:lnTo>
                  <a:lnTo>
                    <a:pt x="p0x369" y="p0y369"/>
                  </a:lnTo>
                  <a:moveTo>
                    <a:pt x="p0x370" y="p0y370"/>
                  </a:moveTo>
                  <a:lnTo>
                    <a:pt x="p0x371" y="p0y371"/>
                  </a:lnTo>
                  <a:lnTo>
                    <a:pt x="p0x372" y="p0y372"/>
                  </a:lnTo>
                  <a:lnTo>
                    <a:pt x="p0x373" y="p0y373"/>
                  </a:lnTo>
                  <a:lnTo>
                    <a:pt x="p0x374" y="p0y374"/>
                  </a:lnTo>
                  <a:moveTo>
                    <a:pt x="p0x375" y="p0y375"/>
                  </a:moveTo>
                  <a:lnTo>
                    <a:pt x="p0x376" y="p0y376"/>
                  </a:lnTo>
                  <a:lnTo>
                    <a:pt x="p0x377" y="p0y377"/>
                  </a:lnTo>
                  <a:lnTo>
                    <a:pt x="p0x378" y="p0y378"/>
                  </a:lnTo>
                  <a:lnTo>
                    <a:pt x="p0x379" y="p0y379"/>
                  </a:lnTo>
                  <a:moveTo>
                    <a:pt x="p0x380" y="p0y380"/>
                  </a:moveTo>
                  <a:lnTo>
                    <a:pt x="p0x381" y="p0y381"/>
                  </a:lnTo>
                  <a:lnTo>
                    <a:pt x="p0x382" y="p0y382"/>
                  </a:lnTo>
                  <a:lnTo>
                    <a:pt x="p0x383" y="p0y383"/>
                  </a:lnTo>
                  <a:lnTo>
                    <a:pt x="p0x384" y="p0y384"/>
                  </a:lnTo>
                  <a:moveTo>
                    <a:pt x="p0x385" y="p0y385"/>
                  </a:moveTo>
                  <a:lnTo>
                    <a:pt x="p0x386" y="p0y386"/>
                  </a:lnTo>
                  <a:lnTo>
                    <a:pt x="p0x387" y="p0y387"/>
                  </a:lnTo>
                  <a:lnTo>
                    <a:pt x="p0x388" y="p0y388"/>
                  </a:lnTo>
                  <a:lnTo>
                    <a:pt x="p0x389" y="p0y389"/>
                  </a:lnTo>
                  <a:moveTo>
                    <a:pt x="p0x390" y="p0y390"/>
                  </a:moveTo>
                  <a:lnTo>
                    <a:pt x="p0x391" y="p0y391"/>
                  </a:lnTo>
                  <a:lnTo>
                    <a:pt x="p0x392" y="p0y392"/>
                  </a:lnTo>
                  <a:lnTo>
                    <a:pt x="p0x393" y="p0y393"/>
                  </a:lnTo>
                  <a:lnTo>
                    <a:pt x="p0x394" y="p0y394"/>
                  </a:lnTo>
                  <a:moveTo>
                    <a:pt x="p0x395" y="p0y395"/>
                  </a:moveTo>
                  <a:lnTo>
                    <a:pt x="p0x396" y="p0y396"/>
                  </a:lnTo>
                  <a:lnTo>
                    <a:pt x="p0x397" y="p0y397"/>
                  </a:lnTo>
                  <a:lnTo>
                    <a:pt x="p0x398" y="p0y398"/>
                  </a:lnTo>
                  <a:lnTo>
                    <a:pt x="p0x399" y="p0y399"/>
                  </a:lnTo>
                  <a:moveTo>
                    <a:pt x="p0x400" y="p0y400"/>
                  </a:moveTo>
                  <a:lnTo>
                    <a:pt x="p0x401" y="p0y401"/>
                  </a:lnTo>
                  <a:lnTo>
                    <a:pt x="p0x402" y="p0y402"/>
                  </a:lnTo>
                  <a:lnTo>
                    <a:pt x="p0x403" y="p0y403"/>
                  </a:lnTo>
                  <a:lnTo>
                    <a:pt x="p0x404" y="p0y404"/>
                  </a:lnTo>
                  <a:moveTo>
                    <a:pt x="p0x405" y="p0y405"/>
                  </a:moveTo>
                  <a:lnTo>
                    <a:pt x="p0x406" y="p0y406"/>
                  </a:lnTo>
                  <a:lnTo>
                    <a:pt x="p0x407" y="p0y407"/>
                  </a:lnTo>
                  <a:lnTo>
                    <a:pt x="p0x408" y="p0y408"/>
                  </a:lnTo>
                  <a:lnTo>
                    <a:pt x="p0x409" y="p0y409"/>
                  </a:lnTo>
                  <a:moveTo>
                    <a:pt x="p0x410" y="p0y410"/>
                  </a:moveTo>
                  <a:lnTo>
                    <a:pt x="p0x411" y="p0y411"/>
                  </a:lnTo>
                  <a:lnTo>
                    <a:pt x="p0x412" y="p0y412"/>
                  </a:lnTo>
                  <a:lnTo>
                    <a:pt x="p0x413" y="p0y413"/>
                  </a:lnTo>
                  <a:lnTo>
                    <a:pt x="p0x414" y="p0y414"/>
                  </a:lnTo>
                  <a:moveTo>
                    <a:pt x="p0x415" y="p0y415"/>
                  </a:moveTo>
                  <a:lnTo>
                    <a:pt x="p0x416" y="p0y416"/>
                  </a:lnTo>
                  <a:lnTo>
                    <a:pt x="p0x417" y="p0y417"/>
                  </a:lnTo>
                  <a:lnTo>
                    <a:pt x="p0x418" y="p0y418"/>
                  </a:lnTo>
                  <a:lnTo>
                    <a:pt x="p0x419" y="p0y419"/>
                  </a:lnTo>
                  <a:moveTo>
                    <a:pt x="p0x420" y="p0y420"/>
                  </a:moveTo>
                  <a:lnTo>
                    <a:pt x="p0x421" y="p0y421"/>
                  </a:lnTo>
                  <a:lnTo>
                    <a:pt x="p0x422" y="p0y422"/>
                  </a:lnTo>
                  <a:lnTo>
                    <a:pt x="p0x423" y="p0y423"/>
                  </a:lnTo>
                  <a:lnTo>
                    <a:pt x="p0x424" y="p0y424"/>
                  </a:lnTo>
                  <a:moveTo>
                    <a:pt x="p0x425" y="p0y425"/>
                  </a:moveTo>
                  <a:lnTo>
                    <a:pt x="p0x426" y="p0y426"/>
                  </a:lnTo>
                  <a:lnTo>
                    <a:pt x="p0x427" y="p0y427"/>
                  </a:lnTo>
                  <a:lnTo>
                    <a:pt x="p0x428" y="p0y428"/>
                  </a:lnTo>
                  <a:lnTo>
                    <a:pt x="p0x429" y="p0y429"/>
                  </a:lnTo>
                  <a:moveTo>
                    <a:pt x="p0x430" y="p0y430"/>
                  </a:moveTo>
                  <a:lnTo>
                    <a:pt x="p0x431" y="p0y431"/>
                  </a:lnTo>
                  <a:lnTo>
                    <a:pt x="p0x432" y="p0y432"/>
                  </a:lnTo>
                  <a:lnTo>
                    <a:pt x="p0x433" y="p0y433"/>
                  </a:lnTo>
                  <a:lnTo>
                    <a:pt x="p0x434" y="p0y434"/>
                  </a:lnTo>
                  <a:moveTo>
                    <a:pt x="p0x435" y="p0y435"/>
                  </a:moveTo>
                  <a:lnTo>
                    <a:pt x="p0x436" y="p0y436"/>
                  </a:lnTo>
                  <a:lnTo>
                    <a:pt x="p0x437" y="p0y437"/>
                  </a:lnTo>
                  <a:lnTo>
                    <a:pt x="p0x438" y="p0y438"/>
                  </a:lnTo>
                  <a:lnTo>
                    <a:pt x="p0x439" y="p0y439"/>
                  </a:lnTo>
                  <a:moveTo>
                    <a:pt x="p0x440" y="p0y440"/>
                  </a:moveTo>
                  <a:lnTo>
                    <a:pt x="p0x441" y="p0y441"/>
                  </a:lnTo>
                  <a:lnTo>
                    <a:pt x="p0x442" y="p0y442"/>
                  </a:lnTo>
                  <a:lnTo>
                    <a:pt x="p0x443" y="p0y443"/>
                  </a:lnTo>
                  <a:lnTo>
                    <a:pt x="p0x444" y="p0y444"/>
                  </a:lnTo>
                  <a:moveTo>
                    <a:pt x="p0x445" y="p0y445"/>
                  </a:moveTo>
                  <a:lnTo>
                    <a:pt x="p0x446" y="p0y446"/>
                  </a:lnTo>
                  <a:lnTo>
                    <a:pt x="p0x447" y="p0y447"/>
                  </a:lnTo>
                  <a:lnTo>
                    <a:pt x="p0x448" y="p0y448"/>
                  </a:lnTo>
                  <a:lnTo>
                    <a:pt x="p0x449" y="p0y449"/>
                  </a:lnTo>
                  <a:moveTo>
                    <a:pt x="p0x450" y="p0y450"/>
                  </a:moveTo>
                  <a:lnTo>
                    <a:pt x="p0x451" y="p0y451"/>
                  </a:lnTo>
                  <a:lnTo>
                    <a:pt x="p0x452" y="p0y452"/>
                  </a:lnTo>
                  <a:lnTo>
                    <a:pt x="p0x453" y="p0y453"/>
                  </a:lnTo>
                  <a:lnTo>
                    <a:pt x="p0x454" y="p0y454"/>
                  </a:lnTo>
                  <a:moveTo>
                    <a:pt x="p0x455" y="p0y455"/>
                  </a:moveTo>
                  <a:lnTo>
                    <a:pt x="p0x456" y="p0y456"/>
                  </a:lnTo>
                  <a:lnTo>
                    <a:pt x="p0x457" y="p0y457"/>
                  </a:lnTo>
                  <a:lnTo>
                    <a:pt x="p0x458" y="p0y458"/>
                  </a:lnTo>
                  <a:lnTo>
                    <a:pt x="p0x459" y="p0y459"/>
                  </a:lnTo>
                  <a:moveTo>
                    <a:pt x="p0x460" y="p0y460"/>
                  </a:moveTo>
                  <a:lnTo>
                    <a:pt x="p0x461" y="p0y461"/>
                  </a:lnTo>
                  <a:lnTo>
                    <a:pt x="p0x462" y="p0y462"/>
                  </a:lnTo>
                  <a:lnTo>
                    <a:pt x="p0x463" y="p0y463"/>
                  </a:lnTo>
                  <a:lnTo>
                    <a:pt x="p0x464" y="p0y464"/>
                  </a:lnTo>
                  <a:moveTo>
                    <a:pt x="p0x465" y="p0y465"/>
                  </a:moveTo>
                  <a:lnTo>
                    <a:pt x="p0x466" y="p0y466"/>
                  </a:lnTo>
                  <a:lnTo>
                    <a:pt x="p0x467" y="p0y467"/>
                  </a:lnTo>
                  <a:lnTo>
                    <a:pt x="p0x468" y="p0y468"/>
                  </a:lnTo>
                  <a:lnTo>
                    <a:pt x="p0x469" y="p0y469"/>
                  </a:lnTo>
                  <a:moveTo>
                    <a:pt x="p0x470" y="p0y470"/>
                  </a:moveTo>
                  <a:lnTo>
                    <a:pt x="p0x471" y="p0y471"/>
                  </a:lnTo>
                  <a:lnTo>
                    <a:pt x="p0x472" y="p0y472"/>
                  </a:lnTo>
                  <a:lnTo>
                    <a:pt x="p0x473" y="p0y473"/>
                  </a:lnTo>
                  <a:lnTo>
                    <a:pt x="p0x474" y="p0y474"/>
                  </a:lnTo>
                  <a:moveTo>
                    <a:pt x="p0x475" y="p0y475"/>
                  </a:moveTo>
                  <a:lnTo>
                    <a:pt x="p0x476" y="p0y476"/>
                  </a:lnTo>
                  <a:lnTo>
                    <a:pt x="p0x477" y="p0y477"/>
                  </a:lnTo>
                  <a:lnTo>
                    <a:pt x="p0x478" y="p0y478"/>
                  </a:lnTo>
                  <a:lnTo>
                    <a:pt x="p0x479" y="p0y479"/>
                  </a:lnTo>
                  <a:moveTo>
                    <a:pt x="p0x480" y="p0y480"/>
                  </a:moveTo>
                  <a:lnTo>
                    <a:pt x="p0x481" y="p0y481"/>
                  </a:lnTo>
                  <a:lnTo>
                    <a:pt x="p0x482" y="p0y482"/>
                  </a:lnTo>
                  <a:lnTo>
                    <a:pt x="p0x483" y="p0y483"/>
                  </a:lnTo>
                  <a:lnTo>
                    <a:pt x="p0x484" y="p0y484"/>
                  </a:lnTo>
                  <a:moveTo>
                    <a:pt x="p0x485" y="p0y485"/>
                  </a:moveTo>
                  <a:lnTo>
                    <a:pt x="p0x486" y="p0y486"/>
                  </a:lnTo>
                  <a:lnTo>
                    <a:pt x="p0x487" y="p0y487"/>
                  </a:lnTo>
                  <a:lnTo>
                    <a:pt x="p0x488" y="p0y488"/>
                  </a:lnTo>
                  <a:lnTo>
                    <a:pt x="p0x489" y="p0y489"/>
                  </a:lnTo>
                  <a:moveTo>
                    <a:pt x="p0x490" y="p0y490"/>
                  </a:moveTo>
                  <a:lnTo>
                    <a:pt x="p0x491" y="p0y491"/>
                  </a:lnTo>
                  <a:lnTo>
                    <a:pt x="p0x492" y="p0y492"/>
                  </a:lnTo>
                  <a:lnTo>
                    <a:pt x="p0x493" y="p0y493"/>
                  </a:lnTo>
                  <a:lnTo>
                    <a:pt x="p0x494" y="p0y494"/>
                  </a:lnTo>
                  <a:moveTo>
                    <a:pt x="p0x495" y="p0y495"/>
                  </a:moveTo>
                  <a:lnTo>
                    <a:pt x="p0x496" y="p0y496"/>
                  </a:lnTo>
                  <a:lnTo>
                    <a:pt x="p0x497" y="p0y497"/>
                  </a:lnTo>
                  <a:lnTo>
                    <a:pt x="p0x498" y="p0y498"/>
                  </a:lnTo>
                  <a:lnTo>
                    <a:pt x="p0x499" y="p0y499"/>
                  </a:lnTo>
                  <a:moveTo>
                    <a:pt x="p0x500" y="p0y500"/>
                  </a:moveTo>
                  <a:lnTo>
                    <a:pt x="p0x501" y="p0y501"/>
                  </a:lnTo>
                  <a:lnTo>
                    <a:pt x="p0x502" y="p0y502"/>
                  </a:lnTo>
                  <a:lnTo>
                    <a:pt x="p0x503" y="p0y503"/>
                  </a:lnTo>
                  <a:lnTo>
                    <a:pt x="p0x504" y="p0y504"/>
                  </a:lnTo>
                  <a:moveTo>
                    <a:pt x="p0x505" y="p0y505"/>
                  </a:moveTo>
                  <a:lnTo>
                    <a:pt x="p0x506" y="p0y506"/>
                  </a:lnTo>
                  <a:lnTo>
                    <a:pt x="p0x507" y="p0y507"/>
                  </a:lnTo>
                  <a:lnTo>
                    <a:pt x="p0x508" y="p0y508"/>
                  </a:lnTo>
                  <a:lnTo>
                    <a:pt x="p0x509" y="p0y509"/>
                  </a:lnTo>
                  <a:moveTo>
                    <a:pt x="p0x510" y="p0y510"/>
                  </a:moveTo>
                  <a:lnTo>
                    <a:pt x="p0x511" y="p0y511"/>
                  </a:lnTo>
                  <a:lnTo>
                    <a:pt x="p0x512" y="p0y512"/>
                  </a:lnTo>
                  <a:lnTo>
                    <a:pt x="p0x513" y="p0y513"/>
                  </a:lnTo>
                  <a:lnTo>
                    <a:pt x="p0x514" y="p0y514"/>
                  </a:lnTo>
                  <a:moveTo>
                    <a:pt x="p0x515" y="p0y515"/>
                  </a:moveTo>
                  <a:lnTo>
                    <a:pt x="p0x516" y="p0y516"/>
                  </a:lnTo>
                  <a:lnTo>
                    <a:pt x="p0x517" y="p0y517"/>
                  </a:lnTo>
                  <a:lnTo>
                    <a:pt x="p0x518" y="p0y518"/>
                  </a:lnTo>
                  <a:lnTo>
                    <a:pt x="p0x519" y="p0y519"/>
                  </a:lnTo>
                  <a:moveTo>
                    <a:pt x="p0x520" y="p0y520"/>
                  </a:moveTo>
                  <a:lnTo>
                    <a:pt x="p0x521" y="p0y521"/>
                  </a:lnTo>
                  <a:lnTo>
                    <a:pt x="p0x522" y="p0y522"/>
                  </a:lnTo>
                  <a:lnTo>
                    <a:pt x="p0x523" y="p0y523"/>
                  </a:lnTo>
                  <a:lnTo>
                    <a:pt x="p0x524" y="p0y524"/>
                  </a:lnTo>
                  <a:moveTo>
                    <a:pt x="p0x525" y="p0y525"/>
                  </a:moveTo>
                  <a:lnTo>
                    <a:pt x="p0x526" y="p0y526"/>
                  </a:lnTo>
                  <a:lnTo>
                    <a:pt x="p0x527" y="p0y527"/>
                  </a:lnTo>
                  <a:lnTo>
                    <a:pt x="p0x528" y="p0y528"/>
                  </a:lnTo>
                  <a:lnTo>
                    <a:pt x="p0x529" y="p0y529"/>
                  </a:lnTo>
                  <a:moveTo>
                    <a:pt x="p0x530" y="p0y530"/>
                  </a:moveTo>
                  <a:lnTo>
                    <a:pt x="p0x531" y="p0y531"/>
                  </a:lnTo>
                  <a:lnTo>
                    <a:pt x="p0x532" y="p0y532"/>
                  </a:lnTo>
                  <a:lnTo>
                    <a:pt x="p0x533" y="p0y533"/>
                  </a:lnTo>
                  <a:lnTo>
                    <a:pt x="p0x534" y="p0y534"/>
                  </a:lnTo>
                  <a:moveTo>
                    <a:pt x="p0x535" y="p0y535"/>
                  </a:moveTo>
                  <a:lnTo>
                    <a:pt x="p0x536" y="p0y536"/>
                  </a:lnTo>
                  <a:lnTo>
                    <a:pt x="p0x537" y="p0y537"/>
                  </a:lnTo>
                  <a:lnTo>
                    <a:pt x="p0x538" y="p0y538"/>
                  </a:lnTo>
                  <a:lnTo>
                    <a:pt x="p0x539" y="p0y539"/>
                  </a:lnTo>
                  <a:moveTo>
                    <a:pt x="p0x540" y="p0y540"/>
                  </a:moveTo>
                  <a:lnTo>
                    <a:pt x="p0x541" y="p0y541"/>
                  </a:lnTo>
                  <a:lnTo>
                    <a:pt x="p0x542" y="p0y542"/>
                  </a:lnTo>
                  <a:lnTo>
                    <a:pt x="p0x543" y="p0y543"/>
                  </a:lnTo>
                  <a:lnTo>
                    <a:pt x="p0x544" y="p0y544"/>
                  </a:lnTo>
                  <a:moveTo>
                    <a:pt x="p0x545" y="p0y545"/>
                  </a:moveTo>
                  <a:lnTo>
                    <a:pt x="p0x546" y="p0y546"/>
                  </a:lnTo>
                  <a:lnTo>
                    <a:pt x="p0x547" y="p0y547"/>
                  </a:lnTo>
                  <a:lnTo>
                    <a:pt x="p0x548" y="p0y548"/>
                  </a:lnTo>
                  <a:lnTo>
                    <a:pt x="p0x549" y="p0y549"/>
                  </a:lnTo>
                  <a:moveTo>
                    <a:pt x="p0x550" y="p0y550"/>
                  </a:moveTo>
                  <a:lnTo>
                    <a:pt x="p0x551" y="p0y551"/>
                  </a:lnTo>
                  <a:lnTo>
                    <a:pt x="p0x552" y="p0y552"/>
                  </a:lnTo>
                  <a:lnTo>
                    <a:pt x="p0x553" y="p0y553"/>
                  </a:lnTo>
                  <a:lnTo>
                    <a:pt x="p0x554" y="p0y554"/>
                  </a:lnTo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685800" y="2558358"/>
            <a:ext cx="3174949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125" b="1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技术本质：模拟人类智能</a:t>
            </a:r>
            <a:endParaRPr sz="1125" b="1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685800" y="2969838"/>
            <a:ext cx="3175102" cy="109722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just">
              <a:lnSpc>
                <a:spcPct val="133000"/>
              </a:lnSpc>
            </a:pPr>
            <a:r>
              <a:rPr lang="en-US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是让机器</a:t>
            </a:r>
            <a:r>
              <a:rPr sz="10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模拟人类智能</a:t>
            </a:r>
            <a:r>
              <a:rPr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的技术，具备三大核心能力：</a:t>
            </a:r>
            <a:r>
              <a:rPr sz="10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感知</a:t>
            </a:r>
            <a:r>
              <a:rPr lang="zh-CN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（视觉</a:t>
            </a:r>
            <a:r>
              <a:rPr lang="en-US" altLang="zh-CN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听觉识别）、</a:t>
            </a:r>
            <a:r>
              <a:rPr sz="10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思考</a:t>
            </a:r>
            <a:r>
              <a:rPr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（逻辑推理与决策）、</a:t>
            </a:r>
            <a:r>
              <a:rPr sz="10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生成</a:t>
            </a:r>
            <a:r>
              <a:rPr lang="zh-CN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（文本</a:t>
            </a:r>
            <a:r>
              <a:rPr lang="en-US" altLang="zh-CN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</a:t>
            </a:r>
            <a:r>
              <a:rPr lang="en-US" altLang="zh-CN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代码创作）。这些能力使</a:t>
            </a:r>
            <a:r>
              <a:rPr lang="en-US" altLang="zh-CN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能够从数据中</a:t>
            </a:r>
            <a:r>
              <a:rPr sz="10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自主学习规律</a:t>
            </a:r>
            <a:r>
              <a:rPr lang="zh-CN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，而非依赖人工预设的固定规则，实现从</a:t>
            </a:r>
            <a:r>
              <a:rPr lang="en-US" altLang="zh-CN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执行指令</a:t>
            </a:r>
            <a:r>
              <a:rPr lang="en-US" altLang="zh-CN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</a:t>
            </a:r>
            <a:r>
              <a:rPr lang="en-US" altLang="zh-CN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理解意图</a:t>
            </a:r>
            <a:r>
              <a:rPr lang="en-US" altLang="zh-CN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的跃迁。</a:t>
            </a:r>
            <a:endParaRPr lang="zh-CN" altLang="en-US" sz="105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14"/>
            </p:custDataLst>
          </p:nvPr>
        </p:nvSpPr>
        <p:spPr>
          <a:xfrm>
            <a:off x="690245" y="5657850"/>
            <a:ext cx="3165475" cy="509270"/>
          </a:xfrm>
          <a:custGeom>
            <a:avLst/>
            <a:gdLst>
              <a:gd name="sw" fmla="*/ 1 w 4984"/>
              <a:gd name="sh" fmla="*/ 1 h 802"/>
              <a:gd name="mins" fmla="min sw sh"/>
              <a:gd name="dsw" fmla="+- 0 sw mins"/>
              <a:gd name="dsh" fmla="+- 0 sh mins"/>
              <a:gd name="p0x0" fmla="*/ 120 w 4984"/>
              <a:gd name="p0y0" fmla="*/ 0 h 802"/>
              <a:gd name="p0x1" fmla="*/ 4864 w 4984"/>
              <a:gd name="p0y1" fmla="*/ 0 h 802"/>
              <a:gd name="p0x2" fmla="*/ 4931 w 4984"/>
              <a:gd name="p0y2" fmla="*/ 0 h 802"/>
              <a:gd name="p0x3" fmla="*/ 4984 w 4984"/>
              <a:gd name="p0y3" fmla="*/ 53 h 802"/>
              <a:gd name="p0x4" fmla="*/ 4984 w 4984"/>
              <a:gd name="p0y4" fmla="*/ 120 h 802"/>
              <a:gd name="p0x5" fmla="*/ 4984 w 4984"/>
              <a:gd name="p0y5" fmla="*/ 682 h 802"/>
              <a:gd name="p0x6" fmla="*/ 4984 w 4984"/>
              <a:gd name="p0y6" fmla="*/ 748 h 802"/>
              <a:gd name="p0x7" fmla="*/ 4931 w 4984"/>
              <a:gd name="p0y7" fmla="*/ 802 h 802"/>
              <a:gd name="p0x8" fmla="*/ 4864 w 4984"/>
              <a:gd name="p0y8" fmla="*/ 802 h 802"/>
              <a:gd name="p0x9" fmla="*/ 120 w 4984"/>
              <a:gd name="p0y9" fmla="*/ 802 h 802"/>
              <a:gd name="p0x10" fmla="*/ 53 w 4984"/>
              <a:gd name="p0y10" fmla="*/ 802 h 802"/>
              <a:gd name="p0x11" fmla="*/ 0 w 4984"/>
              <a:gd name="p0y11" fmla="*/ 748 h 802"/>
              <a:gd name="p0x12" fmla="*/ 0 w 4984"/>
              <a:gd name="p0y12" fmla="*/ 682 h 802"/>
              <a:gd name="p0x13" fmla="*/ 0 w 4984"/>
              <a:gd name="p0y13" fmla="*/ 120 h 802"/>
              <a:gd name="p0x14" fmla="*/ 0 w 4984"/>
              <a:gd name="p0y14" fmla="*/ 53 h 802"/>
              <a:gd name="p0x15" fmla="*/ 53 w 4984"/>
              <a:gd name="p0y15" fmla="*/ 0 h 802"/>
              <a:gd name="p0x16" fmla="*/ 120 w 4984"/>
              <a:gd name="p0y16" fmla="*/ 0 h 80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9FC"/>
          </a:solidFill>
          <a:ln w="9525" cmpd="sng">
            <a:solidFill>
              <a:srgbClr val="E2E8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5"/>
            </p:custDataLst>
          </p:nvPr>
        </p:nvSpPr>
        <p:spPr>
          <a:xfrm>
            <a:off x="809625" y="5776913"/>
            <a:ext cx="2927299" cy="1666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技术成熟度</a:t>
            </a:r>
            <a:r>
              <a:rPr lang="en-US" altLang="zh-CN"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85%</a:t>
            </a:r>
            <a:endParaRPr lang="en-US" altLang="zh-CN" sz="9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6"/>
            </p:custDataLst>
          </p:nvPr>
        </p:nvSpPr>
        <p:spPr>
          <a:xfrm>
            <a:off x="809625" y="5991225"/>
            <a:ext cx="2926715" cy="57150"/>
          </a:xfrm>
          <a:custGeom>
            <a:avLst/>
            <a:gdLst>
              <a:gd name="sw" fmla="*/ 1 w 4609"/>
              <a:gd name="sh" fmla="*/ 1 h 90"/>
              <a:gd name="mins" fmla="min sw sh"/>
              <a:gd name="dsw" fmla="+- 0 sw mins"/>
              <a:gd name="dsh" fmla="+- 0 sh mins"/>
              <a:gd name="p0x0" fmla="*/ 45 w 4609"/>
              <a:gd name="p0y0" fmla="*/ 0 h 90"/>
              <a:gd name="p0x1" fmla="*/ 4564 w 4609"/>
              <a:gd name="p0y1" fmla="*/ 0 h 90"/>
              <a:gd name="p0x2" fmla="*/ 4589 w 4609"/>
              <a:gd name="p0y2" fmla="*/ 0 h 90"/>
              <a:gd name="p0x3" fmla="*/ 4609 w 4609"/>
              <a:gd name="p0y3" fmla="*/ 20 h 90"/>
              <a:gd name="p0x4" fmla="*/ 4609 w 4609"/>
              <a:gd name="p0y4" fmla="*/ 45 h 90"/>
              <a:gd name="p0x5" fmla="*/ 4609 w 4609"/>
              <a:gd name="p0y5" fmla="*/ 69 h 90"/>
              <a:gd name="p0x6" fmla="*/ 4589 w 4609"/>
              <a:gd name="p0y6" fmla="*/ 90 h 90"/>
              <a:gd name="p0x7" fmla="*/ 4564 w 4609"/>
              <a:gd name="p0y7" fmla="*/ 90 h 90"/>
              <a:gd name="p0x8" fmla="*/ 45 w 4609"/>
              <a:gd name="p0y8" fmla="*/ 90 h 90"/>
              <a:gd name="p0x9" fmla="*/ 20 w 4609"/>
              <a:gd name="p0y9" fmla="*/ 90 h 90"/>
              <a:gd name="p0x10" fmla="*/ 0 w 4609"/>
              <a:gd name="p0y10" fmla="*/ 69 h 90"/>
              <a:gd name="p0x11" fmla="*/ 0 w 4609"/>
              <a:gd name="p0y11" fmla="*/ 45 h 90"/>
              <a:gd name="p0x12" fmla="*/ 0 w 4609"/>
              <a:gd name="p0y12" fmla="*/ 20 h 90"/>
              <a:gd name="p0x13" fmla="*/ 20 w 4609"/>
              <a:gd name="p0y13" fmla="*/ 0 h 90"/>
              <a:gd name="p0x14" fmla="*/ 45 w 4609"/>
              <a:gd name="p0y14" fmla="*/ 0 h 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E2E8F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17"/>
            </p:custDataLst>
          </p:nvPr>
        </p:nvSpPr>
        <p:spPr>
          <a:xfrm>
            <a:off x="809625" y="5991231"/>
            <a:ext cx="2487930" cy="57139"/>
          </a:xfrm>
          <a:custGeom>
            <a:avLst/>
            <a:gdLst>
              <a:gd name="sw" fmla="*/ 1 w 3918"/>
              <a:gd name="sh" fmla="*/ 1 h 90"/>
              <a:gd name="mins" fmla="min sw sh"/>
              <a:gd name="dsw" fmla="+- 0 sw mins"/>
              <a:gd name="dsh" fmla="+- 0 sh mins"/>
              <a:gd name="p0x0" fmla="*/ 45 w 3918"/>
              <a:gd name="p0y0" fmla="*/ 0 h 90"/>
              <a:gd name="p0x1" fmla="*/ 3873 w 3918"/>
              <a:gd name="p0y1" fmla="*/ 0 h 90"/>
              <a:gd name="p0x2" fmla="*/ 3898 w 3918"/>
              <a:gd name="p0y2" fmla="*/ 0 h 90"/>
              <a:gd name="p0x3" fmla="*/ 3918 w 3918"/>
              <a:gd name="p0y3" fmla="*/ 20 h 90"/>
              <a:gd name="p0x4" fmla="*/ 3918 w 3918"/>
              <a:gd name="p0y4" fmla="*/ 45 h 90"/>
              <a:gd name="p0x5" fmla="*/ 3918 w 3918"/>
              <a:gd name="p0y5" fmla="*/ 69 h 90"/>
              <a:gd name="p0x6" fmla="*/ 3898 w 3918"/>
              <a:gd name="p0y6" fmla="*/ 90 h 90"/>
              <a:gd name="p0x7" fmla="*/ 3873 w 3918"/>
              <a:gd name="p0y7" fmla="*/ 90 h 90"/>
              <a:gd name="p0x8" fmla="*/ 45 w 3918"/>
              <a:gd name="p0y8" fmla="*/ 90 h 90"/>
              <a:gd name="p0x9" fmla="*/ 20 w 3918"/>
              <a:gd name="p0y9" fmla="*/ 90 h 90"/>
              <a:gd name="p0x10" fmla="*/ 0 w 3918"/>
              <a:gd name="p0y10" fmla="*/ 69 h 90"/>
              <a:gd name="p0x11" fmla="*/ 0 w 3918"/>
              <a:gd name="p0y11" fmla="*/ 45 h 90"/>
              <a:gd name="p0x12" fmla="*/ 0 w 3918"/>
              <a:gd name="p0y12" fmla="*/ 20 h 90"/>
              <a:gd name="p0x13" fmla="*/ 20 w 3918"/>
              <a:gd name="p0y13" fmla="*/ 0 h 90"/>
              <a:gd name="p0x14" fmla="*/ 45 w 3918"/>
              <a:gd name="p0y14" fmla="*/ 0 h 90"/>
            </a:gdLst>
            <a:ahLst/>
            <a:cxnLst/>
            <a:pathLst>
              <a:path w="3918" h="90">
                <a:moveTo>
                  <a:pt x="3874" y="0"/>
                </a:moveTo>
                <a:cubicBezTo>
                  <a:pt x="3898" y="-1"/>
                  <a:pt x="3919" y="23"/>
                  <a:pt x="3918" y="45"/>
                </a:cubicBezTo>
                <a:cubicBezTo>
                  <a:pt x="3919" y="70"/>
                  <a:pt x="3894" y="91"/>
                  <a:pt x="3874" y="90"/>
                </a:cubicBezTo>
                <a:lnTo>
                  <a:pt x="45" y="90"/>
                </a:lnTo>
                <a:cubicBezTo>
                  <a:pt x="20" y="91"/>
                  <a:pt x="-1" y="67"/>
                  <a:pt x="0" y="45"/>
                </a:cubicBezTo>
                <a:cubicBezTo>
                  <a:pt x="-1" y="20"/>
                  <a:pt x="23" y="-1"/>
                  <a:pt x="45" y="0"/>
                </a:cubicBezTo>
                <a:lnTo>
                  <a:pt x="3874" y="0"/>
                </a:lnTo>
                <a:close/>
              </a:path>
            </a:pathLst>
          </a:custGeom>
          <a:solidFill>
            <a:srgbClr val="1E3A8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grpSp>
        <p:nvGrpSpPr>
          <p:cNvPr id="54" name="组合 53"/>
          <p:cNvGrpSpPr/>
          <p:nvPr/>
        </p:nvGrpSpPr>
        <p:grpSpPr>
          <a:xfrm>
            <a:off x="4279265" y="1162050"/>
            <a:ext cx="3632200" cy="5238750"/>
            <a:chOff x="6739" y="1830"/>
            <a:chExt cx="5720" cy="8250"/>
          </a:xfrm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grpSpPr>
        <p:sp>
          <p:nvSpPr>
            <p:cNvPr id="20" name="任意多边形 19"/>
            <p:cNvSpPr/>
            <p:nvPr>
              <p:custDataLst>
                <p:tags r:id="rId18"/>
              </p:custDataLst>
            </p:nvPr>
          </p:nvSpPr>
          <p:spPr>
            <a:xfrm>
              <a:off x="6739" y="1830"/>
              <a:ext cx="5720" cy="8250"/>
            </a:xfrm>
            <a:custGeom>
              <a:avLst/>
              <a:gdLst>
                <a:gd name="sw" fmla="*/ 1 w 5720"/>
                <a:gd name="sh" fmla="*/ 1 h 8250"/>
                <a:gd name="mins" fmla="min sw sh"/>
                <a:gd name="dsw" fmla="+- 0 sw mins"/>
                <a:gd name="dsh" fmla="+- 0 sh mins"/>
                <a:gd name="p0x0" fmla="*/ 240 w 5720"/>
                <a:gd name="p0y0" fmla="*/ 0 h 8250"/>
                <a:gd name="p0x1" fmla="*/ 5480 w 5720"/>
                <a:gd name="p0y1" fmla="*/ 0 h 8250"/>
                <a:gd name="p0x2" fmla="*/ 5612 w 5720"/>
                <a:gd name="p0y2" fmla="*/ 0 h 8250"/>
                <a:gd name="p0x3" fmla="*/ 5720 w 5720"/>
                <a:gd name="p0y3" fmla="*/ 107 h 8250"/>
                <a:gd name="p0x4" fmla="*/ 5720 w 5720"/>
                <a:gd name="p0y4" fmla="*/ 240 h 8250"/>
                <a:gd name="p0x5" fmla="*/ 5720 w 5720"/>
                <a:gd name="p0y5" fmla="*/ 8010 h 8250"/>
                <a:gd name="p0x6" fmla="*/ 5720 w 5720"/>
                <a:gd name="p0y6" fmla="*/ 8142 h 8250"/>
                <a:gd name="p0x7" fmla="*/ 5612 w 5720"/>
                <a:gd name="p0y7" fmla="*/ 8250 h 8250"/>
                <a:gd name="p0x8" fmla="*/ 5480 w 5720"/>
                <a:gd name="p0y8" fmla="*/ 8250 h 8250"/>
                <a:gd name="p0x9" fmla="*/ 240 w 5720"/>
                <a:gd name="p0y9" fmla="*/ 8250 h 8250"/>
                <a:gd name="p0x10" fmla="*/ 107 w 5720"/>
                <a:gd name="p0y10" fmla="*/ 8250 h 8250"/>
                <a:gd name="p0x11" fmla="*/ 0 w 5720"/>
                <a:gd name="p0y11" fmla="*/ 8142 h 8250"/>
                <a:gd name="p0x12" fmla="*/ 0 w 5720"/>
                <a:gd name="p0y12" fmla="*/ 8010 h 8250"/>
                <a:gd name="p0x13" fmla="*/ 0 w 5720"/>
                <a:gd name="p0y13" fmla="*/ 240 h 8250"/>
                <a:gd name="p0x14" fmla="*/ 0 w 5720"/>
                <a:gd name="p0y14" fmla="*/ 107 h 8250"/>
                <a:gd name="p0x15" fmla="*/ 107 w 5720"/>
                <a:gd name="p0y15" fmla="*/ 0 h 8250"/>
                <a:gd name="p0x16" fmla="*/ 240 w 5720"/>
                <a:gd name="p0y16" fmla="*/ 0 h 825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任意多边形 20"/>
            <p:cNvSpPr/>
            <p:nvPr>
              <p:custDataLst>
                <p:tags r:id="rId19"/>
              </p:custDataLst>
            </p:nvPr>
          </p:nvSpPr>
          <p:spPr>
            <a:xfrm>
              <a:off x="6739" y="1830"/>
              <a:ext cx="5720" cy="240"/>
            </a:xfrm>
            <a:custGeom>
              <a:avLst/>
              <a:gdLst>
                <a:gd name="sw" fmla="*/ 1 w 5720"/>
                <a:gd name="sh" fmla="*/ 1 h 240"/>
                <a:gd name="mins" fmla="min sw sh"/>
                <a:gd name="dsw" fmla="+- 0 sw mins"/>
                <a:gd name="dsh" fmla="+- 0 sh mins"/>
                <a:gd name="p0x0" fmla="*/ 240 w 5720"/>
                <a:gd name="p0y0" fmla="*/ 0 h 240"/>
                <a:gd name="p0x1" fmla="*/ 5480 w 5720"/>
                <a:gd name="p0y1" fmla="*/ 0 h 240"/>
                <a:gd name="p0x2" fmla="*/ 5612 w 5720"/>
                <a:gd name="p0y2" fmla="*/ 0 h 240"/>
                <a:gd name="p0x3" fmla="*/ 5720 w 5720"/>
                <a:gd name="p0y3" fmla="*/ 107 h 240"/>
                <a:gd name="p0x4" fmla="*/ 5720 w 5720"/>
                <a:gd name="p0y4" fmla="*/ 240 h 240"/>
                <a:gd name="p0x5" fmla="*/ 5720 w 5720"/>
                <a:gd name="p0y5" fmla="*/ 157 h 240"/>
                <a:gd name="p0x6" fmla="*/ 5612 w 5720"/>
                <a:gd name="p0y6" fmla="*/ 90 h 240"/>
                <a:gd name="p0x7" fmla="*/ 5480 w 5720"/>
                <a:gd name="p0y7" fmla="*/ 90 h 240"/>
                <a:gd name="p0x8" fmla="*/ 240 w 5720"/>
                <a:gd name="p0y8" fmla="*/ 90 h 240"/>
                <a:gd name="p0x9" fmla="*/ 107 w 5720"/>
                <a:gd name="p0y9" fmla="*/ 90 h 240"/>
                <a:gd name="p0x10" fmla="*/ 0 w 5720"/>
                <a:gd name="p0y10" fmla="*/ 157 h 240"/>
                <a:gd name="p0x11" fmla="*/ 0 w 5720"/>
                <a:gd name="p0y11" fmla="*/ 240 h 240"/>
                <a:gd name="p0x12" fmla="*/ 0 w 5720"/>
                <a:gd name="p0y12" fmla="*/ 107 h 240"/>
                <a:gd name="p0x13" fmla="*/ 107 w 5720"/>
                <a:gd name="p0y13" fmla="*/ 0 h 240"/>
                <a:gd name="p0x14" fmla="*/ 240 w 5720"/>
                <a:gd name="p0y14" fmla="*/ 0 h 2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3" name="任意多边形 22"/>
          <p:cNvSpPr/>
          <p:nvPr>
            <p:custDataLst>
              <p:tags r:id="rId20"/>
            </p:custDataLst>
          </p:nvPr>
        </p:nvSpPr>
        <p:spPr>
          <a:xfrm>
            <a:off x="4507865" y="1447800"/>
            <a:ext cx="533400" cy="533400"/>
          </a:xfrm>
          <a:custGeom>
            <a:avLst/>
            <a:gdLst>
              <a:gd name="sw" fmla="*/ 1 w 840"/>
              <a:gd name="sh" fmla="*/ 1 h 840"/>
              <a:gd name="mins" fmla="min sw sh"/>
              <a:gd name="dsw" fmla="+- 0 sw mins"/>
              <a:gd name="dsh" fmla="+- 0 sh mins"/>
              <a:gd name="p0x0" fmla="*/ 180 w 840"/>
              <a:gd name="p0y0" fmla="*/ 0 h 840"/>
              <a:gd name="p0x1" fmla="*/ 660 w 840"/>
              <a:gd name="p0y1" fmla="*/ 0 h 840"/>
              <a:gd name="p0x2" fmla="*/ 759 w 840"/>
              <a:gd name="p0y2" fmla="*/ 0 h 840"/>
              <a:gd name="p0x3" fmla="*/ 840 w 840"/>
              <a:gd name="p0y3" fmla="*/ 80 h 840"/>
              <a:gd name="p0x4" fmla="*/ 840 w 840"/>
              <a:gd name="p0y4" fmla="*/ 180 h 840"/>
              <a:gd name="p0x5" fmla="*/ 840 w 840"/>
              <a:gd name="p0y5" fmla="*/ 660 h 840"/>
              <a:gd name="p0x6" fmla="*/ 840 w 840"/>
              <a:gd name="p0y6" fmla="*/ 759 h 840"/>
              <a:gd name="p0x7" fmla="*/ 759 w 840"/>
              <a:gd name="p0y7" fmla="*/ 840 h 840"/>
              <a:gd name="p0x8" fmla="*/ 660 w 840"/>
              <a:gd name="p0y8" fmla="*/ 840 h 840"/>
              <a:gd name="p0x9" fmla="*/ 180 w 840"/>
              <a:gd name="p0y9" fmla="*/ 840 h 840"/>
              <a:gd name="p0x10" fmla="*/ 80 w 840"/>
              <a:gd name="p0y10" fmla="*/ 840 h 840"/>
              <a:gd name="p0x11" fmla="*/ 0 w 840"/>
              <a:gd name="p0y11" fmla="*/ 759 h 840"/>
              <a:gd name="p0x12" fmla="*/ 0 w 840"/>
              <a:gd name="p0y12" fmla="*/ 660 h 840"/>
              <a:gd name="p0x13" fmla="*/ 0 w 840"/>
              <a:gd name="p0y13" fmla="*/ 180 h 840"/>
              <a:gd name="p0x14" fmla="*/ 0 w 840"/>
              <a:gd name="p0y14" fmla="*/ 80 h 840"/>
              <a:gd name="p0x15" fmla="*/ 80 w 840"/>
              <a:gd name="p0y15" fmla="*/ 0 h 840"/>
              <a:gd name="p0x16" fmla="*/ 180 w 840"/>
              <a:gd name="p0y16" fmla="*/ 0 h 8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t="-2083" b="-2083"/>
          <a:stretch>
            <a:fillRect/>
          </a:stretch>
        </p:blipFill>
        <p:spPr>
          <a:xfrm>
            <a:off x="4660265" y="1595120"/>
            <a:ext cx="228600" cy="238125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24"/>
            </p:custDataLst>
          </p:nvPr>
        </p:nvSpPr>
        <p:spPr>
          <a:xfrm>
            <a:off x="4508449" y="2142173"/>
            <a:ext cx="3175025" cy="3257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范式转移：从计算器到实习生</a:t>
            </a:r>
            <a:endParaRPr sz="165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4507865" y="2557780"/>
            <a:ext cx="3175000" cy="313690"/>
            <a:chOff x="7099" y="4028"/>
            <a:chExt cx="5000" cy="494"/>
          </a:xfrm>
        </p:grpSpPr>
        <p:sp>
          <p:nvSpPr>
            <p:cNvPr id="26" name="任意多边形 25"/>
            <p:cNvSpPr/>
            <p:nvPr>
              <p:custDataLst>
                <p:tags r:id="rId25"/>
              </p:custDataLst>
            </p:nvPr>
          </p:nvSpPr>
          <p:spPr>
            <a:xfrm>
              <a:off x="7099" y="4028"/>
              <a:ext cx="5000" cy="495"/>
            </a:xfrm>
            <a:custGeom>
              <a:avLst/>
              <a:gdLst>
                <a:gd name="sw" fmla="*/ 1 w 5000"/>
                <a:gd name="sh" fmla="*/ 1 h 494"/>
                <a:gd name="mins" fmla="min sw sh"/>
                <a:gd name="dsw" fmla="+- 0 sw mins"/>
                <a:gd name="dsh" fmla="+- 0 sh mins"/>
                <a:gd name="p0x0" fmla="*/ 0 w 5000"/>
                <a:gd name="p0y0" fmla="*/ 0 h 494"/>
                <a:gd name="p0x1" fmla="*/ 5000 w 5000"/>
                <a:gd name="p0y1" fmla="*/ 0 h 494"/>
                <a:gd name="p0x2" fmla="*/ 5000 w 5000"/>
                <a:gd name="p0y2" fmla="*/ 494 h 494"/>
                <a:gd name="p0x3" fmla="*/ 0 w 5000"/>
                <a:gd name="p0y3" fmla="*/ 494 h 494"/>
                <a:gd name="p0x4" fmla="*/ 0 w 5000"/>
                <a:gd name="p0y4" fmla="*/ 0 h 49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>
              <p:custDataLst>
                <p:tags r:id="rId26"/>
              </p:custDataLst>
            </p:nvPr>
          </p:nvSpPr>
          <p:spPr>
            <a:xfrm>
              <a:off x="7109" y="4508"/>
              <a:ext cx="4980" cy="15"/>
            </a:xfrm>
            <a:custGeom>
              <a:avLst/>
              <a:gdLst>
                <a:gd name="sw" fmla="*/ 1 w 4980"/>
                <a:gd name="sh" fmla="*/ 1 h 15"/>
                <a:gd name="mins" fmla="min sw sh"/>
                <a:gd name="dsw" fmla="+- 0 sw mins"/>
                <a:gd name="dsh" fmla="+- 0 sh mins"/>
                <a:gd name="p0x0" fmla="*/ 4980 w 4980"/>
                <a:gd name="p0y0" fmla="*/ 15 h 15"/>
                <a:gd name="p0x1" fmla="*/ 4950 w 4980"/>
                <a:gd name="p0y1" fmla="*/ 15 h 15"/>
                <a:gd name="p0x2" fmla="*/ 4950 w 4980"/>
                <a:gd name="p0y2" fmla="*/ 0 h 15"/>
                <a:gd name="p0x3" fmla="*/ 4980 w 4980"/>
                <a:gd name="p0y3" fmla="*/ 0 h 15"/>
                <a:gd name="p0x4" fmla="*/ 4980 w 4980"/>
                <a:gd name="p0y4" fmla="*/ 15 h 15"/>
                <a:gd name="p0x5" fmla="*/ 4935 w 4980"/>
                <a:gd name="p0y5" fmla="*/ 15 h 15"/>
                <a:gd name="p0x6" fmla="*/ 4905 w 4980"/>
                <a:gd name="p0y6" fmla="*/ 15 h 15"/>
                <a:gd name="p0x7" fmla="*/ 4905 w 4980"/>
                <a:gd name="p0y7" fmla="*/ 0 h 15"/>
                <a:gd name="p0x8" fmla="*/ 4935 w 4980"/>
                <a:gd name="p0y8" fmla="*/ 0 h 15"/>
                <a:gd name="p0x9" fmla="*/ 4935 w 4980"/>
                <a:gd name="p0y9" fmla="*/ 15 h 15"/>
                <a:gd name="p0x10" fmla="*/ 4890 w 4980"/>
                <a:gd name="p0y10" fmla="*/ 15 h 15"/>
                <a:gd name="p0x11" fmla="*/ 4860 w 4980"/>
                <a:gd name="p0y11" fmla="*/ 15 h 15"/>
                <a:gd name="p0x12" fmla="*/ 4860 w 4980"/>
                <a:gd name="p0y12" fmla="*/ 0 h 15"/>
                <a:gd name="p0x13" fmla="*/ 4890 w 4980"/>
                <a:gd name="p0y13" fmla="*/ 0 h 15"/>
                <a:gd name="p0x14" fmla="*/ 4890 w 4980"/>
                <a:gd name="p0y14" fmla="*/ 15 h 15"/>
                <a:gd name="p0x15" fmla="*/ 4845 w 4980"/>
                <a:gd name="p0y15" fmla="*/ 15 h 15"/>
                <a:gd name="p0x16" fmla="*/ 4815 w 4980"/>
                <a:gd name="p0y16" fmla="*/ 15 h 15"/>
                <a:gd name="p0x17" fmla="*/ 4815 w 4980"/>
                <a:gd name="p0y17" fmla="*/ 0 h 15"/>
                <a:gd name="p0x18" fmla="*/ 4845 w 4980"/>
                <a:gd name="p0y18" fmla="*/ 0 h 15"/>
                <a:gd name="p0x19" fmla="*/ 4845 w 4980"/>
                <a:gd name="p0y19" fmla="*/ 15 h 15"/>
                <a:gd name="p0x20" fmla="*/ 4800 w 4980"/>
                <a:gd name="p0y20" fmla="*/ 15 h 15"/>
                <a:gd name="p0x21" fmla="*/ 4770 w 4980"/>
                <a:gd name="p0y21" fmla="*/ 15 h 15"/>
                <a:gd name="p0x22" fmla="*/ 4770 w 4980"/>
                <a:gd name="p0y22" fmla="*/ 0 h 15"/>
                <a:gd name="p0x23" fmla="*/ 4800 w 4980"/>
                <a:gd name="p0y23" fmla="*/ 0 h 15"/>
                <a:gd name="p0x24" fmla="*/ 4800 w 4980"/>
                <a:gd name="p0y24" fmla="*/ 15 h 15"/>
                <a:gd name="p0x25" fmla="*/ 4755 w 4980"/>
                <a:gd name="p0y25" fmla="*/ 15 h 15"/>
                <a:gd name="p0x26" fmla="*/ 4725 w 4980"/>
                <a:gd name="p0y26" fmla="*/ 15 h 15"/>
                <a:gd name="p0x27" fmla="*/ 4725 w 4980"/>
                <a:gd name="p0y27" fmla="*/ 0 h 15"/>
                <a:gd name="p0x28" fmla="*/ 4755 w 4980"/>
                <a:gd name="p0y28" fmla="*/ 0 h 15"/>
                <a:gd name="p0x29" fmla="*/ 4755 w 4980"/>
                <a:gd name="p0y29" fmla="*/ 15 h 15"/>
                <a:gd name="p0x30" fmla="*/ 4710 w 4980"/>
                <a:gd name="p0y30" fmla="*/ 15 h 15"/>
                <a:gd name="p0x31" fmla="*/ 4680 w 4980"/>
                <a:gd name="p0y31" fmla="*/ 15 h 15"/>
                <a:gd name="p0x32" fmla="*/ 4680 w 4980"/>
                <a:gd name="p0y32" fmla="*/ 0 h 15"/>
                <a:gd name="p0x33" fmla="*/ 4710 w 4980"/>
                <a:gd name="p0y33" fmla="*/ 0 h 15"/>
                <a:gd name="p0x34" fmla="*/ 4710 w 4980"/>
                <a:gd name="p0y34" fmla="*/ 15 h 15"/>
                <a:gd name="p0x35" fmla="*/ 4665 w 4980"/>
                <a:gd name="p0y35" fmla="*/ 15 h 15"/>
                <a:gd name="p0x36" fmla="*/ 4635 w 4980"/>
                <a:gd name="p0y36" fmla="*/ 15 h 15"/>
                <a:gd name="p0x37" fmla="*/ 4635 w 4980"/>
                <a:gd name="p0y37" fmla="*/ 0 h 15"/>
                <a:gd name="p0x38" fmla="*/ 4665 w 4980"/>
                <a:gd name="p0y38" fmla="*/ 0 h 15"/>
                <a:gd name="p0x39" fmla="*/ 4665 w 4980"/>
                <a:gd name="p0y39" fmla="*/ 15 h 15"/>
                <a:gd name="p0x40" fmla="*/ 4620 w 4980"/>
                <a:gd name="p0y40" fmla="*/ 15 h 15"/>
                <a:gd name="p0x41" fmla="*/ 4590 w 4980"/>
                <a:gd name="p0y41" fmla="*/ 15 h 15"/>
                <a:gd name="p0x42" fmla="*/ 4590 w 4980"/>
                <a:gd name="p0y42" fmla="*/ 0 h 15"/>
                <a:gd name="p0x43" fmla="*/ 4620 w 4980"/>
                <a:gd name="p0y43" fmla="*/ 0 h 15"/>
                <a:gd name="p0x44" fmla="*/ 4620 w 4980"/>
                <a:gd name="p0y44" fmla="*/ 15 h 15"/>
                <a:gd name="p0x45" fmla="*/ 4575 w 4980"/>
                <a:gd name="p0y45" fmla="*/ 15 h 15"/>
                <a:gd name="p0x46" fmla="*/ 4545 w 4980"/>
                <a:gd name="p0y46" fmla="*/ 15 h 15"/>
                <a:gd name="p0x47" fmla="*/ 4545 w 4980"/>
                <a:gd name="p0y47" fmla="*/ 0 h 15"/>
                <a:gd name="p0x48" fmla="*/ 4575 w 4980"/>
                <a:gd name="p0y48" fmla="*/ 0 h 15"/>
                <a:gd name="p0x49" fmla="*/ 4575 w 4980"/>
                <a:gd name="p0y49" fmla="*/ 15 h 15"/>
                <a:gd name="p0x50" fmla="*/ 4530 w 4980"/>
                <a:gd name="p0y50" fmla="*/ 15 h 15"/>
                <a:gd name="p0x51" fmla="*/ 4500 w 4980"/>
                <a:gd name="p0y51" fmla="*/ 15 h 15"/>
                <a:gd name="p0x52" fmla="*/ 4500 w 4980"/>
                <a:gd name="p0y52" fmla="*/ 0 h 15"/>
                <a:gd name="p0x53" fmla="*/ 4530 w 4980"/>
                <a:gd name="p0y53" fmla="*/ 0 h 15"/>
                <a:gd name="p0x54" fmla="*/ 4530 w 4980"/>
                <a:gd name="p0y54" fmla="*/ 15 h 15"/>
                <a:gd name="p0x55" fmla="*/ 4485 w 4980"/>
                <a:gd name="p0y55" fmla="*/ 15 h 15"/>
                <a:gd name="p0x56" fmla="*/ 4455 w 4980"/>
                <a:gd name="p0y56" fmla="*/ 15 h 15"/>
                <a:gd name="p0x57" fmla="*/ 4455 w 4980"/>
                <a:gd name="p0y57" fmla="*/ 0 h 15"/>
                <a:gd name="p0x58" fmla="*/ 4485 w 4980"/>
                <a:gd name="p0y58" fmla="*/ 0 h 15"/>
                <a:gd name="p0x59" fmla="*/ 4485 w 4980"/>
                <a:gd name="p0y59" fmla="*/ 15 h 15"/>
                <a:gd name="p0x60" fmla="*/ 4440 w 4980"/>
                <a:gd name="p0y60" fmla="*/ 15 h 15"/>
                <a:gd name="p0x61" fmla="*/ 4410 w 4980"/>
                <a:gd name="p0y61" fmla="*/ 15 h 15"/>
                <a:gd name="p0x62" fmla="*/ 4410 w 4980"/>
                <a:gd name="p0y62" fmla="*/ 0 h 15"/>
                <a:gd name="p0x63" fmla="*/ 4440 w 4980"/>
                <a:gd name="p0y63" fmla="*/ 0 h 15"/>
                <a:gd name="p0x64" fmla="*/ 4440 w 4980"/>
                <a:gd name="p0y64" fmla="*/ 15 h 15"/>
                <a:gd name="p0x65" fmla="*/ 4395 w 4980"/>
                <a:gd name="p0y65" fmla="*/ 15 h 15"/>
                <a:gd name="p0x66" fmla="*/ 4365 w 4980"/>
                <a:gd name="p0y66" fmla="*/ 15 h 15"/>
                <a:gd name="p0x67" fmla="*/ 4365 w 4980"/>
                <a:gd name="p0y67" fmla="*/ 0 h 15"/>
                <a:gd name="p0x68" fmla="*/ 4395 w 4980"/>
                <a:gd name="p0y68" fmla="*/ 0 h 15"/>
                <a:gd name="p0x69" fmla="*/ 4395 w 4980"/>
                <a:gd name="p0y69" fmla="*/ 15 h 15"/>
                <a:gd name="p0x70" fmla="*/ 4349 w 4980"/>
                <a:gd name="p0y70" fmla="*/ 15 h 15"/>
                <a:gd name="p0x71" fmla="*/ 4320 w 4980"/>
                <a:gd name="p0y71" fmla="*/ 15 h 15"/>
                <a:gd name="p0x72" fmla="*/ 4320 w 4980"/>
                <a:gd name="p0y72" fmla="*/ 0 h 15"/>
                <a:gd name="p0x73" fmla="*/ 4349 w 4980"/>
                <a:gd name="p0y73" fmla="*/ 0 h 15"/>
                <a:gd name="p0x74" fmla="*/ 4349 w 4980"/>
                <a:gd name="p0y74" fmla="*/ 15 h 15"/>
                <a:gd name="p0x75" fmla="*/ 4305 w 4980"/>
                <a:gd name="p0y75" fmla="*/ 15 h 15"/>
                <a:gd name="p0x76" fmla="*/ 4275 w 4980"/>
                <a:gd name="p0y76" fmla="*/ 15 h 15"/>
                <a:gd name="p0x77" fmla="*/ 4275 w 4980"/>
                <a:gd name="p0y77" fmla="*/ 0 h 15"/>
                <a:gd name="p0x78" fmla="*/ 4305 w 4980"/>
                <a:gd name="p0y78" fmla="*/ 0 h 15"/>
                <a:gd name="p0x79" fmla="*/ 4305 w 4980"/>
                <a:gd name="p0y79" fmla="*/ 15 h 15"/>
                <a:gd name="p0x80" fmla="*/ 4260 w 4980"/>
                <a:gd name="p0y80" fmla="*/ 15 h 15"/>
                <a:gd name="p0x81" fmla="*/ 4230 w 4980"/>
                <a:gd name="p0y81" fmla="*/ 15 h 15"/>
                <a:gd name="p0x82" fmla="*/ 4230 w 4980"/>
                <a:gd name="p0y82" fmla="*/ 0 h 15"/>
                <a:gd name="p0x83" fmla="*/ 4260 w 4980"/>
                <a:gd name="p0y83" fmla="*/ 0 h 15"/>
                <a:gd name="p0x84" fmla="*/ 4260 w 4980"/>
                <a:gd name="p0y84" fmla="*/ 15 h 15"/>
                <a:gd name="p0x85" fmla="*/ 4215 w 4980"/>
                <a:gd name="p0y85" fmla="*/ 15 h 15"/>
                <a:gd name="p0x86" fmla="*/ 4185 w 4980"/>
                <a:gd name="p0y86" fmla="*/ 15 h 15"/>
                <a:gd name="p0x87" fmla="*/ 4185 w 4980"/>
                <a:gd name="p0y87" fmla="*/ 0 h 15"/>
                <a:gd name="p0x88" fmla="*/ 4215 w 4980"/>
                <a:gd name="p0y88" fmla="*/ 0 h 15"/>
                <a:gd name="p0x89" fmla="*/ 4215 w 4980"/>
                <a:gd name="p0y89" fmla="*/ 15 h 15"/>
                <a:gd name="p0x90" fmla="*/ 4170 w 4980"/>
                <a:gd name="p0y90" fmla="*/ 15 h 15"/>
                <a:gd name="p0x91" fmla="*/ 4140 w 4980"/>
                <a:gd name="p0y91" fmla="*/ 15 h 15"/>
                <a:gd name="p0x92" fmla="*/ 4140 w 4980"/>
                <a:gd name="p0y92" fmla="*/ 0 h 15"/>
                <a:gd name="p0x93" fmla="*/ 4170 w 4980"/>
                <a:gd name="p0y93" fmla="*/ 0 h 15"/>
                <a:gd name="p0x94" fmla="*/ 4170 w 4980"/>
                <a:gd name="p0y94" fmla="*/ 15 h 15"/>
                <a:gd name="p0x95" fmla="*/ 4125 w 4980"/>
                <a:gd name="p0y95" fmla="*/ 15 h 15"/>
                <a:gd name="p0x96" fmla="*/ 4095 w 4980"/>
                <a:gd name="p0y96" fmla="*/ 15 h 15"/>
                <a:gd name="p0x97" fmla="*/ 4095 w 4980"/>
                <a:gd name="p0y97" fmla="*/ 0 h 15"/>
                <a:gd name="p0x98" fmla="*/ 4125 w 4980"/>
                <a:gd name="p0y98" fmla="*/ 0 h 15"/>
                <a:gd name="p0x99" fmla="*/ 4125 w 4980"/>
                <a:gd name="p0y99" fmla="*/ 15 h 15"/>
                <a:gd name="p0x100" fmla="*/ 4080 w 4980"/>
                <a:gd name="p0y100" fmla="*/ 15 h 15"/>
                <a:gd name="p0x101" fmla="*/ 4050 w 4980"/>
                <a:gd name="p0y101" fmla="*/ 15 h 15"/>
                <a:gd name="p0x102" fmla="*/ 4050 w 4980"/>
                <a:gd name="p0y102" fmla="*/ 0 h 15"/>
                <a:gd name="p0x103" fmla="*/ 4080 w 4980"/>
                <a:gd name="p0y103" fmla="*/ 0 h 15"/>
                <a:gd name="p0x104" fmla="*/ 4080 w 4980"/>
                <a:gd name="p0y104" fmla="*/ 15 h 15"/>
                <a:gd name="p0x105" fmla="*/ 4035 w 4980"/>
                <a:gd name="p0y105" fmla="*/ 15 h 15"/>
                <a:gd name="p0x106" fmla="*/ 4005 w 4980"/>
                <a:gd name="p0y106" fmla="*/ 15 h 15"/>
                <a:gd name="p0x107" fmla="*/ 4005 w 4980"/>
                <a:gd name="p0y107" fmla="*/ 0 h 15"/>
                <a:gd name="p0x108" fmla="*/ 4035 w 4980"/>
                <a:gd name="p0y108" fmla="*/ 0 h 15"/>
                <a:gd name="p0x109" fmla="*/ 4035 w 4980"/>
                <a:gd name="p0y109" fmla="*/ 15 h 15"/>
                <a:gd name="p0x110" fmla="*/ 3990 w 4980"/>
                <a:gd name="p0y110" fmla="*/ 15 h 15"/>
                <a:gd name="p0x111" fmla="*/ 3960 w 4980"/>
                <a:gd name="p0y111" fmla="*/ 15 h 15"/>
                <a:gd name="p0x112" fmla="*/ 3960 w 4980"/>
                <a:gd name="p0y112" fmla="*/ 0 h 15"/>
                <a:gd name="p0x113" fmla="*/ 3990 w 4980"/>
                <a:gd name="p0y113" fmla="*/ 0 h 15"/>
                <a:gd name="p0x114" fmla="*/ 3990 w 4980"/>
                <a:gd name="p0y114" fmla="*/ 15 h 15"/>
                <a:gd name="p0x115" fmla="*/ 3945 w 4980"/>
                <a:gd name="p0y115" fmla="*/ 15 h 15"/>
                <a:gd name="p0x116" fmla="*/ 3915 w 4980"/>
                <a:gd name="p0y116" fmla="*/ 15 h 15"/>
                <a:gd name="p0x117" fmla="*/ 3915 w 4980"/>
                <a:gd name="p0y117" fmla="*/ 0 h 15"/>
                <a:gd name="p0x118" fmla="*/ 3945 w 4980"/>
                <a:gd name="p0y118" fmla="*/ 0 h 15"/>
                <a:gd name="p0x119" fmla="*/ 3945 w 4980"/>
                <a:gd name="p0y119" fmla="*/ 15 h 15"/>
                <a:gd name="p0x120" fmla="*/ 3900 w 4980"/>
                <a:gd name="p0y120" fmla="*/ 15 h 15"/>
                <a:gd name="p0x121" fmla="*/ 3870 w 4980"/>
                <a:gd name="p0y121" fmla="*/ 15 h 15"/>
                <a:gd name="p0x122" fmla="*/ 3870 w 4980"/>
                <a:gd name="p0y122" fmla="*/ 0 h 15"/>
                <a:gd name="p0x123" fmla="*/ 3900 w 4980"/>
                <a:gd name="p0y123" fmla="*/ 0 h 15"/>
                <a:gd name="p0x124" fmla="*/ 3900 w 4980"/>
                <a:gd name="p0y124" fmla="*/ 15 h 15"/>
                <a:gd name="p0x125" fmla="*/ 3855 w 4980"/>
                <a:gd name="p0y125" fmla="*/ 15 h 15"/>
                <a:gd name="p0x126" fmla="*/ 3824 w 4980"/>
                <a:gd name="p0y126" fmla="*/ 15 h 15"/>
                <a:gd name="p0x127" fmla="*/ 3824 w 4980"/>
                <a:gd name="p0y127" fmla="*/ 0 h 15"/>
                <a:gd name="p0x128" fmla="*/ 3855 w 4980"/>
                <a:gd name="p0y128" fmla="*/ 0 h 15"/>
                <a:gd name="p0x129" fmla="*/ 3855 w 4980"/>
                <a:gd name="p0y129" fmla="*/ 15 h 15"/>
                <a:gd name="p0x130" fmla="*/ 3810 w 4980"/>
                <a:gd name="p0y130" fmla="*/ 15 h 15"/>
                <a:gd name="p0x131" fmla="*/ 3780 w 4980"/>
                <a:gd name="p0y131" fmla="*/ 15 h 15"/>
                <a:gd name="p0x132" fmla="*/ 3780 w 4980"/>
                <a:gd name="p0y132" fmla="*/ 0 h 15"/>
                <a:gd name="p0x133" fmla="*/ 3810 w 4980"/>
                <a:gd name="p0y133" fmla="*/ 0 h 15"/>
                <a:gd name="p0x134" fmla="*/ 3810 w 4980"/>
                <a:gd name="p0y134" fmla="*/ 15 h 15"/>
                <a:gd name="p0x135" fmla="*/ 3765 w 4980"/>
                <a:gd name="p0y135" fmla="*/ 15 h 15"/>
                <a:gd name="p0x136" fmla="*/ 3735 w 4980"/>
                <a:gd name="p0y136" fmla="*/ 15 h 15"/>
                <a:gd name="p0x137" fmla="*/ 3735 w 4980"/>
                <a:gd name="p0y137" fmla="*/ 0 h 15"/>
                <a:gd name="p0x138" fmla="*/ 3765 w 4980"/>
                <a:gd name="p0y138" fmla="*/ 0 h 15"/>
                <a:gd name="p0x139" fmla="*/ 3765 w 4980"/>
                <a:gd name="p0y139" fmla="*/ 15 h 15"/>
                <a:gd name="p0x140" fmla="*/ 3720 w 4980"/>
                <a:gd name="p0y140" fmla="*/ 15 h 15"/>
                <a:gd name="p0x141" fmla="*/ 3689 w 4980"/>
                <a:gd name="p0y141" fmla="*/ 15 h 15"/>
                <a:gd name="p0x142" fmla="*/ 3689 w 4980"/>
                <a:gd name="p0y142" fmla="*/ 0 h 15"/>
                <a:gd name="p0x143" fmla="*/ 3720 w 4980"/>
                <a:gd name="p0y143" fmla="*/ 0 h 15"/>
                <a:gd name="p0x144" fmla="*/ 3720 w 4980"/>
                <a:gd name="p0y144" fmla="*/ 15 h 15"/>
                <a:gd name="p0x145" fmla="*/ 3675 w 4980"/>
                <a:gd name="p0y145" fmla="*/ 15 h 15"/>
                <a:gd name="p0x146" fmla="*/ 3645 w 4980"/>
                <a:gd name="p0y146" fmla="*/ 15 h 15"/>
                <a:gd name="p0x147" fmla="*/ 3645 w 4980"/>
                <a:gd name="p0y147" fmla="*/ 0 h 15"/>
                <a:gd name="p0x148" fmla="*/ 3675 w 4980"/>
                <a:gd name="p0y148" fmla="*/ 0 h 15"/>
                <a:gd name="p0x149" fmla="*/ 3675 w 4980"/>
                <a:gd name="p0y149" fmla="*/ 15 h 15"/>
                <a:gd name="p0x150" fmla="*/ 3630 w 4980"/>
                <a:gd name="p0y150" fmla="*/ 15 h 15"/>
                <a:gd name="p0x151" fmla="*/ 3600 w 4980"/>
                <a:gd name="p0y151" fmla="*/ 15 h 15"/>
                <a:gd name="p0x152" fmla="*/ 3600 w 4980"/>
                <a:gd name="p0y152" fmla="*/ 0 h 15"/>
                <a:gd name="p0x153" fmla="*/ 3630 w 4980"/>
                <a:gd name="p0y153" fmla="*/ 0 h 15"/>
                <a:gd name="p0x154" fmla="*/ 3630 w 4980"/>
                <a:gd name="p0y154" fmla="*/ 15 h 15"/>
                <a:gd name="p0x155" fmla="*/ 3585 w 4980"/>
                <a:gd name="p0y155" fmla="*/ 15 h 15"/>
                <a:gd name="p0x156" fmla="*/ 3555 w 4980"/>
                <a:gd name="p0y156" fmla="*/ 15 h 15"/>
                <a:gd name="p0x157" fmla="*/ 3555 w 4980"/>
                <a:gd name="p0y157" fmla="*/ 0 h 15"/>
                <a:gd name="p0x158" fmla="*/ 3585 w 4980"/>
                <a:gd name="p0y158" fmla="*/ 0 h 15"/>
                <a:gd name="p0x159" fmla="*/ 3585 w 4980"/>
                <a:gd name="p0y159" fmla="*/ 15 h 15"/>
                <a:gd name="p0x160" fmla="*/ 3540 w 4980"/>
                <a:gd name="p0y160" fmla="*/ 15 h 15"/>
                <a:gd name="p0x161" fmla="*/ 3510 w 4980"/>
                <a:gd name="p0y161" fmla="*/ 15 h 15"/>
                <a:gd name="p0x162" fmla="*/ 3510 w 4980"/>
                <a:gd name="p0y162" fmla="*/ 0 h 15"/>
                <a:gd name="p0x163" fmla="*/ 3540 w 4980"/>
                <a:gd name="p0y163" fmla="*/ 0 h 15"/>
                <a:gd name="p0x164" fmla="*/ 3540 w 4980"/>
                <a:gd name="p0y164" fmla="*/ 15 h 15"/>
                <a:gd name="p0x165" fmla="*/ 3495 w 4980"/>
                <a:gd name="p0y165" fmla="*/ 15 h 15"/>
                <a:gd name="p0x166" fmla="*/ 3465 w 4980"/>
                <a:gd name="p0y166" fmla="*/ 15 h 15"/>
                <a:gd name="p0x167" fmla="*/ 3465 w 4980"/>
                <a:gd name="p0y167" fmla="*/ 0 h 15"/>
                <a:gd name="p0x168" fmla="*/ 3495 w 4980"/>
                <a:gd name="p0y168" fmla="*/ 0 h 15"/>
                <a:gd name="p0x169" fmla="*/ 3495 w 4980"/>
                <a:gd name="p0y169" fmla="*/ 15 h 15"/>
                <a:gd name="p0x170" fmla="*/ 3450 w 4980"/>
                <a:gd name="p0y170" fmla="*/ 15 h 15"/>
                <a:gd name="p0x171" fmla="*/ 3420 w 4980"/>
                <a:gd name="p0y171" fmla="*/ 15 h 15"/>
                <a:gd name="p0x172" fmla="*/ 3420 w 4980"/>
                <a:gd name="p0y172" fmla="*/ 0 h 15"/>
                <a:gd name="p0x173" fmla="*/ 3450 w 4980"/>
                <a:gd name="p0y173" fmla="*/ 0 h 15"/>
                <a:gd name="p0x174" fmla="*/ 3450 w 4980"/>
                <a:gd name="p0y174" fmla="*/ 15 h 15"/>
                <a:gd name="p0x175" fmla="*/ 3405 w 4980"/>
                <a:gd name="p0y175" fmla="*/ 15 h 15"/>
                <a:gd name="p0x176" fmla="*/ 3375 w 4980"/>
                <a:gd name="p0y176" fmla="*/ 15 h 15"/>
                <a:gd name="p0x177" fmla="*/ 3375 w 4980"/>
                <a:gd name="p0y177" fmla="*/ 0 h 15"/>
                <a:gd name="p0x178" fmla="*/ 3405 w 4980"/>
                <a:gd name="p0y178" fmla="*/ 0 h 15"/>
                <a:gd name="p0x179" fmla="*/ 3405 w 4980"/>
                <a:gd name="p0y179" fmla="*/ 15 h 15"/>
                <a:gd name="p0x180" fmla="*/ 3360 w 4980"/>
                <a:gd name="p0y180" fmla="*/ 15 h 15"/>
                <a:gd name="p0x181" fmla="*/ 3330 w 4980"/>
                <a:gd name="p0y181" fmla="*/ 15 h 15"/>
                <a:gd name="p0x182" fmla="*/ 3330 w 4980"/>
                <a:gd name="p0y182" fmla="*/ 0 h 15"/>
                <a:gd name="p0x183" fmla="*/ 3360 w 4980"/>
                <a:gd name="p0y183" fmla="*/ 0 h 15"/>
                <a:gd name="p0x184" fmla="*/ 3360 w 4980"/>
                <a:gd name="p0y184" fmla="*/ 15 h 15"/>
                <a:gd name="p0x185" fmla="*/ 3315 w 4980"/>
                <a:gd name="p0y185" fmla="*/ 15 h 15"/>
                <a:gd name="p0x186" fmla="*/ 3285 w 4980"/>
                <a:gd name="p0y186" fmla="*/ 15 h 15"/>
                <a:gd name="p0x187" fmla="*/ 3285 w 4980"/>
                <a:gd name="p0y187" fmla="*/ 0 h 15"/>
                <a:gd name="p0x188" fmla="*/ 3315 w 4980"/>
                <a:gd name="p0y188" fmla="*/ 0 h 15"/>
                <a:gd name="p0x189" fmla="*/ 3315 w 4980"/>
                <a:gd name="p0y189" fmla="*/ 15 h 15"/>
                <a:gd name="p0x190" fmla="*/ 3270 w 4980"/>
                <a:gd name="p0y190" fmla="*/ 15 h 15"/>
                <a:gd name="p0x191" fmla="*/ 3240 w 4980"/>
                <a:gd name="p0y191" fmla="*/ 15 h 15"/>
                <a:gd name="p0x192" fmla="*/ 3240 w 4980"/>
                <a:gd name="p0y192" fmla="*/ 0 h 15"/>
                <a:gd name="p0x193" fmla="*/ 3270 w 4980"/>
                <a:gd name="p0y193" fmla="*/ 0 h 15"/>
                <a:gd name="p0x194" fmla="*/ 3270 w 4980"/>
                <a:gd name="p0y194" fmla="*/ 15 h 15"/>
                <a:gd name="p0x195" fmla="*/ 3225 w 4980"/>
                <a:gd name="p0y195" fmla="*/ 15 h 15"/>
                <a:gd name="p0x196" fmla="*/ 3195 w 4980"/>
                <a:gd name="p0y196" fmla="*/ 15 h 15"/>
                <a:gd name="p0x197" fmla="*/ 3195 w 4980"/>
                <a:gd name="p0y197" fmla="*/ 0 h 15"/>
                <a:gd name="p0x198" fmla="*/ 3225 w 4980"/>
                <a:gd name="p0y198" fmla="*/ 0 h 15"/>
                <a:gd name="p0x199" fmla="*/ 3225 w 4980"/>
                <a:gd name="p0y199" fmla="*/ 15 h 15"/>
                <a:gd name="p0x200" fmla="*/ 3180 w 4980"/>
                <a:gd name="p0y200" fmla="*/ 15 h 15"/>
                <a:gd name="p0x201" fmla="*/ 3150 w 4980"/>
                <a:gd name="p0y201" fmla="*/ 15 h 15"/>
                <a:gd name="p0x202" fmla="*/ 3150 w 4980"/>
                <a:gd name="p0y202" fmla="*/ 0 h 15"/>
                <a:gd name="p0x203" fmla="*/ 3180 w 4980"/>
                <a:gd name="p0y203" fmla="*/ 0 h 15"/>
                <a:gd name="p0x204" fmla="*/ 3180 w 4980"/>
                <a:gd name="p0y204" fmla="*/ 15 h 15"/>
                <a:gd name="p0x205" fmla="*/ 3135 w 4980"/>
                <a:gd name="p0y205" fmla="*/ 15 h 15"/>
                <a:gd name="p0x206" fmla="*/ 3105 w 4980"/>
                <a:gd name="p0y206" fmla="*/ 15 h 15"/>
                <a:gd name="p0x207" fmla="*/ 3105 w 4980"/>
                <a:gd name="p0y207" fmla="*/ 0 h 15"/>
                <a:gd name="p0x208" fmla="*/ 3135 w 4980"/>
                <a:gd name="p0y208" fmla="*/ 0 h 15"/>
                <a:gd name="p0x209" fmla="*/ 3135 w 4980"/>
                <a:gd name="p0y209" fmla="*/ 15 h 15"/>
                <a:gd name="p0x210" fmla="*/ 3090 w 4980"/>
                <a:gd name="p0y210" fmla="*/ 15 h 15"/>
                <a:gd name="p0x211" fmla="*/ 3060 w 4980"/>
                <a:gd name="p0y211" fmla="*/ 15 h 15"/>
                <a:gd name="p0x212" fmla="*/ 3060 w 4980"/>
                <a:gd name="p0y212" fmla="*/ 0 h 15"/>
                <a:gd name="p0x213" fmla="*/ 3090 w 4980"/>
                <a:gd name="p0y213" fmla="*/ 0 h 15"/>
                <a:gd name="p0x214" fmla="*/ 3090 w 4980"/>
                <a:gd name="p0y214" fmla="*/ 15 h 15"/>
                <a:gd name="p0x215" fmla="*/ 3045 w 4980"/>
                <a:gd name="p0y215" fmla="*/ 15 h 15"/>
                <a:gd name="p0x216" fmla="*/ 3015 w 4980"/>
                <a:gd name="p0y216" fmla="*/ 15 h 15"/>
                <a:gd name="p0x217" fmla="*/ 3015 w 4980"/>
                <a:gd name="p0y217" fmla="*/ 0 h 15"/>
                <a:gd name="p0x218" fmla="*/ 3045 w 4980"/>
                <a:gd name="p0y218" fmla="*/ 0 h 15"/>
                <a:gd name="p0x219" fmla="*/ 3045 w 4980"/>
                <a:gd name="p0y219" fmla="*/ 15 h 15"/>
                <a:gd name="p0x220" fmla="*/ 3000 w 4980"/>
                <a:gd name="p0y220" fmla="*/ 15 h 15"/>
                <a:gd name="p0x221" fmla="*/ 2970 w 4980"/>
                <a:gd name="p0y221" fmla="*/ 15 h 15"/>
                <a:gd name="p0x222" fmla="*/ 2970 w 4980"/>
                <a:gd name="p0y222" fmla="*/ 0 h 15"/>
                <a:gd name="p0x223" fmla="*/ 3000 w 4980"/>
                <a:gd name="p0y223" fmla="*/ 0 h 15"/>
                <a:gd name="p0x224" fmla="*/ 3000 w 4980"/>
                <a:gd name="p0y224" fmla="*/ 15 h 15"/>
                <a:gd name="p0x225" fmla="*/ 2955 w 4980"/>
                <a:gd name="p0y225" fmla="*/ 15 h 15"/>
                <a:gd name="p0x226" fmla="*/ 2925 w 4980"/>
                <a:gd name="p0y226" fmla="*/ 15 h 15"/>
                <a:gd name="p0x227" fmla="*/ 2925 w 4980"/>
                <a:gd name="p0y227" fmla="*/ 0 h 15"/>
                <a:gd name="p0x228" fmla="*/ 2955 w 4980"/>
                <a:gd name="p0y228" fmla="*/ 0 h 15"/>
                <a:gd name="p0x229" fmla="*/ 2955 w 4980"/>
                <a:gd name="p0y229" fmla="*/ 15 h 15"/>
                <a:gd name="p0x230" fmla="*/ 2910 w 4980"/>
                <a:gd name="p0y230" fmla="*/ 15 h 15"/>
                <a:gd name="p0x231" fmla="*/ 2880 w 4980"/>
                <a:gd name="p0y231" fmla="*/ 15 h 15"/>
                <a:gd name="p0x232" fmla="*/ 2880 w 4980"/>
                <a:gd name="p0y232" fmla="*/ 0 h 15"/>
                <a:gd name="p0x233" fmla="*/ 2910 w 4980"/>
                <a:gd name="p0y233" fmla="*/ 0 h 15"/>
                <a:gd name="p0x234" fmla="*/ 2910 w 4980"/>
                <a:gd name="p0y234" fmla="*/ 15 h 15"/>
                <a:gd name="p0x235" fmla="*/ 2865 w 4980"/>
                <a:gd name="p0y235" fmla="*/ 15 h 15"/>
                <a:gd name="p0x236" fmla="*/ 2835 w 4980"/>
                <a:gd name="p0y236" fmla="*/ 15 h 15"/>
                <a:gd name="p0x237" fmla="*/ 2835 w 4980"/>
                <a:gd name="p0y237" fmla="*/ 0 h 15"/>
                <a:gd name="p0x238" fmla="*/ 2865 w 4980"/>
                <a:gd name="p0y238" fmla="*/ 0 h 15"/>
                <a:gd name="p0x239" fmla="*/ 2865 w 4980"/>
                <a:gd name="p0y239" fmla="*/ 15 h 15"/>
                <a:gd name="p0x240" fmla="*/ 2820 w 4980"/>
                <a:gd name="p0y240" fmla="*/ 15 h 15"/>
                <a:gd name="p0x241" fmla="*/ 2790 w 4980"/>
                <a:gd name="p0y241" fmla="*/ 15 h 15"/>
                <a:gd name="p0x242" fmla="*/ 2790 w 4980"/>
                <a:gd name="p0y242" fmla="*/ 0 h 15"/>
                <a:gd name="p0x243" fmla="*/ 2820 w 4980"/>
                <a:gd name="p0y243" fmla="*/ 0 h 15"/>
                <a:gd name="p0x244" fmla="*/ 2820 w 4980"/>
                <a:gd name="p0y244" fmla="*/ 15 h 15"/>
                <a:gd name="p0x245" fmla="*/ 2775 w 4980"/>
                <a:gd name="p0y245" fmla="*/ 15 h 15"/>
                <a:gd name="p0x246" fmla="*/ 2745 w 4980"/>
                <a:gd name="p0y246" fmla="*/ 15 h 15"/>
                <a:gd name="p0x247" fmla="*/ 2745 w 4980"/>
                <a:gd name="p0y247" fmla="*/ 0 h 15"/>
                <a:gd name="p0x248" fmla="*/ 2775 w 4980"/>
                <a:gd name="p0y248" fmla="*/ 0 h 15"/>
                <a:gd name="p0x249" fmla="*/ 2775 w 4980"/>
                <a:gd name="p0y249" fmla="*/ 15 h 15"/>
                <a:gd name="p0x250" fmla="*/ 2730 w 4980"/>
                <a:gd name="p0y250" fmla="*/ 15 h 15"/>
                <a:gd name="p0x251" fmla="*/ 2700 w 4980"/>
                <a:gd name="p0y251" fmla="*/ 15 h 15"/>
                <a:gd name="p0x252" fmla="*/ 2700 w 4980"/>
                <a:gd name="p0y252" fmla="*/ 0 h 15"/>
                <a:gd name="p0x253" fmla="*/ 2730 w 4980"/>
                <a:gd name="p0y253" fmla="*/ 0 h 15"/>
                <a:gd name="p0x254" fmla="*/ 2730 w 4980"/>
                <a:gd name="p0y254" fmla="*/ 15 h 15"/>
                <a:gd name="p0x255" fmla="*/ 2685 w 4980"/>
                <a:gd name="p0y255" fmla="*/ 15 h 15"/>
                <a:gd name="p0x256" fmla="*/ 2655 w 4980"/>
                <a:gd name="p0y256" fmla="*/ 15 h 15"/>
                <a:gd name="p0x257" fmla="*/ 2655 w 4980"/>
                <a:gd name="p0y257" fmla="*/ 0 h 15"/>
                <a:gd name="p0x258" fmla="*/ 2685 w 4980"/>
                <a:gd name="p0y258" fmla="*/ 0 h 15"/>
                <a:gd name="p0x259" fmla="*/ 2685 w 4980"/>
                <a:gd name="p0y259" fmla="*/ 15 h 15"/>
                <a:gd name="p0x260" fmla="*/ 2640 w 4980"/>
                <a:gd name="p0y260" fmla="*/ 15 h 15"/>
                <a:gd name="p0x261" fmla="*/ 2610 w 4980"/>
                <a:gd name="p0y261" fmla="*/ 15 h 15"/>
                <a:gd name="p0x262" fmla="*/ 2610 w 4980"/>
                <a:gd name="p0y262" fmla="*/ 0 h 15"/>
                <a:gd name="p0x263" fmla="*/ 2640 w 4980"/>
                <a:gd name="p0y263" fmla="*/ 0 h 15"/>
                <a:gd name="p0x264" fmla="*/ 2640 w 4980"/>
                <a:gd name="p0y264" fmla="*/ 15 h 15"/>
                <a:gd name="p0x265" fmla="*/ 2595 w 4980"/>
                <a:gd name="p0y265" fmla="*/ 15 h 15"/>
                <a:gd name="p0x266" fmla="*/ 2565 w 4980"/>
                <a:gd name="p0y266" fmla="*/ 15 h 15"/>
                <a:gd name="p0x267" fmla="*/ 2565 w 4980"/>
                <a:gd name="p0y267" fmla="*/ 0 h 15"/>
                <a:gd name="p0x268" fmla="*/ 2595 w 4980"/>
                <a:gd name="p0y268" fmla="*/ 0 h 15"/>
                <a:gd name="p0x269" fmla="*/ 2595 w 4980"/>
                <a:gd name="p0y269" fmla="*/ 15 h 15"/>
                <a:gd name="p0x270" fmla="*/ 2550 w 4980"/>
                <a:gd name="p0y270" fmla="*/ 15 h 15"/>
                <a:gd name="p0x271" fmla="*/ 2520 w 4980"/>
                <a:gd name="p0y271" fmla="*/ 15 h 15"/>
                <a:gd name="p0x272" fmla="*/ 2520 w 4980"/>
                <a:gd name="p0y272" fmla="*/ 0 h 15"/>
                <a:gd name="p0x273" fmla="*/ 2550 w 4980"/>
                <a:gd name="p0y273" fmla="*/ 0 h 15"/>
                <a:gd name="p0x274" fmla="*/ 2550 w 4980"/>
                <a:gd name="p0y274" fmla="*/ 15 h 15"/>
                <a:gd name="p0x275" fmla="*/ 2505 w 4980"/>
                <a:gd name="p0y275" fmla="*/ 15 h 15"/>
                <a:gd name="p0x276" fmla="*/ 2475 w 4980"/>
                <a:gd name="p0y276" fmla="*/ 15 h 15"/>
                <a:gd name="p0x277" fmla="*/ 2475 w 4980"/>
                <a:gd name="p0y277" fmla="*/ 0 h 15"/>
                <a:gd name="p0x278" fmla="*/ 2505 w 4980"/>
                <a:gd name="p0y278" fmla="*/ 0 h 15"/>
                <a:gd name="p0x279" fmla="*/ 2505 w 4980"/>
                <a:gd name="p0y279" fmla="*/ 15 h 15"/>
                <a:gd name="p0x280" fmla="*/ 2460 w 4980"/>
                <a:gd name="p0y280" fmla="*/ 15 h 15"/>
                <a:gd name="p0x281" fmla="*/ 2430 w 4980"/>
                <a:gd name="p0y281" fmla="*/ 15 h 15"/>
                <a:gd name="p0x282" fmla="*/ 2430 w 4980"/>
                <a:gd name="p0y282" fmla="*/ 0 h 15"/>
                <a:gd name="p0x283" fmla="*/ 2460 w 4980"/>
                <a:gd name="p0y283" fmla="*/ 0 h 15"/>
                <a:gd name="p0x284" fmla="*/ 2460 w 4980"/>
                <a:gd name="p0y284" fmla="*/ 15 h 15"/>
                <a:gd name="p0x285" fmla="*/ 2415 w 4980"/>
                <a:gd name="p0y285" fmla="*/ 15 h 15"/>
                <a:gd name="p0x286" fmla="*/ 2385 w 4980"/>
                <a:gd name="p0y286" fmla="*/ 15 h 15"/>
                <a:gd name="p0x287" fmla="*/ 2385 w 4980"/>
                <a:gd name="p0y287" fmla="*/ 0 h 15"/>
                <a:gd name="p0x288" fmla="*/ 2415 w 4980"/>
                <a:gd name="p0y288" fmla="*/ 0 h 15"/>
                <a:gd name="p0x289" fmla="*/ 2415 w 4980"/>
                <a:gd name="p0y289" fmla="*/ 15 h 15"/>
                <a:gd name="p0x290" fmla="*/ 2370 w 4980"/>
                <a:gd name="p0y290" fmla="*/ 15 h 15"/>
                <a:gd name="p0x291" fmla="*/ 2340 w 4980"/>
                <a:gd name="p0y291" fmla="*/ 15 h 15"/>
                <a:gd name="p0x292" fmla="*/ 2340 w 4980"/>
                <a:gd name="p0y292" fmla="*/ 0 h 15"/>
                <a:gd name="p0x293" fmla="*/ 2370 w 4980"/>
                <a:gd name="p0y293" fmla="*/ 0 h 15"/>
                <a:gd name="p0x294" fmla="*/ 2370 w 4980"/>
                <a:gd name="p0y294" fmla="*/ 15 h 15"/>
                <a:gd name="p0x295" fmla="*/ 2325 w 4980"/>
                <a:gd name="p0y295" fmla="*/ 15 h 15"/>
                <a:gd name="p0x296" fmla="*/ 2295 w 4980"/>
                <a:gd name="p0y296" fmla="*/ 15 h 15"/>
                <a:gd name="p0x297" fmla="*/ 2295 w 4980"/>
                <a:gd name="p0y297" fmla="*/ 0 h 15"/>
                <a:gd name="p0x298" fmla="*/ 2325 w 4980"/>
                <a:gd name="p0y298" fmla="*/ 0 h 15"/>
                <a:gd name="p0x299" fmla="*/ 2325 w 4980"/>
                <a:gd name="p0y299" fmla="*/ 15 h 15"/>
                <a:gd name="p0x300" fmla="*/ 2280 w 4980"/>
                <a:gd name="p0y300" fmla="*/ 15 h 15"/>
                <a:gd name="p0x301" fmla="*/ 2250 w 4980"/>
                <a:gd name="p0y301" fmla="*/ 15 h 15"/>
                <a:gd name="p0x302" fmla="*/ 2250 w 4980"/>
                <a:gd name="p0y302" fmla="*/ 0 h 15"/>
                <a:gd name="p0x303" fmla="*/ 2280 w 4980"/>
                <a:gd name="p0y303" fmla="*/ 0 h 15"/>
                <a:gd name="p0x304" fmla="*/ 2280 w 4980"/>
                <a:gd name="p0y304" fmla="*/ 15 h 15"/>
                <a:gd name="p0x305" fmla="*/ 2235 w 4980"/>
                <a:gd name="p0y305" fmla="*/ 15 h 15"/>
                <a:gd name="p0x306" fmla="*/ 2205 w 4980"/>
                <a:gd name="p0y306" fmla="*/ 15 h 15"/>
                <a:gd name="p0x307" fmla="*/ 2205 w 4980"/>
                <a:gd name="p0y307" fmla="*/ 0 h 15"/>
                <a:gd name="p0x308" fmla="*/ 2235 w 4980"/>
                <a:gd name="p0y308" fmla="*/ 0 h 15"/>
                <a:gd name="p0x309" fmla="*/ 2235 w 4980"/>
                <a:gd name="p0y309" fmla="*/ 15 h 15"/>
                <a:gd name="p0x310" fmla="*/ 2190 w 4980"/>
                <a:gd name="p0y310" fmla="*/ 15 h 15"/>
                <a:gd name="p0x311" fmla="*/ 2160 w 4980"/>
                <a:gd name="p0y311" fmla="*/ 15 h 15"/>
                <a:gd name="p0x312" fmla="*/ 2160 w 4980"/>
                <a:gd name="p0y312" fmla="*/ 0 h 15"/>
                <a:gd name="p0x313" fmla="*/ 2190 w 4980"/>
                <a:gd name="p0y313" fmla="*/ 0 h 15"/>
                <a:gd name="p0x314" fmla="*/ 2190 w 4980"/>
                <a:gd name="p0y314" fmla="*/ 15 h 15"/>
                <a:gd name="p0x315" fmla="*/ 2145 w 4980"/>
                <a:gd name="p0y315" fmla="*/ 15 h 15"/>
                <a:gd name="p0x316" fmla="*/ 2115 w 4980"/>
                <a:gd name="p0y316" fmla="*/ 15 h 15"/>
                <a:gd name="p0x317" fmla="*/ 2115 w 4980"/>
                <a:gd name="p0y317" fmla="*/ 0 h 15"/>
                <a:gd name="p0x318" fmla="*/ 2145 w 4980"/>
                <a:gd name="p0y318" fmla="*/ 0 h 15"/>
                <a:gd name="p0x319" fmla="*/ 2145 w 4980"/>
                <a:gd name="p0y319" fmla="*/ 15 h 15"/>
                <a:gd name="p0x320" fmla="*/ 2100 w 4980"/>
                <a:gd name="p0y320" fmla="*/ 15 h 15"/>
                <a:gd name="p0x321" fmla="*/ 2070 w 4980"/>
                <a:gd name="p0y321" fmla="*/ 15 h 15"/>
                <a:gd name="p0x322" fmla="*/ 2070 w 4980"/>
                <a:gd name="p0y322" fmla="*/ 0 h 15"/>
                <a:gd name="p0x323" fmla="*/ 2100 w 4980"/>
                <a:gd name="p0y323" fmla="*/ 0 h 15"/>
                <a:gd name="p0x324" fmla="*/ 2100 w 4980"/>
                <a:gd name="p0y324" fmla="*/ 15 h 15"/>
                <a:gd name="p0x325" fmla="*/ 2055 w 4980"/>
                <a:gd name="p0y325" fmla="*/ 15 h 15"/>
                <a:gd name="p0x326" fmla="*/ 2025 w 4980"/>
                <a:gd name="p0y326" fmla="*/ 15 h 15"/>
                <a:gd name="p0x327" fmla="*/ 2025 w 4980"/>
                <a:gd name="p0y327" fmla="*/ 0 h 15"/>
                <a:gd name="p0x328" fmla="*/ 2055 w 4980"/>
                <a:gd name="p0y328" fmla="*/ 0 h 15"/>
                <a:gd name="p0x329" fmla="*/ 2055 w 4980"/>
                <a:gd name="p0y329" fmla="*/ 15 h 15"/>
                <a:gd name="p0x330" fmla="*/ 2010 w 4980"/>
                <a:gd name="p0y330" fmla="*/ 15 h 15"/>
                <a:gd name="p0x331" fmla="*/ 1980 w 4980"/>
                <a:gd name="p0y331" fmla="*/ 15 h 15"/>
                <a:gd name="p0x332" fmla="*/ 1980 w 4980"/>
                <a:gd name="p0y332" fmla="*/ 0 h 15"/>
                <a:gd name="p0x333" fmla="*/ 2010 w 4980"/>
                <a:gd name="p0y333" fmla="*/ 0 h 15"/>
                <a:gd name="p0x334" fmla="*/ 2010 w 4980"/>
                <a:gd name="p0y334" fmla="*/ 15 h 15"/>
                <a:gd name="p0x335" fmla="*/ 1965 w 4980"/>
                <a:gd name="p0y335" fmla="*/ 15 h 15"/>
                <a:gd name="p0x336" fmla="*/ 1935 w 4980"/>
                <a:gd name="p0y336" fmla="*/ 15 h 15"/>
                <a:gd name="p0x337" fmla="*/ 1935 w 4980"/>
                <a:gd name="p0y337" fmla="*/ 0 h 15"/>
                <a:gd name="p0x338" fmla="*/ 1965 w 4980"/>
                <a:gd name="p0y338" fmla="*/ 0 h 15"/>
                <a:gd name="p0x339" fmla="*/ 1965 w 4980"/>
                <a:gd name="p0y339" fmla="*/ 15 h 15"/>
                <a:gd name="p0x340" fmla="*/ 1920 w 4980"/>
                <a:gd name="p0y340" fmla="*/ 15 h 15"/>
                <a:gd name="p0x341" fmla="*/ 1890 w 4980"/>
                <a:gd name="p0y341" fmla="*/ 15 h 15"/>
                <a:gd name="p0x342" fmla="*/ 1890 w 4980"/>
                <a:gd name="p0y342" fmla="*/ 0 h 15"/>
                <a:gd name="p0x343" fmla="*/ 1920 w 4980"/>
                <a:gd name="p0y343" fmla="*/ 0 h 15"/>
                <a:gd name="p0x344" fmla="*/ 1920 w 4980"/>
                <a:gd name="p0y344" fmla="*/ 15 h 15"/>
                <a:gd name="p0x345" fmla="*/ 1875 w 4980"/>
                <a:gd name="p0y345" fmla="*/ 15 h 15"/>
                <a:gd name="p0x346" fmla="*/ 1845 w 4980"/>
                <a:gd name="p0y346" fmla="*/ 15 h 15"/>
                <a:gd name="p0x347" fmla="*/ 1845 w 4980"/>
                <a:gd name="p0y347" fmla="*/ 0 h 15"/>
                <a:gd name="p0x348" fmla="*/ 1875 w 4980"/>
                <a:gd name="p0y348" fmla="*/ 0 h 15"/>
                <a:gd name="p0x349" fmla="*/ 1875 w 4980"/>
                <a:gd name="p0y349" fmla="*/ 15 h 15"/>
                <a:gd name="p0x350" fmla="*/ 1830 w 4980"/>
                <a:gd name="p0y350" fmla="*/ 15 h 15"/>
                <a:gd name="p0x351" fmla="*/ 1800 w 4980"/>
                <a:gd name="p0y351" fmla="*/ 15 h 15"/>
                <a:gd name="p0x352" fmla="*/ 1800 w 4980"/>
                <a:gd name="p0y352" fmla="*/ 0 h 15"/>
                <a:gd name="p0x353" fmla="*/ 1830 w 4980"/>
                <a:gd name="p0y353" fmla="*/ 0 h 15"/>
                <a:gd name="p0x354" fmla="*/ 1830 w 4980"/>
                <a:gd name="p0y354" fmla="*/ 15 h 15"/>
                <a:gd name="p0x355" fmla="*/ 1785 w 4980"/>
                <a:gd name="p0y355" fmla="*/ 15 h 15"/>
                <a:gd name="p0x356" fmla="*/ 1755 w 4980"/>
                <a:gd name="p0y356" fmla="*/ 15 h 15"/>
                <a:gd name="p0x357" fmla="*/ 1755 w 4980"/>
                <a:gd name="p0y357" fmla="*/ 0 h 15"/>
                <a:gd name="p0x358" fmla="*/ 1785 w 4980"/>
                <a:gd name="p0y358" fmla="*/ 0 h 15"/>
                <a:gd name="p0x359" fmla="*/ 1785 w 4980"/>
                <a:gd name="p0y359" fmla="*/ 15 h 15"/>
                <a:gd name="p0x360" fmla="*/ 1740 w 4980"/>
                <a:gd name="p0y360" fmla="*/ 15 h 15"/>
                <a:gd name="p0x361" fmla="*/ 1710 w 4980"/>
                <a:gd name="p0y361" fmla="*/ 15 h 15"/>
                <a:gd name="p0x362" fmla="*/ 1710 w 4980"/>
                <a:gd name="p0y362" fmla="*/ 0 h 15"/>
                <a:gd name="p0x363" fmla="*/ 1740 w 4980"/>
                <a:gd name="p0y363" fmla="*/ 0 h 15"/>
                <a:gd name="p0x364" fmla="*/ 1740 w 4980"/>
                <a:gd name="p0y364" fmla="*/ 15 h 15"/>
                <a:gd name="p0x365" fmla="*/ 1695 w 4980"/>
                <a:gd name="p0y365" fmla="*/ 15 h 15"/>
                <a:gd name="p0x366" fmla="*/ 1665 w 4980"/>
                <a:gd name="p0y366" fmla="*/ 15 h 15"/>
                <a:gd name="p0x367" fmla="*/ 1665 w 4980"/>
                <a:gd name="p0y367" fmla="*/ 0 h 15"/>
                <a:gd name="p0x368" fmla="*/ 1695 w 4980"/>
                <a:gd name="p0y368" fmla="*/ 0 h 15"/>
                <a:gd name="p0x369" fmla="*/ 1695 w 4980"/>
                <a:gd name="p0y369" fmla="*/ 15 h 15"/>
                <a:gd name="p0x370" fmla="*/ 1650 w 4980"/>
                <a:gd name="p0y370" fmla="*/ 15 h 15"/>
                <a:gd name="p0x371" fmla="*/ 1620 w 4980"/>
                <a:gd name="p0y371" fmla="*/ 15 h 15"/>
                <a:gd name="p0x372" fmla="*/ 1620 w 4980"/>
                <a:gd name="p0y372" fmla="*/ 0 h 15"/>
                <a:gd name="p0x373" fmla="*/ 1650 w 4980"/>
                <a:gd name="p0y373" fmla="*/ 0 h 15"/>
                <a:gd name="p0x374" fmla="*/ 1650 w 4980"/>
                <a:gd name="p0y374" fmla="*/ 15 h 15"/>
                <a:gd name="p0x375" fmla="*/ 1605 w 4980"/>
                <a:gd name="p0y375" fmla="*/ 15 h 15"/>
                <a:gd name="p0x376" fmla="*/ 1575 w 4980"/>
                <a:gd name="p0y376" fmla="*/ 15 h 15"/>
                <a:gd name="p0x377" fmla="*/ 1575 w 4980"/>
                <a:gd name="p0y377" fmla="*/ 0 h 15"/>
                <a:gd name="p0x378" fmla="*/ 1605 w 4980"/>
                <a:gd name="p0y378" fmla="*/ 0 h 15"/>
                <a:gd name="p0x379" fmla="*/ 1605 w 4980"/>
                <a:gd name="p0y379" fmla="*/ 15 h 15"/>
                <a:gd name="p0x380" fmla="*/ 1560 w 4980"/>
                <a:gd name="p0y380" fmla="*/ 15 h 15"/>
                <a:gd name="p0x381" fmla="*/ 1530 w 4980"/>
                <a:gd name="p0y381" fmla="*/ 15 h 15"/>
                <a:gd name="p0x382" fmla="*/ 1530 w 4980"/>
                <a:gd name="p0y382" fmla="*/ 0 h 15"/>
                <a:gd name="p0x383" fmla="*/ 1560 w 4980"/>
                <a:gd name="p0y383" fmla="*/ 0 h 15"/>
                <a:gd name="p0x384" fmla="*/ 1560 w 4980"/>
                <a:gd name="p0y384" fmla="*/ 15 h 15"/>
                <a:gd name="p0x385" fmla="*/ 1515 w 4980"/>
                <a:gd name="p0y385" fmla="*/ 15 h 15"/>
                <a:gd name="p0x386" fmla="*/ 1485 w 4980"/>
                <a:gd name="p0y386" fmla="*/ 15 h 15"/>
                <a:gd name="p0x387" fmla="*/ 1485 w 4980"/>
                <a:gd name="p0y387" fmla="*/ 0 h 15"/>
                <a:gd name="p0x388" fmla="*/ 1515 w 4980"/>
                <a:gd name="p0y388" fmla="*/ 0 h 15"/>
                <a:gd name="p0x389" fmla="*/ 1515 w 4980"/>
                <a:gd name="p0y389" fmla="*/ 15 h 15"/>
                <a:gd name="p0x390" fmla="*/ 1470 w 4980"/>
                <a:gd name="p0y390" fmla="*/ 15 h 15"/>
                <a:gd name="p0x391" fmla="*/ 1440 w 4980"/>
                <a:gd name="p0y391" fmla="*/ 15 h 15"/>
                <a:gd name="p0x392" fmla="*/ 1440 w 4980"/>
                <a:gd name="p0y392" fmla="*/ 0 h 15"/>
                <a:gd name="p0x393" fmla="*/ 1470 w 4980"/>
                <a:gd name="p0y393" fmla="*/ 0 h 15"/>
                <a:gd name="p0x394" fmla="*/ 1470 w 4980"/>
                <a:gd name="p0y394" fmla="*/ 15 h 15"/>
                <a:gd name="p0x395" fmla="*/ 1425 w 4980"/>
                <a:gd name="p0y395" fmla="*/ 15 h 15"/>
                <a:gd name="p0x396" fmla="*/ 1395 w 4980"/>
                <a:gd name="p0y396" fmla="*/ 15 h 15"/>
                <a:gd name="p0x397" fmla="*/ 1395 w 4980"/>
                <a:gd name="p0y397" fmla="*/ 0 h 15"/>
                <a:gd name="p0x398" fmla="*/ 1425 w 4980"/>
                <a:gd name="p0y398" fmla="*/ 0 h 15"/>
                <a:gd name="p0x399" fmla="*/ 1425 w 4980"/>
                <a:gd name="p0y399" fmla="*/ 15 h 15"/>
                <a:gd name="p0x400" fmla="*/ 1380 w 4980"/>
                <a:gd name="p0y400" fmla="*/ 15 h 15"/>
                <a:gd name="p0x401" fmla="*/ 1350 w 4980"/>
                <a:gd name="p0y401" fmla="*/ 15 h 15"/>
                <a:gd name="p0x402" fmla="*/ 1350 w 4980"/>
                <a:gd name="p0y402" fmla="*/ 0 h 15"/>
                <a:gd name="p0x403" fmla="*/ 1380 w 4980"/>
                <a:gd name="p0y403" fmla="*/ 0 h 15"/>
                <a:gd name="p0x404" fmla="*/ 1380 w 4980"/>
                <a:gd name="p0y404" fmla="*/ 15 h 15"/>
                <a:gd name="p0x405" fmla="*/ 1335 w 4980"/>
                <a:gd name="p0y405" fmla="*/ 15 h 15"/>
                <a:gd name="p0x406" fmla="*/ 1305 w 4980"/>
                <a:gd name="p0y406" fmla="*/ 15 h 15"/>
                <a:gd name="p0x407" fmla="*/ 1305 w 4980"/>
                <a:gd name="p0y407" fmla="*/ 0 h 15"/>
                <a:gd name="p0x408" fmla="*/ 1335 w 4980"/>
                <a:gd name="p0y408" fmla="*/ 0 h 15"/>
                <a:gd name="p0x409" fmla="*/ 1335 w 4980"/>
                <a:gd name="p0y409" fmla="*/ 15 h 15"/>
                <a:gd name="p0x410" fmla="*/ 1290 w 4980"/>
                <a:gd name="p0y410" fmla="*/ 15 h 15"/>
                <a:gd name="p0x411" fmla="*/ 1260 w 4980"/>
                <a:gd name="p0y411" fmla="*/ 15 h 15"/>
                <a:gd name="p0x412" fmla="*/ 1260 w 4980"/>
                <a:gd name="p0y412" fmla="*/ 0 h 15"/>
                <a:gd name="p0x413" fmla="*/ 1290 w 4980"/>
                <a:gd name="p0y413" fmla="*/ 0 h 15"/>
                <a:gd name="p0x414" fmla="*/ 1290 w 4980"/>
                <a:gd name="p0y414" fmla="*/ 15 h 15"/>
                <a:gd name="p0x415" fmla="*/ 1245 w 4980"/>
                <a:gd name="p0y415" fmla="*/ 15 h 15"/>
                <a:gd name="p0x416" fmla="*/ 1215 w 4980"/>
                <a:gd name="p0y416" fmla="*/ 15 h 15"/>
                <a:gd name="p0x417" fmla="*/ 1215 w 4980"/>
                <a:gd name="p0y417" fmla="*/ 0 h 15"/>
                <a:gd name="p0x418" fmla="*/ 1245 w 4980"/>
                <a:gd name="p0y418" fmla="*/ 0 h 15"/>
                <a:gd name="p0x419" fmla="*/ 1245 w 4980"/>
                <a:gd name="p0y419" fmla="*/ 15 h 15"/>
                <a:gd name="p0x420" fmla="*/ 1200 w 4980"/>
                <a:gd name="p0y420" fmla="*/ 15 h 15"/>
                <a:gd name="p0x421" fmla="*/ 1170 w 4980"/>
                <a:gd name="p0y421" fmla="*/ 15 h 15"/>
                <a:gd name="p0x422" fmla="*/ 1170 w 4980"/>
                <a:gd name="p0y422" fmla="*/ 0 h 15"/>
                <a:gd name="p0x423" fmla="*/ 1200 w 4980"/>
                <a:gd name="p0y423" fmla="*/ 0 h 15"/>
                <a:gd name="p0x424" fmla="*/ 1200 w 4980"/>
                <a:gd name="p0y424" fmla="*/ 15 h 15"/>
                <a:gd name="p0x425" fmla="*/ 1155 w 4980"/>
                <a:gd name="p0y425" fmla="*/ 15 h 15"/>
                <a:gd name="p0x426" fmla="*/ 1125 w 4980"/>
                <a:gd name="p0y426" fmla="*/ 15 h 15"/>
                <a:gd name="p0x427" fmla="*/ 1125 w 4980"/>
                <a:gd name="p0y427" fmla="*/ 0 h 15"/>
                <a:gd name="p0x428" fmla="*/ 1155 w 4980"/>
                <a:gd name="p0y428" fmla="*/ 0 h 15"/>
                <a:gd name="p0x429" fmla="*/ 1155 w 4980"/>
                <a:gd name="p0y429" fmla="*/ 15 h 15"/>
                <a:gd name="p0x430" fmla="*/ 1110 w 4980"/>
                <a:gd name="p0y430" fmla="*/ 15 h 15"/>
                <a:gd name="p0x431" fmla="*/ 1080 w 4980"/>
                <a:gd name="p0y431" fmla="*/ 15 h 15"/>
                <a:gd name="p0x432" fmla="*/ 1080 w 4980"/>
                <a:gd name="p0y432" fmla="*/ 0 h 15"/>
                <a:gd name="p0x433" fmla="*/ 1110 w 4980"/>
                <a:gd name="p0y433" fmla="*/ 0 h 15"/>
                <a:gd name="p0x434" fmla="*/ 1110 w 4980"/>
                <a:gd name="p0y434" fmla="*/ 15 h 15"/>
                <a:gd name="p0x435" fmla="*/ 1065 w 4980"/>
                <a:gd name="p0y435" fmla="*/ 15 h 15"/>
                <a:gd name="p0x436" fmla="*/ 1035 w 4980"/>
                <a:gd name="p0y436" fmla="*/ 15 h 15"/>
                <a:gd name="p0x437" fmla="*/ 1035 w 4980"/>
                <a:gd name="p0y437" fmla="*/ 0 h 15"/>
                <a:gd name="p0x438" fmla="*/ 1065 w 4980"/>
                <a:gd name="p0y438" fmla="*/ 0 h 15"/>
                <a:gd name="p0x439" fmla="*/ 1065 w 4980"/>
                <a:gd name="p0y439" fmla="*/ 15 h 15"/>
                <a:gd name="p0x440" fmla="*/ 1020 w 4980"/>
                <a:gd name="p0y440" fmla="*/ 15 h 15"/>
                <a:gd name="p0x441" fmla="*/ 990 w 4980"/>
                <a:gd name="p0y441" fmla="*/ 15 h 15"/>
                <a:gd name="p0x442" fmla="*/ 990 w 4980"/>
                <a:gd name="p0y442" fmla="*/ 0 h 15"/>
                <a:gd name="p0x443" fmla="*/ 1020 w 4980"/>
                <a:gd name="p0y443" fmla="*/ 0 h 15"/>
                <a:gd name="p0x444" fmla="*/ 1020 w 4980"/>
                <a:gd name="p0y444" fmla="*/ 15 h 15"/>
                <a:gd name="p0x445" fmla="*/ 975 w 4980"/>
                <a:gd name="p0y445" fmla="*/ 15 h 15"/>
                <a:gd name="p0x446" fmla="*/ 945 w 4980"/>
                <a:gd name="p0y446" fmla="*/ 15 h 15"/>
                <a:gd name="p0x447" fmla="*/ 945 w 4980"/>
                <a:gd name="p0y447" fmla="*/ 0 h 15"/>
                <a:gd name="p0x448" fmla="*/ 975 w 4980"/>
                <a:gd name="p0y448" fmla="*/ 0 h 15"/>
                <a:gd name="p0x449" fmla="*/ 975 w 4980"/>
                <a:gd name="p0y449" fmla="*/ 15 h 15"/>
                <a:gd name="p0x450" fmla="*/ 930 w 4980"/>
                <a:gd name="p0y450" fmla="*/ 15 h 15"/>
                <a:gd name="p0x451" fmla="*/ 900 w 4980"/>
                <a:gd name="p0y451" fmla="*/ 15 h 15"/>
                <a:gd name="p0x452" fmla="*/ 900 w 4980"/>
                <a:gd name="p0y452" fmla="*/ 0 h 15"/>
                <a:gd name="p0x453" fmla="*/ 930 w 4980"/>
                <a:gd name="p0y453" fmla="*/ 0 h 15"/>
                <a:gd name="p0x454" fmla="*/ 930 w 4980"/>
                <a:gd name="p0y454" fmla="*/ 15 h 15"/>
                <a:gd name="p0x455" fmla="*/ 885 w 4980"/>
                <a:gd name="p0y455" fmla="*/ 15 h 15"/>
                <a:gd name="p0x456" fmla="*/ 855 w 4980"/>
                <a:gd name="p0y456" fmla="*/ 15 h 15"/>
                <a:gd name="p0x457" fmla="*/ 855 w 4980"/>
                <a:gd name="p0y457" fmla="*/ 0 h 15"/>
                <a:gd name="p0x458" fmla="*/ 885 w 4980"/>
                <a:gd name="p0y458" fmla="*/ 0 h 15"/>
                <a:gd name="p0x459" fmla="*/ 885 w 4980"/>
                <a:gd name="p0y459" fmla="*/ 15 h 15"/>
                <a:gd name="p0x460" fmla="*/ 840 w 4980"/>
                <a:gd name="p0y460" fmla="*/ 15 h 15"/>
                <a:gd name="p0x461" fmla="*/ 810 w 4980"/>
                <a:gd name="p0y461" fmla="*/ 15 h 15"/>
                <a:gd name="p0x462" fmla="*/ 810 w 4980"/>
                <a:gd name="p0y462" fmla="*/ 0 h 15"/>
                <a:gd name="p0x463" fmla="*/ 840 w 4980"/>
                <a:gd name="p0y463" fmla="*/ 0 h 15"/>
                <a:gd name="p0x464" fmla="*/ 840 w 4980"/>
                <a:gd name="p0y464" fmla="*/ 15 h 15"/>
                <a:gd name="p0x465" fmla="*/ 795 w 4980"/>
                <a:gd name="p0y465" fmla="*/ 15 h 15"/>
                <a:gd name="p0x466" fmla="*/ 765 w 4980"/>
                <a:gd name="p0y466" fmla="*/ 15 h 15"/>
                <a:gd name="p0x467" fmla="*/ 765 w 4980"/>
                <a:gd name="p0y467" fmla="*/ 0 h 15"/>
                <a:gd name="p0x468" fmla="*/ 795 w 4980"/>
                <a:gd name="p0y468" fmla="*/ 0 h 15"/>
                <a:gd name="p0x469" fmla="*/ 795 w 4980"/>
                <a:gd name="p0y469" fmla="*/ 15 h 15"/>
                <a:gd name="p0x470" fmla="*/ 750 w 4980"/>
                <a:gd name="p0y470" fmla="*/ 15 h 15"/>
                <a:gd name="p0x471" fmla="*/ 720 w 4980"/>
                <a:gd name="p0y471" fmla="*/ 15 h 15"/>
                <a:gd name="p0x472" fmla="*/ 720 w 4980"/>
                <a:gd name="p0y472" fmla="*/ 0 h 15"/>
                <a:gd name="p0x473" fmla="*/ 750 w 4980"/>
                <a:gd name="p0y473" fmla="*/ 0 h 15"/>
                <a:gd name="p0x474" fmla="*/ 750 w 4980"/>
                <a:gd name="p0y474" fmla="*/ 15 h 15"/>
                <a:gd name="p0x475" fmla="*/ 705 w 4980"/>
                <a:gd name="p0y475" fmla="*/ 15 h 15"/>
                <a:gd name="p0x476" fmla="*/ 675 w 4980"/>
                <a:gd name="p0y476" fmla="*/ 15 h 15"/>
                <a:gd name="p0x477" fmla="*/ 675 w 4980"/>
                <a:gd name="p0y477" fmla="*/ 0 h 15"/>
                <a:gd name="p0x478" fmla="*/ 705 w 4980"/>
                <a:gd name="p0y478" fmla="*/ 0 h 15"/>
                <a:gd name="p0x479" fmla="*/ 705 w 4980"/>
                <a:gd name="p0y479" fmla="*/ 15 h 15"/>
                <a:gd name="p0x480" fmla="*/ 660 w 4980"/>
                <a:gd name="p0y480" fmla="*/ 15 h 15"/>
                <a:gd name="p0x481" fmla="*/ 630 w 4980"/>
                <a:gd name="p0y481" fmla="*/ 15 h 15"/>
                <a:gd name="p0x482" fmla="*/ 630 w 4980"/>
                <a:gd name="p0y482" fmla="*/ 0 h 15"/>
                <a:gd name="p0x483" fmla="*/ 660 w 4980"/>
                <a:gd name="p0y483" fmla="*/ 0 h 15"/>
                <a:gd name="p0x484" fmla="*/ 660 w 4980"/>
                <a:gd name="p0y484" fmla="*/ 15 h 15"/>
                <a:gd name="p0x485" fmla="*/ 615 w 4980"/>
                <a:gd name="p0y485" fmla="*/ 15 h 15"/>
                <a:gd name="p0x486" fmla="*/ 585 w 4980"/>
                <a:gd name="p0y486" fmla="*/ 15 h 15"/>
                <a:gd name="p0x487" fmla="*/ 585 w 4980"/>
                <a:gd name="p0y487" fmla="*/ 0 h 15"/>
                <a:gd name="p0x488" fmla="*/ 615 w 4980"/>
                <a:gd name="p0y488" fmla="*/ 0 h 15"/>
                <a:gd name="p0x489" fmla="*/ 615 w 4980"/>
                <a:gd name="p0y489" fmla="*/ 15 h 15"/>
                <a:gd name="p0x490" fmla="*/ 570 w 4980"/>
                <a:gd name="p0y490" fmla="*/ 15 h 15"/>
                <a:gd name="p0x491" fmla="*/ 540 w 4980"/>
                <a:gd name="p0y491" fmla="*/ 15 h 15"/>
                <a:gd name="p0x492" fmla="*/ 540 w 4980"/>
                <a:gd name="p0y492" fmla="*/ 0 h 15"/>
                <a:gd name="p0x493" fmla="*/ 570 w 4980"/>
                <a:gd name="p0y493" fmla="*/ 0 h 15"/>
                <a:gd name="p0x494" fmla="*/ 570 w 4980"/>
                <a:gd name="p0y494" fmla="*/ 15 h 15"/>
                <a:gd name="p0x495" fmla="*/ 525 w 4980"/>
                <a:gd name="p0y495" fmla="*/ 15 h 15"/>
                <a:gd name="p0x496" fmla="*/ 495 w 4980"/>
                <a:gd name="p0y496" fmla="*/ 15 h 15"/>
                <a:gd name="p0x497" fmla="*/ 495 w 4980"/>
                <a:gd name="p0y497" fmla="*/ 0 h 15"/>
                <a:gd name="p0x498" fmla="*/ 525 w 4980"/>
                <a:gd name="p0y498" fmla="*/ 0 h 15"/>
                <a:gd name="p0x499" fmla="*/ 525 w 4980"/>
                <a:gd name="p0y499" fmla="*/ 15 h 15"/>
                <a:gd name="p0x500" fmla="*/ 480 w 4980"/>
                <a:gd name="p0y500" fmla="*/ 15 h 15"/>
                <a:gd name="p0x501" fmla="*/ 450 w 4980"/>
                <a:gd name="p0y501" fmla="*/ 15 h 15"/>
                <a:gd name="p0x502" fmla="*/ 450 w 4980"/>
                <a:gd name="p0y502" fmla="*/ 0 h 15"/>
                <a:gd name="p0x503" fmla="*/ 480 w 4980"/>
                <a:gd name="p0y503" fmla="*/ 0 h 15"/>
                <a:gd name="p0x504" fmla="*/ 480 w 4980"/>
                <a:gd name="p0y504" fmla="*/ 15 h 15"/>
                <a:gd name="p0x505" fmla="*/ 435 w 4980"/>
                <a:gd name="p0y505" fmla="*/ 15 h 15"/>
                <a:gd name="p0x506" fmla="*/ 405 w 4980"/>
                <a:gd name="p0y506" fmla="*/ 15 h 15"/>
                <a:gd name="p0x507" fmla="*/ 405 w 4980"/>
                <a:gd name="p0y507" fmla="*/ 0 h 15"/>
                <a:gd name="p0x508" fmla="*/ 435 w 4980"/>
                <a:gd name="p0y508" fmla="*/ 0 h 15"/>
                <a:gd name="p0x509" fmla="*/ 435 w 4980"/>
                <a:gd name="p0y509" fmla="*/ 15 h 15"/>
                <a:gd name="p0x510" fmla="*/ 390 w 4980"/>
                <a:gd name="p0y510" fmla="*/ 15 h 15"/>
                <a:gd name="p0x511" fmla="*/ 360 w 4980"/>
                <a:gd name="p0y511" fmla="*/ 15 h 15"/>
                <a:gd name="p0x512" fmla="*/ 360 w 4980"/>
                <a:gd name="p0y512" fmla="*/ 0 h 15"/>
                <a:gd name="p0x513" fmla="*/ 390 w 4980"/>
                <a:gd name="p0y513" fmla="*/ 0 h 15"/>
                <a:gd name="p0x514" fmla="*/ 390 w 4980"/>
                <a:gd name="p0y514" fmla="*/ 15 h 15"/>
                <a:gd name="p0x515" fmla="*/ 345 w 4980"/>
                <a:gd name="p0y515" fmla="*/ 15 h 15"/>
                <a:gd name="p0x516" fmla="*/ 315 w 4980"/>
                <a:gd name="p0y516" fmla="*/ 15 h 15"/>
                <a:gd name="p0x517" fmla="*/ 315 w 4980"/>
                <a:gd name="p0y517" fmla="*/ 0 h 15"/>
                <a:gd name="p0x518" fmla="*/ 345 w 4980"/>
                <a:gd name="p0y518" fmla="*/ 0 h 15"/>
                <a:gd name="p0x519" fmla="*/ 345 w 4980"/>
                <a:gd name="p0y519" fmla="*/ 15 h 15"/>
                <a:gd name="p0x520" fmla="*/ 300 w 4980"/>
                <a:gd name="p0y520" fmla="*/ 15 h 15"/>
                <a:gd name="p0x521" fmla="*/ 270 w 4980"/>
                <a:gd name="p0y521" fmla="*/ 15 h 15"/>
                <a:gd name="p0x522" fmla="*/ 270 w 4980"/>
                <a:gd name="p0y522" fmla="*/ 0 h 15"/>
                <a:gd name="p0x523" fmla="*/ 300 w 4980"/>
                <a:gd name="p0y523" fmla="*/ 0 h 15"/>
                <a:gd name="p0x524" fmla="*/ 300 w 4980"/>
                <a:gd name="p0y524" fmla="*/ 15 h 15"/>
                <a:gd name="p0x525" fmla="*/ 255 w 4980"/>
                <a:gd name="p0y525" fmla="*/ 15 h 15"/>
                <a:gd name="p0x526" fmla="*/ 225 w 4980"/>
                <a:gd name="p0y526" fmla="*/ 15 h 15"/>
                <a:gd name="p0x527" fmla="*/ 225 w 4980"/>
                <a:gd name="p0y527" fmla="*/ 0 h 15"/>
                <a:gd name="p0x528" fmla="*/ 255 w 4980"/>
                <a:gd name="p0y528" fmla="*/ 0 h 15"/>
                <a:gd name="p0x529" fmla="*/ 255 w 4980"/>
                <a:gd name="p0y529" fmla="*/ 15 h 15"/>
                <a:gd name="p0x530" fmla="*/ 210 w 4980"/>
                <a:gd name="p0y530" fmla="*/ 15 h 15"/>
                <a:gd name="p0x531" fmla="*/ 180 w 4980"/>
                <a:gd name="p0y531" fmla="*/ 15 h 15"/>
                <a:gd name="p0x532" fmla="*/ 180 w 4980"/>
                <a:gd name="p0y532" fmla="*/ 0 h 15"/>
                <a:gd name="p0x533" fmla="*/ 210 w 4980"/>
                <a:gd name="p0y533" fmla="*/ 0 h 15"/>
                <a:gd name="p0x534" fmla="*/ 210 w 4980"/>
                <a:gd name="p0y534" fmla="*/ 15 h 15"/>
                <a:gd name="p0x535" fmla="*/ 165 w 4980"/>
                <a:gd name="p0y535" fmla="*/ 15 h 15"/>
                <a:gd name="p0x536" fmla="*/ 135 w 4980"/>
                <a:gd name="p0y536" fmla="*/ 15 h 15"/>
                <a:gd name="p0x537" fmla="*/ 135 w 4980"/>
                <a:gd name="p0y537" fmla="*/ 0 h 15"/>
                <a:gd name="p0x538" fmla="*/ 165 w 4980"/>
                <a:gd name="p0y538" fmla="*/ 0 h 15"/>
                <a:gd name="p0x539" fmla="*/ 165 w 4980"/>
                <a:gd name="p0y539" fmla="*/ 15 h 15"/>
                <a:gd name="p0x540" fmla="*/ 120 w 4980"/>
                <a:gd name="p0y540" fmla="*/ 15 h 15"/>
                <a:gd name="p0x541" fmla="*/ 90 w 4980"/>
                <a:gd name="p0y541" fmla="*/ 15 h 15"/>
                <a:gd name="p0x542" fmla="*/ 90 w 4980"/>
                <a:gd name="p0y542" fmla="*/ 0 h 15"/>
                <a:gd name="p0x543" fmla="*/ 120 w 4980"/>
                <a:gd name="p0y543" fmla="*/ 0 h 15"/>
                <a:gd name="p0x544" fmla="*/ 120 w 4980"/>
                <a:gd name="p0y544" fmla="*/ 15 h 15"/>
                <a:gd name="p0x545" fmla="*/ 75 w 4980"/>
                <a:gd name="p0y545" fmla="*/ 15 h 15"/>
                <a:gd name="p0x546" fmla="*/ 45 w 4980"/>
                <a:gd name="p0y546" fmla="*/ 15 h 15"/>
                <a:gd name="p0x547" fmla="*/ 45 w 4980"/>
                <a:gd name="p0y547" fmla="*/ 0 h 15"/>
                <a:gd name="p0x548" fmla="*/ 75 w 4980"/>
                <a:gd name="p0y548" fmla="*/ 0 h 15"/>
                <a:gd name="p0x549" fmla="*/ 75 w 4980"/>
                <a:gd name="p0y549" fmla="*/ 15 h 15"/>
                <a:gd name="p0x550" fmla="*/ 30 w 4980"/>
                <a:gd name="p0y550" fmla="*/ 15 h 15"/>
                <a:gd name="p0x551" fmla="*/ 0 w 4980"/>
                <a:gd name="p0y551" fmla="*/ 15 h 15"/>
                <a:gd name="p0x552" fmla="*/ 0 w 4980"/>
                <a:gd name="p0y552" fmla="*/ 0 h 15"/>
                <a:gd name="p0x553" fmla="*/ 30 w 4980"/>
                <a:gd name="p0y553" fmla="*/ 0 h 15"/>
                <a:gd name="p0x554" fmla="*/ 30 w 4980"/>
                <a:gd name="p0y55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moveTo>
                    <a:pt x="p0x5" y="p0y5"/>
                  </a:moveTo>
                  <a:lnTo>
                    <a:pt x="p0x6" y="p0y6"/>
                  </a:lnTo>
                  <a:lnTo>
                    <a:pt x="p0x7" y="p0y7"/>
                  </a:lnTo>
                  <a:lnTo>
                    <a:pt x="p0x8" y="p0y8"/>
                  </a:lnTo>
                  <a:lnTo>
                    <a:pt x="p0x9" y="p0y9"/>
                  </a:lnTo>
                  <a:moveTo>
                    <a:pt x="p0x10" y="p0y10"/>
                  </a:moveTo>
                  <a:lnTo>
                    <a:pt x="p0x11" y="p0y11"/>
                  </a:lnTo>
                  <a:lnTo>
                    <a:pt x="p0x12" y="p0y12"/>
                  </a:lnTo>
                  <a:lnTo>
                    <a:pt x="p0x13" y="p0y13"/>
                  </a:lnTo>
                  <a:lnTo>
                    <a:pt x="p0x14" y="p0y14"/>
                  </a:lnTo>
                  <a:moveTo>
                    <a:pt x="p0x15" y="p0y15"/>
                  </a:moveTo>
                  <a:lnTo>
                    <a:pt x="p0x16" y="p0y16"/>
                  </a:lnTo>
                  <a:lnTo>
                    <a:pt x="p0x17" y="p0y17"/>
                  </a:lnTo>
                  <a:lnTo>
                    <a:pt x="p0x18" y="p0y18"/>
                  </a:lnTo>
                  <a:lnTo>
                    <a:pt x="p0x19" y="p0y19"/>
                  </a:lnTo>
                  <a:moveTo>
                    <a:pt x="p0x20" y="p0y20"/>
                  </a:moveTo>
                  <a:lnTo>
                    <a:pt x="p0x21" y="p0y21"/>
                  </a:lnTo>
                  <a:lnTo>
                    <a:pt x="p0x22" y="p0y22"/>
                  </a:lnTo>
                  <a:lnTo>
                    <a:pt x="p0x23" y="p0y23"/>
                  </a:lnTo>
                  <a:lnTo>
                    <a:pt x="p0x24" y="p0y24"/>
                  </a:lnTo>
                  <a:moveTo>
                    <a:pt x="p0x25" y="p0y25"/>
                  </a:moveTo>
                  <a:lnTo>
                    <a:pt x="p0x26" y="p0y26"/>
                  </a:lnTo>
                  <a:lnTo>
                    <a:pt x="p0x27" y="p0y27"/>
                  </a:lnTo>
                  <a:lnTo>
                    <a:pt x="p0x28" y="p0y28"/>
                  </a:lnTo>
                  <a:lnTo>
                    <a:pt x="p0x29" y="p0y29"/>
                  </a:lnTo>
                  <a:moveTo>
                    <a:pt x="p0x30" y="p0y30"/>
                  </a:moveTo>
                  <a:lnTo>
                    <a:pt x="p0x31" y="p0y31"/>
                  </a:lnTo>
                  <a:lnTo>
                    <a:pt x="p0x32" y="p0y32"/>
                  </a:lnTo>
                  <a:lnTo>
                    <a:pt x="p0x33" y="p0y33"/>
                  </a:lnTo>
                  <a:lnTo>
                    <a:pt x="p0x34" y="p0y34"/>
                  </a:lnTo>
                  <a:moveTo>
                    <a:pt x="p0x35" y="p0y35"/>
                  </a:moveTo>
                  <a:lnTo>
                    <a:pt x="p0x36" y="p0y36"/>
                  </a:lnTo>
                  <a:lnTo>
                    <a:pt x="p0x37" y="p0y37"/>
                  </a:lnTo>
                  <a:lnTo>
                    <a:pt x="p0x38" y="p0y38"/>
                  </a:lnTo>
                  <a:lnTo>
                    <a:pt x="p0x39" y="p0y39"/>
                  </a:lnTo>
                  <a:moveTo>
                    <a:pt x="p0x40" y="p0y40"/>
                  </a:moveTo>
                  <a:lnTo>
                    <a:pt x="p0x41" y="p0y41"/>
                  </a:lnTo>
                  <a:lnTo>
                    <a:pt x="p0x42" y="p0y42"/>
                  </a:lnTo>
                  <a:lnTo>
                    <a:pt x="p0x43" y="p0y43"/>
                  </a:lnTo>
                  <a:lnTo>
                    <a:pt x="p0x44" y="p0y44"/>
                  </a:lnTo>
                  <a:moveTo>
                    <a:pt x="p0x45" y="p0y45"/>
                  </a:moveTo>
                  <a:lnTo>
                    <a:pt x="p0x46" y="p0y46"/>
                  </a:lnTo>
                  <a:lnTo>
                    <a:pt x="p0x47" y="p0y47"/>
                  </a:lnTo>
                  <a:lnTo>
                    <a:pt x="p0x48" y="p0y48"/>
                  </a:lnTo>
                  <a:lnTo>
                    <a:pt x="p0x49" y="p0y49"/>
                  </a:lnTo>
                  <a:moveTo>
                    <a:pt x="p0x50" y="p0y50"/>
                  </a:moveTo>
                  <a:lnTo>
                    <a:pt x="p0x51" y="p0y51"/>
                  </a:lnTo>
                  <a:lnTo>
                    <a:pt x="p0x52" y="p0y52"/>
                  </a:lnTo>
                  <a:lnTo>
                    <a:pt x="p0x53" y="p0y53"/>
                  </a:lnTo>
                  <a:lnTo>
                    <a:pt x="p0x54" y="p0y54"/>
                  </a:lnTo>
                  <a:moveTo>
                    <a:pt x="p0x55" y="p0y55"/>
                  </a:moveTo>
                  <a:lnTo>
                    <a:pt x="p0x56" y="p0y56"/>
                  </a:lnTo>
                  <a:lnTo>
                    <a:pt x="p0x57" y="p0y57"/>
                  </a:lnTo>
                  <a:lnTo>
                    <a:pt x="p0x58" y="p0y58"/>
                  </a:lnTo>
                  <a:lnTo>
                    <a:pt x="p0x59" y="p0y59"/>
                  </a:lnTo>
                  <a:moveTo>
                    <a:pt x="p0x60" y="p0y60"/>
                  </a:moveTo>
                  <a:lnTo>
                    <a:pt x="p0x61" y="p0y61"/>
                  </a:lnTo>
                  <a:lnTo>
                    <a:pt x="p0x62" y="p0y62"/>
                  </a:lnTo>
                  <a:lnTo>
                    <a:pt x="p0x63" y="p0y63"/>
                  </a:lnTo>
                  <a:lnTo>
                    <a:pt x="p0x64" y="p0y64"/>
                  </a:lnTo>
                  <a:moveTo>
                    <a:pt x="p0x65" y="p0y65"/>
                  </a:moveTo>
                  <a:lnTo>
                    <a:pt x="p0x66" y="p0y66"/>
                  </a:lnTo>
                  <a:lnTo>
                    <a:pt x="p0x67" y="p0y67"/>
                  </a:lnTo>
                  <a:lnTo>
                    <a:pt x="p0x68" y="p0y68"/>
                  </a:lnTo>
                  <a:lnTo>
                    <a:pt x="p0x69" y="p0y69"/>
                  </a:lnTo>
                  <a:moveTo>
                    <a:pt x="p0x70" y="p0y70"/>
                  </a:moveTo>
                  <a:lnTo>
                    <a:pt x="p0x71" y="p0y71"/>
                  </a:lnTo>
                  <a:lnTo>
                    <a:pt x="p0x72" y="p0y72"/>
                  </a:lnTo>
                  <a:lnTo>
                    <a:pt x="p0x73" y="p0y73"/>
                  </a:lnTo>
                  <a:lnTo>
                    <a:pt x="p0x74" y="p0y74"/>
                  </a:lnTo>
                  <a:moveTo>
                    <a:pt x="p0x75" y="p0y75"/>
                  </a:moveTo>
                  <a:lnTo>
                    <a:pt x="p0x76" y="p0y76"/>
                  </a:lnTo>
                  <a:lnTo>
                    <a:pt x="p0x77" y="p0y77"/>
                  </a:lnTo>
                  <a:lnTo>
                    <a:pt x="p0x78" y="p0y78"/>
                  </a:lnTo>
                  <a:lnTo>
                    <a:pt x="p0x79" y="p0y79"/>
                  </a:lnTo>
                  <a:moveTo>
                    <a:pt x="p0x80" y="p0y80"/>
                  </a:moveTo>
                  <a:lnTo>
                    <a:pt x="p0x81" y="p0y81"/>
                  </a:lnTo>
                  <a:lnTo>
                    <a:pt x="p0x82" y="p0y82"/>
                  </a:lnTo>
                  <a:lnTo>
                    <a:pt x="p0x83" y="p0y83"/>
                  </a:lnTo>
                  <a:lnTo>
                    <a:pt x="p0x84" y="p0y84"/>
                  </a:lnTo>
                  <a:moveTo>
                    <a:pt x="p0x85" y="p0y85"/>
                  </a:moveTo>
                  <a:lnTo>
                    <a:pt x="p0x86" y="p0y86"/>
                  </a:lnTo>
                  <a:lnTo>
                    <a:pt x="p0x87" y="p0y87"/>
                  </a:lnTo>
                  <a:lnTo>
                    <a:pt x="p0x88" y="p0y88"/>
                  </a:lnTo>
                  <a:lnTo>
                    <a:pt x="p0x89" y="p0y89"/>
                  </a:lnTo>
                  <a:moveTo>
                    <a:pt x="p0x90" y="p0y90"/>
                  </a:moveTo>
                  <a:lnTo>
                    <a:pt x="p0x91" y="p0y91"/>
                  </a:lnTo>
                  <a:lnTo>
                    <a:pt x="p0x92" y="p0y92"/>
                  </a:lnTo>
                  <a:lnTo>
                    <a:pt x="p0x93" y="p0y93"/>
                  </a:lnTo>
                  <a:lnTo>
                    <a:pt x="p0x94" y="p0y94"/>
                  </a:lnTo>
                  <a:moveTo>
                    <a:pt x="p0x95" y="p0y95"/>
                  </a:moveTo>
                  <a:lnTo>
                    <a:pt x="p0x96" y="p0y96"/>
                  </a:lnTo>
                  <a:lnTo>
                    <a:pt x="p0x97" y="p0y97"/>
                  </a:lnTo>
                  <a:lnTo>
                    <a:pt x="p0x98" y="p0y98"/>
                  </a:lnTo>
                  <a:lnTo>
                    <a:pt x="p0x99" y="p0y99"/>
                  </a:lnTo>
                  <a:moveTo>
                    <a:pt x="p0x100" y="p0y100"/>
                  </a:moveTo>
                  <a:lnTo>
                    <a:pt x="p0x101" y="p0y101"/>
                  </a:lnTo>
                  <a:lnTo>
                    <a:pt x="p0x102" y="p0y102"/>
                  </a:lnTo>
                  <a:lnTo>
                    <a:pt x="p0x103" y="p0y103"/>
                  </a:lnTo>
                  <a:lnTo>
                    <a:pt x="p0x104" y="p0y104"/>
                  </a:lnTo>
                  <a:moveTo>
                    <a:pt x="p0x105" y="p0y105"/>
                  </a:moveTo>
                  <a:lnTo>
                    <a:pt x="p0x106" y="p0y106"/>
                  </a:lnTo>
                  <a:lnTo>
                    <a:pt x="p0x107" y="p0y107"/>
                  </a:lnTo>
                  <a:lnTo>
                    <a:pt x="p0x108" y="p0y108"/>
                  </a:lnTo>
                  <a:lnTo>
                    <a:pt x="p0x109" y="p0y109"/>
                  </a:lnTo>
                  <a:moveTo>
                    <a:pt x="p0x110" y="p0y110"/>
                  </a:moveTo>
                  <a:lnTo>
                    <a:pt x="p0x111" y="p0y111"/>
                  </a:lnTo>
                  <a:lnTo>
                    <a:pt x="p0x112" y="p0y112"/>
                  </a:lnTo>
                  <a:lnTo>
                    <a:pt x="p0x113" y="p0y113"/>
                  </a:lnTo>
                  <a:lnTo>
                    <a:pt x="p0x114" y="p0y114"/>
                  </a:lnTo>
                  <a:moveTo>
                    <a:pt x="p0x115" y="p0y115"/>
                  </a:moveTo>
                  <a:lnTo>
                    <a:pt x="p0x116" y="p0y116"/>
                  </a:lnTo>
                  <a:lnTo>
                    <a:pt x="p0x117" y="p0y117"/>
                  </a:lnTo>
                  <a:lnTo>
                    <a:pt x="p0x118" y="p0y118"/>
                  </a:lnTo>
                  <a:lnTo>
                    <a:pt x="p0x119" y="p0y119"/>
                  </a:lnTo>
                  <a:moveTo>
                    <a:pt x="p0x120" y="p0y120"/>
                  </a:moveTo>
                  <a:lnTo>
                    <a:pt x="p0x121" y="p0y121"/>
                  </a:lnTo>
                  <a:lnTo>
                    <a:pt x="p0x122" y="p0y122"/>
                  </a:lnTo>
                  <a:lnTo>
                    <a:pt x="p0x123" y="p0y123"/>
                  </a:lnTo>
                  <a:lnTo>
                    <a:pt x="p0x124" y="p0y124"/>
                  </a:lnTo>
                  <a:moveTo>
                    <a:pt x="p0x125" y="p0y125"/>
                  </a:moveTo>
                  <a:lnTo>
                    <a:pt x="p0x126" y="p0y126"/>
                  </a:lnTo>
                  <a:lnTo>
                    <a:pt x="p0x127" y="p0y127"/>
                  </a:lnTo>
                  <a:lnTo>
                    <a:pt x="p0x128" y="p0y128"/>
                  </a:lnTo>
                  <a:lnTo>
                    <a:pt x="p0x129" y="p0y129"/>
                  </a:lnTo>
                  <a:moveTo>
                    <a:pt x="p0x130" y="p0y130"/>
                  </a:moveTo>
                  <a:lnTo>
                    <a:pt x="p0x131" y="p0y131"/>
                  </a:lnTo>
                  <a:lnTo>
                    <a:pt x="p0x132" y="p0y132"/>
                  </a:lnTo>
                  <a:lnTo>
                    <a:pt x="p0x133" y="p0y133"/>
                  </a:lnTo>
                  <a:lnTo>
                    <a:pt x="p0x134" y="p0y134"/>
                  </a:lnTo>
                  <a:moveTo>
                    <a:pt x="p0x135" y="p0y135"/>
                  </a:moveTo>
                  <a:lnTo>
                    <a:pt x="p0x136" y="p0y136"/>
                  </a:lnTo>
                  <a:lnTo>
                    <a:pt x="p0x137" y="p0y137"/>
                  </a:lnTo>
                  <a:lnTo>
                    <a:pt x="p0x138" y="p0y138"/>
                  </a:lnTo>
                  <a:lnTo>
                    <a:pt x="p0x139" y="p0y139"/>
                  </a:lnTo>
                  <a:moveTo>
                    <a:pt x="p0x140" y="p0y140"/>
                  </a:moveTo>
                  <a:lnTo>
                    <a:pt x="p0x141" y="p0y141"/>
                  </a:lnTo>
                  <a:lnTo>
                    <a:pt x="p0x142" y="p0y142"/>
                  </a:lnTo>
                  <a:lnTo>
                    <a:pt x="p0x143" y="p0y143"/>
                  </a:lnTo>
                  <a:lnTo>
                    <a:pt x="p0x144" y="p0y144"/>
                  </a:lnTo>
                  <a:moveTo>
                    <a:pt x="p0x145" y="p0y145"/>
                  </a:moveTo>
                  <a:lnTo>
                    <a:pt x="p0x146" y="p0y146"/>
                  </a:lnTo>
                  <a:lnTo>
                    <a:pt x="p0x147" y="p0y147"/>
                  </a:lnTo>
                  <a:lnTo>
                    <a:pt x="p0x148" y="p0y148"/>
                  </a:lnTo>
                  <a:lnTo>
                    <a:pt x="p0x149" y="p0y149"/>
                  </a:lnTo>
                  <a:moveTo>
                    <a:pt x="p0x150" y="p0y150"/>
                  </a:moveTo>
                  <a:lnTo>
                    <a:pt x="p0x151" y="p0y151"/>
                  </a:lnTo>
                  <a:lnTo>
                    <a:pt x="p0x152" y="p0y152"/>
                  </a:lnTo>
                  <a:lnTo>
                    <a:pt x="p0x153" y="p0y153"/>
                  </a:lnTo>
                  <a:lnTo>
                    <a:pt x="p0x154" y="p0y154"/>
                  </a:lnTo>
                  <a:moveTo>
                    <a:pt x="p0x155" y="p0y155"/>
                  </a:moveTo>
                  <a:lnTo>
                    <a:pt x="p0x156" y="p0y156"/>
                  </a:lnTo>
                  <a:lnTo>
                    <a:pt x="p0x157" y="p0y157"/>
                  </a:lnTo>
                  <a:lnTo>
                    <a:pt x="p0x158" y="p0y158"/>
                  </a:lnTo>
                  <a:lnTo>
                    <a:pt x="p0x159" y="p0y159"/>
                  </a:lnTo>
                  <a:moveTo>
                    <a:pt x="p0x160" y="p0y160"/>
                  </a:moveTo>
                  <a:lnTo>
                    <a:pt x="p0x161" y="p0y161"/>
                  </a:lnTo>
                  <a:lnTo>
                    <a:pt x="p0x162" y="p0y162"/>
                  </a:lnTo>
                  <a:lnTo>
                    <a:pt x="p0x163" y="p0y163"/>
                  </a:lnTo>
                  <a:lnTo>
                    <a:pt x="p0x164" y="p0y164"/>
                  </a:lnTo>
                  <a:moveTo>
                    <a:pt x="p0x165" y="p0y165"/>
                  </a:moveTo>
                  <a:lnTo>
                    <a:pt x="p0x166" y="p0y166"/>
                  </a:lnTo>
                  <a:lnTo>
                    <a:pt x="p0x167" y="p0y167"/>
                  </a:lnTo>
                  <a:lnTo>
                    <a:pt x="p0x168" y="p0y168"/>
                  </a:lnTo>
                  <a:lnTo>
                    <a:pt x="p0x169" y="p0y169"/>
                  </a:lnTo>
                  <a:moveTo>
                    <a:pt x="p0x170" y="p0y170"/>
                  </a:moveTo>
                  <a:lnTo>
                    <a:pt x="p0x171" y="p0y171"/>
                  </a:lnTo>
                  <a:lnTo>
                    <a:pt x="p0x172" y="p0y172"/>
                  </a:lnTo>
                  <a:lnTo>
                    <a:pt x="p0x173" y="p0y173"/>
                  </a:lnTo>
                  <a:lnTo>
                    <a:pt x="p0x174" y="p0y174"/>
                  </a:lnTo>
                  <a:moveTo>
                    <a:pt x="p0x175" y="p0y175"/>
                  </a:moveTo>
                  <a:lnTo>
                    <a:pt x="p0x176" y="p0y176"/>
                  </a:lnTo>
                  <a:lnTo>
                    <a:pt x="p0x177" y="p0y177"/>
                  </a:lnTo>
                  <a:lnTo>
                    <a:pt x="p0x178" y="p0y178"/>
                  </a:lnTo>
                  <a:lnTo>
                    <a:pt x="p0x179" y="p0y179"/>
                  </a:lnTo>
                  <a:moveTo>
                    <a:pt x="p0x180" y="p0y180"/>
                  </a:moveTo>
                  <a:lnTo>
                    <a:pt x="p0x181" y="p0y181"/>
                  </a:lnTo>
                  <a:lnTo>
                    <a:pt x="p0x182" y="p0y182"/>
                  </a:lnTo>
                  <a:lnTo>
                    <a:pt x="p0x183" y="p0y183"/>
                  </a:lnTo>
                  <a:lnTo>
                    <a:pt x="p0x184" y="p0y184"/>
                  </a:lnTo>
                  <a:moveTo>
                    <a:pt x="p0x185" y="p0y185"/>
                  </a:moveTo>
                  <a:lnTo>
                    <a:pt x="p0x186" y="p0y186"/>
                  </a:lnTo>
                  <a:lnTo>
                    <a:pt x="p0x187" y="p0y187"/>
                  </a:lnTo>
                  <a:lnTo>
                    <a:pt x="p0x188" y="p0y188"/>
                  </a:lnTo>
                  <a:lnTo>
                    <a:pt x="p0x189" y="p0y189"/>
                  </a:lnTo>
                  <a:moveTo>
                    <a:pt x="p0x190" y="p0y190"/>
                  </a:moveTo>
                  <a:lnTo>
                    <a:pt x="p0x191" y="p0y191"/>
                  </a:lnTo>
                  <a:lnTo>
                    <a:pt x="p0x192" y="p0y192"/>
                  </a:lnTo>
                  <a:lnTo>
                    <a:pt x="p0x193" y="p0y193"/>
                  </a:lnTo>
                  <a:lnTo>
                    <a:pt x="p0x194" y="p0y194"/>
                  </a:lnTo>
                  <a:moveTo>
                    <a:pt x="p0x195" y="p0y195"/>
                  </a:moveTo>
                  <a:lnTo>
                    <a:pt x="p0x196" y="p0y196"/>
                  </a:lnTo>
                  <a:lnTo>
                    <a:pt x="p0x197" y="p0y197"/>
                  </a:lnTo>
                  <a:lnTo>
                    <a:pt x="p0x198" y="p0y198"/>
                  </a:lnTo>
                  <a:lnTo>
                    <a:pt x="p0x199" y="p0y199"/>
                  </a:lnTo>
                  <a:moveTo>
                    <a:pt x="p0x200" y="p0y200"/>
                  </a:moveTo>
                  <a:lnTo>
                    <a:pt x="p0x201" y="p0y201"/>
                  </a:lnTo>
                  <a:lnTo>
                    <a:pt x="p0x202" y="p0y202"/>
                  </a:lnTo>
                  <a:lnTo>
                    <a:pt x="p0x203" y="p0y203"/>
                  </a:lnTo>
                  <a:lnTo>
                    <a:pt x="p0x204" y="p0y204"/>
                  </a:lnTo>
                  <a:moveTo>
                    <a:pt x="p0x205" y="p0y205"/>
                  </a:moveTo>
                  <a:lnTo>
                    <a:pt x="p0x206" y="p0y206"/>
                  </a:lnTo>
                  <a:lnTo>
                    <a:pt x="p0x207" y="p0y207"/>
                  </a:lnTo>
                  <a:lnTo>
                    <a:pt x="p0x208" y="p0y208"/>
                  </a:lnTo>
                  <a:lnTo>
                    <a:pt x="p0x209" y="p0y209"/>
                  </a:lnTo>
                  <a:moveTo>
                    <a:pt x="p0x210" y="p0y210"/>
                  </a:moveTo>
                  <a:lnTo>
                    <a:pt x="p0x211" y="p0y211"/>
                  </a:lnTo>
                  <a:lnTo>
                    <a:pt x="p0x212" y="p0y212"/>
                  </a:lnTo>
                  <a:lnTo>
                    <a:pt x="p0x213" y="p0y213"/>
                  </a:lnTo>
                  <a:lnTo>
                    <a:pt x="p0x214" y="p0y214"/>
                  </a:lnTo>
                  <a:moveTo>
                    <a:pt x="p0x215" y="p0y215"/>
                  </a:moveTo>
                  <a:lnTo>
                    <a:pt x="p0x216" y="p0y216"/>
                  </a:lnTo>
                  <a:lnTo>
                    <a:pt x="p0x217" y="p0y217"/>
                  </a:lnTo>
                  <a:lnTo>
                    <a:pt x="p0x218" y="p0y218"/>
                  </a:lnTo>
                  <a:lnTo>
                    <a:pt x="p0x219" y="p0y219"/>
                  </a:lnTo>
                  <a:moveTo>
                    <a:pt x="p0x220" y="p0y220"/>
                  </a:moveTo>
                  <a:lnTo>
                    <a:pt x="p0x221" y="p0y221"/>
                  </a:lnTo>
                  <a:lnTo>
                    <a:pt x="p0x222" y="p0y222"/>
                  </a:lnTo>
                  <a:lnTo>
                    <a:pt x="p0x223" y="p0y223"/>
                  </a:lnTo>
                  <a:lnTo>
                    <a:pt x="p0x224" y="p0y224"/>
                  </a:lnTo>
                  <a:moveTo>
                    <a:pt x="p0x225" y="p0y225"/>
                  </a:moveTo>
                  <a:lnTo>
                    <a:pt x="p0x226" y="p0y226"/>
                  </a:lnTo>
                  <a:lnTo>
                    <a:pt x="p0x227" y="p0y227"/>
                  </a:lnTo>
                  <a:lnTo>
                    <a:pt x="p0x228" y="p0y228"/>
                  </a:lnTo>
                  <a:lnTo>
                    <a:pt x="p0x229" y="p0y229"/>
                  </a:lnTo>
                  <a:moveTo>
                    <a:pt x="p0x230" y="p0y230"/>
                  </a:moveTo>
                  <a:lnTo>
                    <a:pt x="p0x231" y="p0y231"/>
                  </a:lnTo>
                  <a:lnTo>
                    <a:pt x="p0x232" y="p0y232"/>
                  </a:lnTo>
                  <a:lnTo>
                    <a:pt x="p0x233" y="p0y233"/>
                  </a:lnTo>
                  <a:lnTo>
                    <a:pt x="p0x234" y="p0y234"/>
                  </a:lnTo>
                  <a:moveTo>
                    <a:pt x="p0x235" y="p0y235"/>
                  </a:moveTo>
                  <a:lnTo>
                    <a:pt x="p0x236" y="p0y236"/>
                  </a:lnTo>
                  <a:lnTo>
                    <a:pt x="p0x237" y="p0y237"/>
                  </a:lnTo>
                  <a:lnTo>
                    <a:pt x="p0x238" y="p0y238"/>
                  </a:lnTo>
                  <a:lnTo>
                    <a:pt x="p0x239" y="p0y239"/>
                  </a:lnTo>
                  <a:moveTo>
                    <a:pt x="p0x240" y="p0y240"/>
                  </a:moveTo>
                  <a:lnTo>
                    <a:pt x="p0x241" y="p0y241"/>
                  </a:lnTo>
                  <a:lnTo>
                    <a:pt x="p0x242" y="p0y242"/>
                  </a:lnTo>
                  <a:lnTo>
                    <a:pt x="p0x243" y="p0y243"/>
                  </a:lnTo>
                  <a:lnTo>
                    <a:pt x="p0x244" y="p0y244"/>
                  </a:lnTo>
                  <a:moveTo>
                    <a:pt x="p0x245" y="p0y245"/>
                  </a:moveTo>
                  <a:lnTo>
                    <a:pt x="p0x246" y="p0y246"/>
                  </a:lnTo>
                  <a:lnTo>
                    <a:pt x="p0x247" y="p0y247"/>
                  </a:lnTo>
                  <a:lnTo>
                    <a:pt x="p0x248" y="p0y248"/>
                  </a:lnTo>
                  <a:lnTo>
                    <a:pt x="p0x249" y="p0y249"/>
                  </a:lnTo>
                  <a:moveTo>
                    <a:pt x="p0x250" y="p0y250"/>
                  </a:moveTo>
                  <a:lnTo>
                    <a:pt x="p0x251" y="p0y251"/>
                  </a:lnTo>
                  <a:lnTo>
                    <a:pt x="p0x252" y="p0y252"/>
                  </a:lnTo>
                  <a:lnTo>
                    <a:pt x="p0x253" y="p0y253"/>
                  </a:lnTo>
                  <a:lnTo>
                    <a:pt x="p0x254" y="p0y254"/>
                  </a:lnTo>
                  <a:moveTo>
                    <a:pt x="p0x255" y="p0y255"/>
                  </a:moveTo>
                  <a:lnTo>
                    <a:pt x="p0x256" y="p0y256"/>
                  </a:lnTo>
                  <a:lnTo>
                    <a:pt x="p0x257" y="p0y257"/>
                  </a:lnTo>
                  <a:lnTo>
                    <a:pt x="p0x258" y="p0y258"/>
                  </a:lnTo>
                  <a:lnTo>
                    <a:pt x="p0x259" y="p0y259"/>
                  </a:lnTo>
                  <a:moveTo>
                    <a:pt x="p0x260" y="p0y260"/>
                  </a:moveTo>
                  <a:lnTo>
                    <a:pt x="p0x261" y="p0y261"/>
                  </a:lnTo>
                  <a:lnTo>
                    <a:pt x="p0x262" y="p0y262"/>
                  </a:lnTo>
                  <a:lnTo>
                    <a:pt x="p0x263" y="p0y263"/>
                  </a:lnTo>
                  <a:lnTo>
                    <a:pt x="p0x264" y="p0y264"/>
                  </a:lnTo>
                  <a:moveTo>
                    <a:pt x="p0x265" y="p0y265"/>
                  </a:moveTo>
                  <a:lnTo>
                    <a:pt x="p0x266" y="p0y266"/>
                  </a:lnTo>
                  <a:lnTo>
                    <a:pt x="p0x267" y="p0y267"/>
                  </a:lnTo>
                  <a:lnTo>
                    <a:pt x="p0x268" y="p0y268"/>
                  </a:lnTo>
                  <a:lnTo>
                    <a:pt x="p0x269" y="p0y269"/>
                  </a:lnTo>
                  <a:moveTo>
                    <a:pt x="p0x270" y="p0y270"/>
                  </a:moveTo>
                  <a:lnTo>
                    <a:pt x="p0x271" y="p0y271"/>
                  </a:lnTo>
                  <a:lnTo>
                    <a:pt x="p0x272" y="p0y272"/>
                  </a:lnTo>
                  <a:lnTo>
                    <a:pt x="p0x273" y="p0y273"/>
                  </a:lnTo>
                  <a:lnTo>
                    <a:pt x="p0x274" y="p0y274"/>
                  </a:lnTo>
                  <a:moveTo>
                    <a:pt x="p0x275" y="p0y275"/>
                  </a:moveTo>
                  <a:lnTo>
                    <a:pt x="p0x276" y="p0y276"/>
                  </a:lnTo>
                  <a:lnTo>
                    <a:pt x="p0x277" y="p0y277"/>
                  </a:lnTo>
                  <a:lnTo>
                    <a:pt x="p0x278" y="p0y278"/>
                  </a:lnTo>
                  <a:lnTo>
                    <a:pt x="p0x279" y="p0y279"/>
                  </a:lnTo>
                  <a:moveTo>
                    <a:pt x="p0x280" y="p0y280"/>
                  </a:moveTo>
                  <a:lnTo>
                    <a:pt x="p0x281" y="p0y281"/>
                  </a:lnTo>
                  <a:lnTo>
                    <a:pt x="p0x282" y="p0y282"/>
                  </a:lnTo>
                  <a:lnTo>
                    <a:pt x="p0x283" y="p0y283"/>
                  </a:lnTo>
                  <a:lnTo>
                    <a:pt x="p0x284" y="p0y284"/>
                  </a:lnTo>
                  <a:moveTo>
                    <a:pt x="p0x285" y="p0y285"/>
                  </a:moveTo>
                  <a:lnTo>
                    <a:pt x="p0x286" y="p0y286"/>
                  </a:lnTo>
                  <a:lnTo>
                    <a:pt x="p0x287" y="p0y287"/>
                  </a:lnTo>
                  <a:lnTo>
                    <a:pt x="p0x288" y="p0y288"/>
                  </a:lnTo>
                  <a:lnTo>
                    <a:pt x="p0x289" y="p0y289"/>
                  </a:lnTo>
                  <a:moveTo>
                    <a:pt x="p0x290" y="p0y290"/>
                  </a:moveTo>
                  <a:lnTo>
                    <a:pt x="p0x291" y="p0y291"/>
                  </a:lnTo>
                  <a:lnTo>
                    <a:pt x="p0x292" y="p0y292"/>
                  </a:lnTo>
                  <a:lnTo>
                    <a:pt x="p0x293" y="p0y293"/>
                  </a:lnTo>
                  <a:lnTo>
                    <a:pt x="p0x294" y="p0y294"/>
                  </a:lnTo>
                  <a:moveTo>
                    <a:pt x="p0x295" y="p0y295"/>
                  </a:moveTo>
                  <a:lnTo>
                    <a:pt x="p0x296" y="p0y296"/>
                  </a:lnTo>
                  <a:lnTo>
                    <a:pt x="p0x297" y="p0y297"/>
                  </a:lnTo>
                  <a:lnTo>
                    <a:pt x="p0x298" y="p0y298"/>
                  </a:lnTo>
                  <a:lnTo>
                    <a:pt x="p0x299" y="p0y299"/>
                  </a:lnTo>
                  <a:moveTo>
                    <a:pt x="p0x300" y="p0y300"/>
                  </a:moveTo>
                  <a:lnTo>
                    <a:pt x="p0x301" y="p0y301"/>
                  </a:lnTo>
                  <a:lnTo>
                    <a:pt x="p0x302" y="p0y302"/>
                  </a:lnTo>
                  <a:lnTo>
                    <a:pt x="p0x303" y="p0y303"/>
                  </a:lnTo>
                  <a:lnTo>
                    <a:pt x="p0x304" y="p0y304"/>
                  </a:lnTo>
                  <a:moveTo>
                    <a:pt x="p0x305" y="p0y305"/>
                  </a:moveTo>
                  <a:lnTo>
                    <a:pt x="p0x306" y="p0y306"/>
                  </a:lnTo>
                  <a:lnTo>
                    <a:pt x="p0x307" y="p0y307"/>
                  </a:lnTo>
                  <a:lnTo>
                    <a:pt x="p0x308" y="p0y308"/>
                  </a:lnTo>
                  <a:lnTo>
                    <a:pt x="p0x309" y="p0y309"/>
                  </a:lnTo>
                  <a:moveTo>
                    <a:pt x="p0x310" y="p0y310"/>
                  </a:moveTo>
                  <a:lnTo>
                    <a:pt x="p0x311" y="p0y311"/>
                  </a:lnTo>
                  <a:lnTo>
                    <a:pt x="p0x312" y="p0y312"/>
                  </a:lnTo>
                  <a:lnTo>
                    <a:pt x="p0x313" y="p0y313"/>
                  </a:lnTo>
                  <a:lnTo>
                    <a:pt x="p0x314" y="p0y314"/>
                  </a:lnTo>
                  <a:moveTo>
                    <a:pt x="p0x315" y="p0y315"/>
                  </a:moveTo>
                  <a:lnTo>
                    <a:pt x="p0x316" y="p0y316"/>
                  </a:lnTo>
                  <a:lnTo>
                    <a:pt x="p0x317" y="p0y317"/>
                  </a:lnTo>
                  <a:lnTo>
                    <a:pt x="p0x318" y="p0y318"/>
                  </a:lnTo>
                  <a:lnTo>
                    <a:pt x="p0x319" y="p0y319"/>
                  </a:lnTo>
                  <a:moveTo>
                    <a:pt x="p0x320" y="p0y320"/>
                  </a:moveTo>
                  <a:lnTo>
                    <a:pt x="p0x321" y="p0y321"/>
                  </a:lnTo>
                  <a:lnTo>
                    <a:pt x="p0x322" y="p0y322"/>
                  </a:lnTo>
                  <a:lnTo>
                    <a:pt x="p0x323" y="p0y323"/>
                  </a:lnTo>
                  <a:lnTo>
                    <a:pt x="p0x324" y="p0y324"/>
                  </a:lnTo>
                  <a:moveTo>
                    <a:pt x="p0x325" y="p0y325"/>
                  </a:moveTo>
                  <a:lnTo>
                    <a:pt x="p0x326" y="p0y326"/>
                  </a:lnTo>
                  <a:lnTo>
                    <a:pt x="p0x327" y="p0y327"/>
                  </a:lnTo>
                  <a:lnTo>
                    <a:pt x="p0x328" y="p0y328"/>
                  </a:lnTo>
                  <a:lnTo>
                    <a:pt x="p0x329" y="p0y329"/>
                  </a:lnTo>
                  <a:moveTo>
                    <a:pt x="p0x330" y="p0y330"/>
                  </a:moveTo>
                  <a:lnTo>
                    <a:pt x="p0x331" y="p0y331"/>
                  </a:lnTo>
                  <a:lnTo>
                    <a:pt x="p0x332" y="p0y332"/>
                  </a:lnTo>
                  <a:lnTo>
                    <a:pt x="p0x333" y="p0y333"/>
                  </a:lnTo>
                  <a:lnTo>
                    <a:pt x="p0x334" y="p0y334"/>
                  </a:lnTo>
                  <a:moveTo>
                    <a:pt x="p0x335" y="p0y335"/>
                  </a:moveTo>
                  <a:lnTo>
                    <a:pt x="p0x336" y="p0y336"/>
                  </a:lnTo>
                  <a:lnTo>
                    <a:pt x="p0x337" y="p0y337"/>
                  </a:lnTo>
                  <a:lnTo>
                    <a:pt x="p0x338" y="p0y338"/>
                  </a:lnTo>
                  <a:lnTo>
                    <a:pt x="p0x339" y="p0y339"/>
                  </a:lnTo>
                  <a:moveTo>
                    <a:pt x="p0x340" y="p0y340"/>
                  </a:moveTo>
                  <a:lnTo>
                    <a:pt x="p0x341" y="p0y341"/>
                  </a:lnTo>
                  <a:lnTo>
                    <a:pt x="p0x342" y="p0y342"/>
                  </a:lnTo>
                  <a:lnTo>
                    <a:pt x="p0x343" y="p0y343"/>
                  </a:lnTo>
                  <a:lnTo>
                    <a:pt x="p0x344" y="p0y344"/>
                  </a:lnTo>
                  <a:moveTo>
                    <a:pt x="p0x345" y="p0y345"/>
                  </a:moveTo>
                  <a:lnTo>
                    <a:pt x="p0x346" y="p0y346"/>
                  </a:lnTo>
                  <a:lnTo>
                    <a:pt x="p0x347" y="p0y347"/>
                  </a:lnTo>
                  <a:lnTo>
                    <a:pt x="p0x348" y="p0y348"/>
                  </a:lnTo>
                  <a:lnTo>
                    <a:pt x="p0x349" y="p0y349"/>
                  </a:lnTo>
                  <a:moveTo>
                    <a:pt x="p0x350" y="p0y350"/>
                  </a:moveTo>
                  <a:lnTo>
                    <a:pt x="p0x351" y="p0y351"/>
                  </a:lnTo>
                  <a:lnTo>
                    <a:pt x="p0x352" y="p0y352"/>
                  </a:lnTo>
                  <a:lnTo>
                    <a:pt x="p0x353" y="p0y353"/>
                  </a:lnTo>
                  <a:lnTo>
                    <a:pt x="p0x354" y="p0y354"/>
                  </a:lnTo>
                  <a:moveTo>
                    <a:pt x="p0x355" y="p0y355"/>
                  </a:moveTo>
                  <a:lnTo>
                    <a:pt x="p0x356" y="p0y356"/>
                  </a:lnTo>
                  <a:lnTo>
                    <a:pt x="p0x357" y="p0y357"/>
                  </a:lnTo>
                  <a:lnTo>
                    <a:pt x="p0x358" y="p0y358"/>
                  </a:lnTo>
                  <a:lnTo>
                    <a:pt x="p0x359" y="p0y359"/>
                  </a:lnTo>
                  <a:moveTo>
                    <a:pt x="p0x360" y="p0y360"/>
                  </a:moveTo>
                  <a:lnTo>
                    <a:pt x="p0x361" y="p0y361"/>
                  </a:lnTo>
                  <a:lnTo>
                    <a:pt x="p0x362" y="p0y362"/>
                  </a:lnTo>
                  <a:lnTo>
                    <a:pt x="p0x363" y="p0y363"/>
                  </a:lnTo>
                  <a:lnTo>
                    <a:pt x="p0x364" y="p0y364"/>
                  </a:lnTo>
                  <a:moveTo>
                    <a:pt x="p0x365" y="p0y365"/>
                  </a:moveTo>
                  <a:lnTo>
                    <a:pt x="p0x366" y="p0y366"/>
                  </a:lnTo>
                  <a:lnTo>
                    <a:pt x="p0x367" y="p0y367"/>
                  </a:lnTo>
                  <a:lnTo>
                    <a:pt x="p0x368" y="p0y368"/>
                  </a:lnTo>
                  <a:lnTo>
                    <a:pt x="p0x369" y="p0y369"/>
                  </a:lnTo>
                  <a:moveTo>
                    <a:pt x="p0x370" y="p0y370"/>
                  </a:moveTo>
                  <a:lnTo>
                    <a:pt x="p0x371" y="p0y371"/>
                  </a:lnTo>
                  <a:lnTo>
                    <a:pt x="p0x372" y="p0y372"/>
                  </a:lnTo>
                  <a:lnTo>
                    <a:pt x="p0x373" y="p0y373"/>
                  </a:lnTo>
                  <a:lnTo>
                    <a:pt x="p0x374" y="p0y374"/>
                  </a:lnTo>
                  <a:moveTo>
                    <a:pt x="p0x375" y="p0y375"/>
                  </a:moveTo>
                  <a:lnTo>
                    <a:pt x="p0x376" y="p0y376"/>
                  </a:lnTo>
                  <a:lnTo>
                    <a:pt x="p0x377" y="p0y377"/>
                  </a:lnTo>
                  <a:lnTo>
                    <a:pt x="p0x378" y="p0y378"/>
                  </a:lnTo>
                  <a:lnTo>
                    <a:pt x="p0x379" y="p0y379"/>
                  </a:lnTo>
                  <a:moveTo>
                    <a:pt x="p0x380" y="p0y380"/>
                  </a:moveTo>
                  <a:lnTo>
                    <a:pt x="p0x381" y="p0y381"/>
                  </a:lnTo>
                  <a:lnTo>
                    <a:pt x="p0x382" y="p0y382"/>
                  </a:lnTo>
                  <a:lnTo>
                    <a:pt x="p0x383" y="p0y383"/>
                  </a:lnTo>
                  <a:lnTo>
                    <a:pt x="p0x384" y="p0y384"/>
                  </a:lnTo>
                  <a:moveTo>
                    <a:pt x="p0x385" y="p0y385"/>
                  </a:moveTo>
                  <a:lnTo>
                    <a:pt x="p0x386" y="p0y386"/>
                  </a:lnTo>
                  <a:lnTo>
                    <a:pt x="p0x387" y="p0y387"/>
                  </a:lnTo>
                  <a:lnTo>
                    <a:pt x="p0x388" y="p0y388"/>
                  </a:lnTo>
                  <a:lnTo>
                    <a:pt x="p0x389" y="p0y389"/>
                  </a:lnTo>
                  <a:moveTo>
                    <a:pt x="p0x390" y="p0y390"/>
                  </a:moveTo>
                  <a:lnTo>
                    <a:pt x="p0x391" y="p0y391"/>
                  </a:lnTo>
                  <a:lnTo>
                    <a:pt x="p0x392" y="p0y392"/>
                  </a:lnTo>
                  <a:lnTo>
                    <a:pt x="p0x393" y="p0y393"/>
                  </a:lnTo>
                  <a:lnTo>
                    <a:pt x="p0x394" y="p0y394"/>
                  </a:lnTo>
                  <a:moveTo>
                    <a:pt x="p0x395" y="p0y395"/>
                  </a:moveTo>
                  <a:lnTo>
                    <a:pt x="p0x396" y="p0y396"/>
                  </a:lnTo>
                  <a:lnTo>
                    <a:pt x="p0x397" y="p0y397"/>
                  </a:lnTo>
                  <a:lnTo>
                    <a:pt x="p0x398" y="p0y398"/>
                  </a:lnTo>
                  <a:lnTo>
                    <a:pt x="p0x399" y="p0y399"/>
                  </a:lnTo>
                  <a:moveTo>
                    <a:pt x="p0x400" y="p0y400"/>
                  </a:moveTo>
                  <a:lnTo>
                    <a:pt x="p0x401" y="p0y401"/>
                  </a:lnTo>
                  <a:lnTo>
                    <a:pt x="p0x402" y="p0y402"/>
                  </a:lnTo>
                  <a:lnTo>
                    <a:pt x="p0x403" y="p0y403"/>
                  </a:lnTo>
                  <a:lnTo>
                    <a:pt x="p0x404" y="p0y404"/>
                  </a:lnTo>
                  <a:moveTo>
                    <a:pt x="p0x405" y="p0y405"/>
                  </a:moveTo>
                  <a:lnTo>
                    <a:pt x="p0x406" y="p0y406"/>
                  </a:lnTo>
                  <a:lnTo>
                    <a:pt x="p0x407" y="p0y407"/>
                  </a:lnTo>
                  <a:lnTo>
                    <a:pt x="p0x408" y="p0y408"/>
                  </a:lnTo>
                  <a:lnTo>
                    <a:pt x="p0x409" y="p0y409"/>
                  </a:lnTo>
                  <a:moveTo>
                    <a:pt x="p0x410" y="p0y410"/>
                  </a:moveTo>
                  <a:lnTo>
                    <a:pt x="p0x411" y="p0y411"/>
                  </a:lnTo>
                  <a:lnTo>
                    <a:pt x="p0x412" y="p0y412"/>
                  </a:lnTo>
                  <a:lnTo>
                    <a:pt x="p0x413" y="p0y413"/>
                  </a:lnTo>
                  <a:lnTo>
                    <a:pt x="p0x414" y="p0y414"/>
                  </a:lnTo>
                  <a:moveTo>
                    <a:pt x="p0x415" y="p0y415"/>
                  </a:moveTo>
                  <a:lnTo>
                    <a:pt x="p0x416" y="p0y416"/>
                  </a:lnTo>
                  <a:lnTo>
                    <a:pt x="p0x417" y="p0y417"/>
                  </a:lnTo>
                  <a:lnTo>
                    <a:pt x="p0x418" y="p0y418"/>
                  </a:lnTo>
                  <a:lnTo>
                    <a:pt x="p0x419" y="p0y419"/>
                  </a:lnTo>
                  <a:moveTo>
                    <a:pt x="p0x420" y="p0y420"/>
                  </a:moveTo>
                  <a:lnTo>
                    <a:pt x="p0x421" y="p0y421"/>
                  </a:lnTo>
                  <a:lnTo>
                    <a:pt x="p0x422" y="p0y422"/>
                  </a:lnTo>
                  <a:lnTo>
                    <a:pt x="p0x423" y="p0y423"/>
                  </a:lnTo>
                  <a:lnTo>
                    <a:pt x="p0x424" y="p0y424"/>
                  </a:lnTo>
                  <a:moveTo>
                    <a:pt x="p0x425" y="p0y425"/>
                  </a:moveTo>
                  <a:lnTo>
                    <a:pt x="p0x426" y="p0y426"/>
                  </a:lnTo>
                  <a:lnTo>
                    <a:pt x="p0x427" y="p0y427"/>
                  </a:lnTo>
                  <a:lnTo>
                    <a:pt x="p0x428" y="p0y428"/>
                  </a:lnTo>
                  <a:lnTo>
                    <a:pt x="p0x429" y="p0y429"/>
                  </a:lnTo>
                  <a:moveTo>
                    <a:pt x="p0x430" y="p0y430"/>
                  </a:moveTo>
                  <a:lnTo>
                    <a:pt x="p0x431" y="p0y431"/>
                  </a:lnTo>
                  <a:lnTo>
                    <a:pt x="p0x432" y="p0y432"/>
                  </a:lnTo>
                  <a:lnTo>
                    <a:pt x="p0x433" y="p0y433"/>
                  </a:lnTo>
                  <a:lnTo>
                    <a:pt x="p0x434" y="p0y434"/>
                  </a:lnTo>
                  <a:moveTo>
                    <a:pt x="p0x435" y="p0y435"/>
                  </a:moveTo>
                  <a:lnTo>
                    <a:pt x="p0x436" y="p0y436"/>
                  </a:lnTo>
                  <a:lnTo>
                    <a:pt x="p0x437" y="p0y437"/>
                  </a:lnTo>
                  <a:lnTo>
                    <a:pt x="p0x438" y="p0y438"/>
                  </a:lnTo>
                  <a:lnTo>
                    <a:pt x="p0x439" y="p0y439"/>
                  </a:lnTo>
                  <a:moveTo>
                    <a:pt x="p0x440" y="p0y440"/>
                  </a:moveTo>
                  <a:lnTo>
                    <a:pt x="p0x441" y="p0y441"/>
                  </a:lnTo>
                  <a:lnTo>
                    <a:pt x="p0x442" y="p0y442"/>
                  </a:lnTo>
                  <a:lnTo>
                    <a:pt x="p0x443" y="p0y443"/>
                  </a:lnTo>
                  <a:lnTo>
                    <a:pt x="p0x444" y="p0y444"/>
                  </a:lnTo>
                  <a:moveTo>
                    <a:pt x="p0x445" y="p0y445"/>
                  </a:moveTo>
                  <a:lnTo>
                    <a:pt x="p0x446" y="p0y446"/>
                  </a:lnTo>
                  <a:lnTo>
                    <a:pt x="p0x447" y="p0y447"/>
                  </a:lnTo>
                  <a:lnTo>
                    <a:pt x="p0x448" y="p0y448"/>
                  </a:lnTo>
                  <a:lnTo>
                    <a:pt x="p0x449" y="p0y449"/>
                  </a:lnTo>
                  <a:moveTo>
                    <a:pt x="p0x450" y="p0y450"/>
                  </a:moveTo>
                  <a:lnTo>
                    <a:pt x="p0x451" y="p0y451"/>
                  </a:lnTo>
                  <a:lnTo>
                    <a:pt x="p0x452" y="p0y452"/>
                  </a:lnTo>
                  <a:lnTo>
                    <a:pt x="p0x453" y="p0y453"/>
                  </a:lnTo>
                  <a:lnTo>
                    <a:pt x="p0x454" y="p0y454"/>
                  </a:lnTo>
                  <a:moveTo>
                    <a:pt x="p0x455" y="p0y455"/>
                  </a:moveTo>
                  <a:lnTo>
                    <a:pt x="p0x456" y="p0y456"/>
                  </a:lnTo>
                  <a:lnTo>
                    <a:pt x="p0x457" y="p0y457"/>
                  </a:lnTo>
                  <a:lnTo>
                    <a:pt x="p0x458" y="p0y458"/>
                  </a:lnTo>
                  <a:lnTo>
                    <a:pt x="p0x459" y="p0y459"/>
                  </a:lnTo>
                  <a:moveTo>
                    <a:pt x="p0x460" y="p0y460"/>
                  </a:moveTo>
                  <a:lnTo>
                    <a:pt x="p0x461" y="p0y461"/>
                  </a:lnTo>
                  <a:lnTo>
                    <a:pt x="p0x462" y="p0y462"/>
                  </a:lnTo>
                  <a:lnTo>
                    <a:pt x="p0x463" y="p0y463"/>
                  </a:lnTo>
                  <a:lnTo>
                    <a:pt x="p0x464" y="p0y464"/>
                  </a:lnTo>
                  <a:moveTo>
                    <a:pt x="p0x465" y="p0y465"/>
                  </a:moveTo>
                  <a:lnTo>
                    <a:pt x="p0x466" y="p0y466"/>
                  </a:lnTo>
                  <a:lnTo>
                    <a:pt x="p0x467" y="p0y467"/>
                  </a:lnTo>
                  <a:lnTo>
                    <a:pt x="p0x468" y="p0y468"/>
                  </a:lnTo>
                  <a:lnTo>
                    <a:pt x="p0x469" y="p0y469"/>
                  </a:lnTo>
                  <a:moveTo>
                    <a:pt x="p0x470" y="p0y470"/>
                  </a:moveTo>
                  <a:lnTo>
                    <a:pt x="p0x471" y="p0y471"/>
                  </a:lnTo>
                  <a:lnTo>
                    <a:pt x="p0x472" y="p0y472"/>
                  </a:lnTo>
                  <a:lnTo>
                    <a:pt x="p0x473" y="p0y473"/>
                  </a:lnTo>
                  <a:lnTo>
                    <a:pt x="p0x474" y="p0y474"/>
                  </a:lnTo>
                  <a:moveTo>
                    <a:pt x="p0x475" y="p0y475"/>
                  </a:moveTo>
                  <a:lnTo>
                    <a:pt x="p0x476" y="p0y476"/>
                  </a:lnTo>
                  <a:lnTo>
                    <a:pt x="p0x477" y="p0y477"/>
                  </a:lnTo>
                  <a:lnTo>
                    <a:pt x="p0x478" y="p0y478"/>
                  </a:lnTo>
                  <a:lnTo>
                    <a:pt x="p0x479" y="p0y479"/>
                  </a:lnTo>
                  <a:moveTo>
                    <a:pt x="p0x480" y="p0y480"/>
                  </a:moveTo>
                  <a:lnTo>
                    <a:pt x="p0x481" y="p0y481"/>
                  </a:lnTo>
                  <a:lnTo>
                    <a:pt x="p0x482" y="p0y482"/>
                  </a:lnTo>
                  <a:lnTo>
                    <a:pt x="p0x483" y="p0y483"/>
                  </a:lnTo>
                  <a:lnTo>
                    <a:pt x="p0x484" y="p0y484"/>
                  </a:lnTo>
                  <a:moveTo>
                    <a:pt x="p0x485" y="p0y485"/>
                  </a:moveTo>
                  <a:lnTo>
                    <a:pt x="p0x486" y="p0y486"/>
                  </a:lnTo>
                  <a:lnTo>
                    <a:pt x="p0x487" y="p0y487"/>
                  </a:lnTo>
                  <a:lnTo>
                    <a:pt x="p0x488" y="p0y488"/>
                  </a:lnTo>
                  <a:lnTo>
                    <a:pt x="p0x489" y="p0y489"/>
                  </a:lnTo>
                  <a:moveTo>
                    <a:pt x="p0x490" y="p0y490"/>
                  </a:moveTo>
                  <a:lnTo>
                    <a:pt x="p0x491" y="p0y491"/>
                  </a:lnTo>
                  <a:lnTo>
                    <a:pt x="p0x492" y="p0y492"/>
                  </a:lnTo>
                  <a:lnTo>
                    <a:pt x="p0x493" y="p0y493"/>
                  </a:lnTo>
                  <a:lnTo>
                    <a:pt x="p0x494" y="p0y494"/>
                  </a:lnTo>
                  <a:moveTo>
                    <a:pt x="p0x495" y="p0y495"/>
                  </a:moveTo>
                  <a:lnTo>
                    <a:pt x="p0x496" y="p0y496"/>
                  </a:lnTo>
                  <a:lnTo>
                    <a:pt x="p0x497" y="p0y497"/>
                  </a:lnTo>
                  <a:lnTo>
                    <a:pt x="p0x498" y="p0y498"/>
                  </a:lnTo>
                  <a:lnTo>
                    <a:pt x="p0x499" y="p0y499"/>
                  </a:lnTo>
                  <a:moveTo>
                    <a:pt x="p0x500" y="p0y500"/>
                  </a:moveTo>
                  <a:lnTo>
                    <a:pt x="p0x501" y="p0y501"/>
                  </a:lnTo>
                  <a:lnTo>
                    <a:pt x="p0x502" y="p0y502"/>
                  </a:lnTo>
                  <a:lnTo>
                    <a:pt x="p0x503" y="p0y503"/>
                  </a:lnTo>
                  <a:lnTo>
                    <a:pt x="p0x504" y="p0y504"/>
                  </a:lnTo>
                  <a:moveTo>
                    <a:pt x="p0x505" y="p0y505"/>
                  </a:moveTo>
                  <a:lnTo>
                    <a:pt x="p0x506" y="p0y506"/>
                  </a:lnTo>
                  <a:lnTo>
                    <a:pt x="p0x507" y="p0y507"/>
                  </a:lnTo>
                  <a:lnTo>
                    <a:pt x="p0x508" y="p0y508"/>
                  </a:lnTo>
                  <a:lnTo>
                    <a:pt x="p0x509" y="p0y509"/>
                  </a:lnTo>
                  <a:moveTo>
                    <a:pt x="p0x510" y="p0y510"/>
                  </a:moveTo>
                  <a:lnTo>
                    <a:pt x="p0x511" y="p0y511"/>
                  </a:lnTo>
                  <a:lnTo>
                    <a:pt x="p0x512" y="p0y512"/>
                  </a:lnTo>
                  <a:lnTo>
                    <a:pt x="p0x513" y="p0y513"/>
                  </a:lnTo>
                  <a:lnTo>
                    <a:pt x="p0x514" y="p0y514"/>
                  </a:lnTo>
                  <a:moveTo>
                    <a:pt x="p0x515" y="p0y515"/>
                  </a:moveTo>
                  <a:lnTo>
                    <a:pt x="p0x516" y="p0y516"/>
                  </a:lnTo>
                  <a:lnTo>
                    <a:pt x="p0x517" y="p0y517"/>
                  </a:lnTo>
                  <a:lnTo>
                    <a:pt x="p0x518" y="p0y518"/>
                  </a:lnTo>
                  <a:lnTo>
                    <a:pt x="p0x519" y="p0y519"/>
                  </a:lnTo>
                  <a:moveTo>
                    <a:pt x="p0x520" y="p0y520"/>
                  </a:moveTo>
                  <a:lnTo>
                    <a:pt x="p0x521" y="p0y521"/>
                  </a:lnTo>
                  <a:lnTo>
                    <a:pt x="p0x522" y="p0y522"/>
                  </a:lnTo>
                  <a:lnTo>
                    <a:pt x="p0x523" y="p0y523"/>
                  </a:lnTo>
                  <a:lnTo>
                    <a:pt x="p0x524" y="p0y524"/>
                  </a:lnTo>
                  <a:moveTo>
                    <a:pt x="p0x525" y="p0y525"/>
                  </a:moveTo>
                  <a:lnTo>
                    <a:pt x="p0x526" y="p0y526"/>
                  </a:lnTo>
                  <a:lnTo>
                    <a:pt x="p0x527" y="p0y527"/>
                  </a:lnTo>
                  <a:lnTo>
                    <a:pt x="p0x528" y="p0y528"/>
                  </a:lnTo>
                  <a:lnTo>
                    <a:pt x="p0x529" y="p0y529"/>
                  </a:lnTo>
                  <a:moveTo>
                    <a:pt x="p0x530" y="p0y530"/>
                  </a:moveTo>
                  <a:lnTo>
                    <a:pt x="p0x531" y="p0y531"/>
                  </a:lnTo>
                  <a:lnTo>
                    <a:pt x="p0x532" y="p0y532"/>
                  </a:lnTo>
                  <a:lnTo>
                    <a:pt x="p0x533" y="p0y533"/>
                  </a:lnTo>
                  <a:lnTo>
                    <a:pt x="p0x534" y="p0y534"/>
                  </a:lnTo>
                  <a:moveTo>
                    <a:pt x="p0x535" y="p0y535"/>
                  </a:moveTo>
                  <a:lnTo>
                    <a:pt x="p0x536" y="p0y536"/>
                  </a:lnTo>
                  <a:lnTo>
                    <a:pt x="p0x537" y="p0y537"/>
                  </a:lnTo>
                  <a:lnTo>
                    <a:pt x="p0x538" y="p0y538"/>
                  </a:lnTo>
                  <a:lnTo>
                    <a:pt x="p0x539" y="p0y539"/>
                  </a:lnTo>
                  <a:moveTo>
                    <a:pt x="p0x540" y="p0y540"/>
                  </a:moveTo>
                  <a:lnTo>
                    <a:pt x="p0x541" y="p0y541"/>
                  </a:lnTo>
                  <a:lnTo>
                    <a:pt x="p0x542" y="p0y542"/>
                  </a:lnTo>
                  <a:lnTo>
                    <a:pt x="p0x543" y="p0y543"/>
                  </a:lnTo>
                  <a:lnTo>
                    <a:pt x="p0x544" y="p0y544"/>
                  </a:lnTo>
                  <a:moveTo>
                    <a:pt x="p0x545" y="p0y545"/>
                  </a:moveTo>
                  <a:lnTo>
                    <a:pt x="p0x546" y="p0y546"/>
                  </a:lnTo>
                  <a:lnTo>
                    <a:pt x="p0x547" y="p0y547"/>
                  </a:lnTo>
                  <a:lnTo>
                    <a:pt x="p0x548" y="p0y548"/>
                  </a:lnTo>
                  <a:lnTo>
                    <a:pt x="p0x549" y="p0y549"/>
                  </a:lnTo>
                  <a:moveTo>
                    <a:pt x="p0x550" y="p0y550"/>
                  </a:moveTo>
                  <a:lnTo>
                    <a:pt x="p0x551" y="p0y551"/>
                  </a:lnTo>
                  <a:lnTo>
                    <a:pt x="p0x552" y="p0y552"/>
                  </a:lnTo>
                  <a:lnTo>
                    <a:pt x="p0x553" y="p0y553"/>
                  </a:lnTo>
                  <a:lnTo>
                    <a:pt x="p0x554" y="p0y554"/>
                  </a:lnTo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9" name="文本框 28"/>
          <p:cNvSpPr txBox="1"/>
          <p:nvPr>
            <p:custDataLst>
              <p:tags r:id="rId27"/>
            </p:custDataLst>
          </p:nvPr>
        </p:nvSpPr>
        <p:spPr>
          <a:xfrm>
            <a:off x="4508449" y="2558358"/>
            <a:ext cx="3175025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125" b="1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核心差异：规则执行</a:t>
            </a:r>
            <a:r>
              <a:rPr lang="en-US" altLang="zh-CN" sz="1125" b="1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vs </a:t>
            </a:r>
            <a:r>
              <a:rPr lang="zh-CN" altLang="en-US" sz="1125" b="1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自主学习</a:t>
            </a:r>
            <a:endParaRPr lang="zh-CN" altLang="en-US" sz="1125" b="1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28"/>
            </p:custDataLst>
          </p:nvPr>
        </p:nvSpPr>
        <p:spPr>
          <a:xfrm>
            <a:off x="4508449" y="2969838"/>
            <a:ext cx="3175168" cy="109722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just">
              <a:lnSpc>
                <a:spcPct val="133000"/>
              </a:lnSpc>
            </a:pPr>
            <a:r>
              <a:rPr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传统软件如同</a:t>
            </a:r>
            <a:r>
              <a:rPr lang="en-US" sz="10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计算器</a:t>
            </a:r>
            <a:r>
              <a:rPr lang="en-US" altLang="zh-CN" sz="10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zh-CN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：人类输入精确规则，机器机械执行，输出确定结果。</a:t>
            </a:r>
            <a:r>
              <a:rPr lang="en-US" altLang="zh-CN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则像</a:t>
            </a:r>
            <a:r>
              <a:rPr lang="en-US" altLang="en-US" sz="10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实习生</a:t>
            </a:r>
            <a:r>
              <a:rPr lang="en-US" altLang="zh-CN" sz="10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zh-CN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：人类设定目标，</a:t>
            </a:r>
            <a:r>
              <a:rPr lang="en-US" altLang="zh-CN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通过数据自主学习方法论，具备处理</a:t>
            </a:r>
            <a:r>
              <a:rPr sz="10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模糊性</a:t>
            </a:r>
            <a:endParaRPr sz="105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33000"/>
              </a:lnSpc>
            </a:pPr>
            <a:r>
              <a:rPr lang="zh-CN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和未知场景的能力，输出概率性结果并持续优化，实现从</a:t>
            </a:r>
            <a:r>
              <a:rPr lang="en-US" altLang="zh-CN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确定性编程</a:t>
            </a:r>
            <a:r>
              <a:rPr lang="en-US" altLang="zh-CN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</a:t>
            </a:r>
            <a:r>
              <a:rPr lang="en-US" altLang="zh-CN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概率性生成</a:t>
            </a:r>
            <a:r>
              <a:rPr lang="en-US" altLang="zh-CN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的根本转变。</a:t>
            </a:r>
            <a:endParaRPr lang="zh-CN" altLang="en-US" sz="105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29"/>
            </p:custDataLst>
          </p:nvPr>
        </p:nvSpPr>
        <p:spPr>
          <a:xfrm>
            <a:off x="4512945" y="5657850"/>
            <a:ext cx="3165475" cy="509270"/>
          </a:xfrm>
          <a:custGeom>
            <a:avLst/>
            <a:gdLst>
              <a:gd name="sw" fmla="*/ 1 w 4985"/>
              <a:gd name="sh" fmla="*/ 1 h 802"/>
              <a:gd name="mins" fmla="min sw sh"/>
              <a:gd name="dsw" fmla="+- 0 sw mins"/>
              <a:gd name="dsh" fmla="+- 0 sh mins"/>
              <a:gd name="p0x0" fmla="*/ 120 w 4985"/>
              <a:gd name="p0y0" fmla="*/ 0 h 802"/>
              <a:gd name="p0x1" fmla="*/ 4865 w 4985"/>
              <a:gd name="p0y1" fmla="*/ 0 h 802"/>
              <a:gd name="p0x2" fmla="*/ 4931 w 4985"/>
              <a:gd name="p0y2" fmla="*/ 0 h 802"/>
              <a:gd name="p0x3" fmla="*/ 4985 w 4985"/>
              <a:gd name="p0y3" fmla="*/ 53 h 802"/>
              <a:gd name="p0x4" fmla="*/ 4985 w 4985"/>
              <a:gd name="p0y4" fmla="*/ 120 h 802"/>
              <a:gd name="p0x5" fmla="*/ 4985 w 4985"/>
              <a:gd name="p0y5" fmla="*/ 682 h 802"/>
              <a:gd name="p0x6" fmla="*/ 4985 w 4985"/>
              <a:gd name="p0y6" fmla="*/ 748 h 802"/>
              <a:gd name="p0x7" fmla="*/ 4931 w 4985"/>
              <a:gd name="p0y7" fmla="*/ 802 h 802"/>
              <a:gd name="p0x8" fmla="*/ 4865 w 4985"/>
              <a:gd name="p0y8" fmla="*/ 802 h 802"/>
              <a:gd name="p0x9" fmla="*/ 120 w 4985"/>
              <a:gd name="p0y9" fmla="*/ 802 h 802"/>
              <a:gd name="p0x10" fmla="*/ 53 w 4985"/>
              <a:gd name="p0y10" fmla="*/ 802 h 802"/>
              <a:gd name="p0x11" fmla="*/ 0 w 4985"/>
              <a:gd name="p0y11" fmla="*/ 748 h 802"/>
              <a:gd name="p0x12" fmla="*/ 0 w 4985"/>
              <a:gd name="p0y12" fmla="*/ 682 h 802"/>
              <a:gd name="p0x13" fmla="*/ 0 w 4985"/>
              <a:gd name="p0y13" fmla="*/ 120 h 802"/>
              <a:gd name="p0x14" fmla="*/ 0 w 4985"/>
              <a:gd name="p0y14" fmla="*/ 53 h 802"/>
              <a:gd name="p0x15" fmla="*/ 53 w 4985"/>
              <a:gd name="p0y15" fmla="*/ 0 h 802"/>
              <a:gd name="p0x16" fmla="*/ 120 w 4985"/>
              <a:gd name="p0y16" fmla="*/ 0 h 80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9FC"/>
          </a:solidFill>
          <a:ln w="9525" cmpd="sng">
            <a:solidFill>
              <a:srgbClr val="E2E8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30"/>
            </p:custDataLst>
          </p:nvPr>
        </p:nvSpPr>
        <p:spPr>
          <a:xfrm>
            <a:off x="4632274" y="5776913"/>
            <a:ext cx="2927375" cy="1666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应用覆盖率</a:t>
            </a:r>
            <a:r>
              <a:rPr lang="en-US" altLang="zh-CN"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70%</a:t>
            </a:r>
            <a:endParaRPr lang="en-US" altLang="zh-CN" sz="9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31"/>
            </p:custDataLst>
          </p:nvPr>
        </p:nvSpPr>
        <p:spPr>
          <a:xfrm>
            <a:off x="4631690" y="5991225"/>
            <a:ext cx="2927350" cy="57150"/>
          </a:xfrm>
          <a:custGeom>
            <a:avLst/>
            <a:gdLst>
              <a:gd name="sw" fmla="*/ 1 w 4610"/>
              <a:gd name="sh" fmla="*/ 1 h 90"/>
              <a:gd name="mins" fmla="min sw sh"/>
              <a:gd name="dsw" fmla="+- 0 sw mins"/>
              <a:gd name="dsh" fmla="+- 0 sh mins"/>
              <a:gd name="p0x0" fmla="*/ 45 w 4610"/>
              <a:gd name="p0y0" fmla="*/ 0 h 90"/>
              <a:gd name="p0x1" fmla="*/ 4565 w 4610"/>
              <a:gd name="p0y1" fmla="*/ 0 h 90"/>
              <a:gd name="p0x2" fmla="*/ 4589 w 4610"/>
              <a:gd name="p0y2" fmla="*/ 0 h 90"/>
              <a:gd name="p0x3" fmla="*/ 4610 w 4610"/>
              <a:gd name="p0y3" fmla="*/ 20 h 90"/>
              <a:gd name="p0x4" fmla="*/ 4610 w 4610"/>
              <a:gd name="p0y4" fmla="*/ 45 h 90"/>
              <a:gd name="p0x5" fmla="*/ 4610 w 4610"/>
              <a:gd name="p0y5" fmla="*/ 69 h 90"/>
              <a:gd name="p0x6" fmla="*/ 4589 w 4610"/>
              <a:gd name="p0y6" fmla="*/ 90 h 90"/>
              <a:gd name="p0x7" fmla="*/ 4565 w 4610"/>
              <a:gd name="p0y7" fmla="*/ 90 h 90"/>
              <a:gd name="p0x8" fmla="*/ 45 w 4610"/>
              <a:gd name="p0y8" fmla="*/ 90 h 90"/>
              <a:gd name="p0x9" fmla="*/ 20 w 4610"/>
              <a:gd name="p0y9" fmla="*/ 90 h 90"/>
              <a:gd name="p0x10" fmla="*/ 0 w 4610"/>
              <a:gd name="p0y10" fmla="*/ 69 h 90"/>
              <a:gd name="p0x11" fmla="*/ 0 w 4610"/>
              <a:gd name="p0y11" fmla="*/ 45 h 90"/>
              <a:gd name="p0x12" fmla="*/ 0 w 4610"/>
              <a:gd name="p0y12" fmla="*/ 20 h 90"/>
              <a:gd name="p0x13" fmla="*/ 20 w 4610"/>
              <a:gd name="p0y13" fmla="*/ 0 h 90"/>
              <a:gd name="p0x14" fmla="*/ 45 w 4610"/>
              <a:gd name="p0y14" fmla="*/ 0 h 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E2E8F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任意多边形 33"/>
          <p:cNvSpPr/>
          <p:nvPr>
            <p:custDataLst>
              <p:tags r:id="rId32"/>
            </p:custDataLst>
          </p:nvPr>
        </p:nvSpPr>
        <p:spPr>
          <a:xfrm>
            <a:off x="4631690" y="5991225"/>
            <a:ext cx="2049145" cy="57150"/>
          </a:xfrm>
          <a:custGeom>
            <a:avLst/>
            <a:gdLst>
              <a:gd name="sw" fmla="*/ 1 w 3226"/>
              <a:gd name="sh" fmla="*/ 1 h 90"/>
              <a:gd name="mins" fmla="min sw sh"/>
              <a:gd name="dsw" fmla="+- 0 sw mins"/>
              <a:gd name="dsh" fmla="+- 0 sh mins"/>
              <a:gd name="p0x0" fmla="*/ 45 w 3226"/>
              <a:gd name="p0y0" fmla="*/ 0 h 90"/>
              <a:gd name="p0x1" fmla="*/ 3181 w 3226"/>
              <a:gd name="p0y1" fmla="*/ 0 h 90"/>
              <a:gd name="p0x2" fmla="*/ 3206 w 3226"/>
              <a:gd name="p0y2" fmla="*/ 0 h 90"/>
              <a:gd name="p0x3" fmla="*/ 3226 w 3226"/>
              <a:gd name="p0y3" fmla="*/ 20 h 90"/>
              <a:gd name="p0x4" fmla="*/ 3226 w 3226"/>
              <a:gd name="p0y4" fmla="*/ 45 h 90"/>
              <a:gd name="p0x5" fmla="*/ 3226 w 3226"/>
              <a:gd name="p0y5" fmla="*/ 69 h 90"/>
              <a:gd name="p0x6" fmla="*/ 3206 w 3226"/>
              <a:gd name="p0y6" fmla="*/ 90 h 90"/>
              <a:gd name="p0x7" fmla="*/ 3181 w 3226"/>
              <a:gd name="p0y7" fmla="*/ 90 h 90"/>
              <a:gd name="p0x8" fmla="*/ 45 w 3226"/>
              <a:gd name="p0y8" fmla="*/ 90 h 90"/>
              <a:gd name="p0x9" fmla="*/ 20 w 3226"/>
              <a:gd name="p0y9" fmla="*/ 90 h 90"/>
              <a:gd name="p0x10" fmla="*/ 0 w 3226"/>
              <a:gd name="p0y10" fmla="*/ 69 h 90"/>
              <a:gd name="p0x11" fmla="*/ 0 w 3226"/>
              <a:gd name="p0y11" fmla="*/ 45 h 90"/>
              <a:gd name="p0x12" fmla="*/ 0 w 3226"/>
              <a:gd name="p0y12" fmla="*/ 20 h 90"/>
              <a:gd name="p0x13" fmla="*/ 20 w 3226"/>
              <a:gd name="p0y13" fmla="*/ 0 h 90"/>
              <a:gd name="p0x14" fmla="*/ 45 w 3226"/>
              <a:gd name="p0y14" fmla="*/ 0 h 90"/>
            </a:gdLst>
            <a:ahLst/>
            <a:cxnLst/>
            <a:pathLst>
              <a:path w="3227" h="90">
                <a:moveTo>
                  <a:pt x="3182" y="0"/>
                </a:moveTo>
                <a:cubicBezTo>
                  <a:pt x="3207" y="-1"/>
                  <a:pt x="3228" y="23"/>
                  <a:pt x="3227" y="45"/>
                </a:cubicBezTo>
                <a:cubicBezTo>
                  <a:pt x="3228" y="70"/>
                  <a:pt x="3204" y="91"/>
                  <a:pt x="3182" y="90"/>
                </a:cubicBezTo>
                <a:lnTo>
                  <a:pt x="45" y="90"/>
                </a:lnTo>
                <a:cubicBezTo>
                  <a:pt x="20" y="91"/>
                  <a:pt x="-1" y="67"/>
                  <a:pt x="0" y="45"/>
                </a:cubicBezTo>
                <a:cubicBezTo>
                  <a:pt x="-1" y="20"/>
                  <a:pt x="23" y="-1"/>
                  <a:pt x="45" y="0"/>
                </a:cubicBezTo>
                <a:lnTo>
                  <a:pt x="3182" y="0"/>
                </a:lnTo>
                <a:close/>
              </a:path>
            </a:pathLst>
          </a:custGeom>
          <a:solidFill>
            <a:srgbClr val="3B82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grpSp>
        <p:nvGrpSpPr>
          <p:cNvPr id="56" name="组合 55"/>
          <p:cNvGrpSpPr/>
          <p:nvPr/>
        </p:nvGrpSpPr>
        <p:grpSpPr>
          <a:xfrm>
            <a:off x="8101965" y="1162050"/>
            <a:ext cx="3632200" cy="5238750"/>
            <a:chOff x="12759" y="1830"/>
            <a:chExt cx="5720" cy="8250"/>
          </a:xfrm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grpSpPr>
        <p:sp>
          <p:nvSpPr>
            <p:cNvPr id="36" name="任意多边形 35"/>
            <p:cNvSpPr/>
            <p:nvPr>
              <p:custDataLst>
                <p:tags r:id="rId33"/>
              </p:custDataLst>
            </p:nvPr>
          </p:nvSpPr>
          <p:spPr>
            <a:xfrm>
              <a:off x="12759" y="1830"/>
              <a:ext cx="5721" cy="8250"/>
            </a:xfrm>
            <a:custGeom>
              <a:avLst/>
              <a:gdLst>
                <a:gd name="sw" fmla="*/ 1 w 5720"/>
                <a:gd name="sh" fmla="*/ 1 h 8250"/>
                <a:gd name="mins" fmla="min sw sh"/>
                <a:gd name="dsw" fmla="+- 0 sw mins"/>
                <a:gd name="dsh" fmla="+- 0 sh mins"/>
                <a:gd name="p0x0" fmla="*/ 240 w 5720"/>
                <a:gd name="p0y0" fmla="*/ 0 h 8250"/>
                <a:gd name="p0x1" fmla="*/ 5480 w 5720"/>
                <a:gd name="p0y1" fmla="*/ 0 h 8250"/>
                <a:gd name="p0x2" fmla="*/ 5612 w 5720"/>
                <a:gd name="p0y2" fmla="*/ 0 h 8250"/>
                <a:gd name="p0x3" fmla="*/ 5720 w 5720"/>
                <a:gd name="p0y3" fmla="*/ 107 h 8250"/>
                <a:gd name="p0x4" fmla="*/ 5720 w 5720"/>
                <a:gd name="p0y4" fmla="*/ 240 h 8250"/>
                <a:gd name="p0x5" fmla="*/ 5720 w 5720"/>
                <a:gd name="p0y5" fmla="*/ 8010 h 8250"/>
                <a:gd name="p0x6" fmla="*/ 5720 w 5720"/>
                <a:gd name="p0y6" fmla="*/ 8142 h 8250"/>
                <a:gd name="p0x7" fmla="*/ 5612 w 5720"/>
                <a:gd name="p0y7" fmla="*/ 8250 h 8250"/>
                <a:gd name="p0x8" fmla="*/ 5480 w 5720"/>
                <a:gd name="p0y8" fmla="*/ 8250 h 8250"/>
                <a:gd name="p0x9" fmla="*/ 240 w 5720"/>
                <a:gd name="p0y9" fmla="*/ 8250 h 8250"/>
                <a:gd name="p0x10" fmla="*/ 107 w 5720"/>
                <a:gd name="p0y10" fmla="*/ 8250 h 8250"/>
                <a:gd name="p0x11" fmla="*/ 0 w 5720"/>
                <a:gd name="p0y11" fmla="*/ 8142 h 8250"/>
                <a:gd name="p0x12" fmla="*/ 0 w 5720"/>
                <a:gd name="p0y12" fmla="*/ 8010 h 8250"/>
                <a:gd name="p0x13" fmla="*/ 0 w 5720"/>
                <a:gd name="p0y13" fmla="*/ 240 h 8250"/>
                <a:gd name="p0x14" fmla="*/ 0 w 5720"/>
                <a:gd name="p0y14" fmla="*/ 107 h 8250"/>
                <a:gd name="p0x15" fmla="*/ 107 w 5720"/>
                <a:gd name="p0y15" fmla="*/ 0 h 8250"/>
                <a:gd name="p0x16" fmla="*/ 240 w 5720"/>
                <a:gd name="p0y16" fmla="*/ 0 h 825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任意多边形 36"/>
            <p:cNvSpPr/>
            <p:nvPr>
              <p:custDataLst>
                <p:tags r:id="rId34"/>
              </p:custDataLst>
            </p:nvPr>
          </p:nvSpPr>
          <p:spPr>
            <a:xfrm>
              <a:off x="12759" y="1830"/>
              <a:ext cx="5721" cy="240"/>
            </a:xfrm>
            <a:custGeom>
              <a:avLst/>
              <a:gdLst>
                <a:gd name="sw" fmla="*/ 1 w 5720"/>
                <a:gd name="sh" fmla="*/ 1 h 240"/>
                <a:gd name="mins" fmla="min sw sh"/>
                <a:gd name="dsw" fmla="+- 0 sw mins"/>
                <a:gd name="dsh" fmla="+- 0 sh mins"/>
                <a:gd name="p0x0" fmla="*/ 240 w 5720"/>
                <a:gd name="p0y0" fmla="*/ 0 h 240"/>
                <a:gd name="p0x1" fmla="*/ 5480 w 5720"/>
                <a:gd name="p0y1" fmla="*/ 0 h 240"/>
                <a:gd name="p0x2" fmla="*/ 5612 w 5720"/>
                <a:gd name="p0y2" fmla="*/ 0 h 240"/>
                <a:gd name="p0x3" fmla="*/ 5720 w 5720"/>
                <a:gd name="p0y3" fmla="*/ 107 h 240"/>
                <a:gd name="p0x4" fmla="*/ 5720 w 5720"/>
                <a:gd name="p0y4" fmla="*/ 240 h 240"/>
                <a:gd name="p0x5" fmla="*/ 5720 w 5720"/>
                <a:gd name="p0y5" fmla="*/ 157 h 240"/>
                <a:gd name="p0x6" fmla="*/ 5612 w 5720"/>
                <a:gd name="p0y6" fmla="*/ 90 h 240"/>
                <a:gd name="p0x7" fmla="*/ 5480 w 5720"/>
                <a:gd name="p0y7" fmla="*/ 90 h 240"/>
                <a:gd name="p0x8" fmla="*/ 240 w 5720"/>
                <a:gd name="p0y8" fmla="*/ 90 h 240"/>
                <a:gd name="p0x9" fmla="*/ 107 w 5720"/>
                <a:gd name="p0y9" fmla="*/ 90 h 240"/>
                <a:gd name="p0x10" fmla="*/ 0 w 5720"/>
                <a:gd name="p0y10" fmla="*/ 157 h 240"/>
                <a:gd name="p0x11" fmla="*/ 0 w 5720"/>
                <a:gd name="p0y11" fmla="*/ 240 h 240"/>
                <a:gd name="p0x12" fmla="*/ 0 w 5720"/>
                <a:gd name="p0y12" fmla="*/ 107 h 240"/>
                <a:gd name="p0x13" fmla="*/ 107 w 5720"/>
                <a:gd name="p0y13" fmla="*/ 0 h 240"/>
                <a:gd name="p0x14" fmla="*/ 240 w 5720"/>
                <a:gd name="p0y14" fmla="*/ 0 h 2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9" name="任意多边形 38"/>
          <p:cNvSpPr/>
          <p:nvPr>
            <p:custDataLst>
              <p:tags r:id="rId35"/>
            </p:custDataLst>
          </p:nvPr>
        </p:nvSpPr>
        <p:spPr>
          <a:xfrm>
            <a:off x="8330565" y="1447800"/>
            <a:ext cx="533400" cy="533400"/>
          </a:xfrm>
          <a:custGeom>
            <a:avLst/>
            <a:gdLst>
              <a:gd name="sw" fmla="*/ 1 w 840"/>
              <a:gd name="sh" fmla="*/ 1 h 840"/>
              <a:gd name="mins" fmla="min sw sh"/>
              <a:gd name="dsw" fmla="+- 0 sw mins"/>
              <a:gd name="dsh" fmla="+- 0 sh mins"/>
              <a:gd name="p0x0" fmla="*/ 180 w 840"/>
              <a:gd name="p0y0" fmla="*/ 0 h 840"/>
              <a:gd name="p0x1" fmla="*/ 660 w 840"/>
              <a:gd name="p0y1" fmla="*/ 0 h 840"/>
              <a:gd name="p0x2" fmla="*/ 759 w 840"/>
              <a:gd name="p0y2" fmla="*/ 0 h 840"/>
              <a:gd name="p0x3" fmla="*/ 840 w 840"/>
              <a:gd name="p0y3" fmla="*/ 80 h 840"/>
              <a:gd name="p0x4" fmla="*/ 840 w 840"/>
              <a:gd name="p0y4" fmla="*/ 180 h 840"/>
              <a:gd name="p0x5" fmla="*/ 840 w 840"/>
              <a:gd name="p0y5" fmla="*/ 660 h 840"/>
              <a:gd name="p0x6" fmla="*/ 840 w 840"/>
              <a:gd name="p0y6" fmla="*/ 759 h 840"/>
              <a:gd name="p0x7" fmla="*/ 759 w 840"/>
              <a:gd name="p0y7" fmla="*/ 840 h 840"/>
              <a:gd name="p0x8" fmla="*/ 660 w 840"/>
              <a:gd name="p0y8" fmla="*/ 840 h 840"/>
              <a:gd name="p0x9" fmla="*/ 180 w 840"/>
              <a:gd name="p0y9" fmla="*/ 840 h 840"/>
              <a:gd name="p0x10" fmla="*/ 80 w 840"/>
              <a:gd name="p0y10" fmla="*/ 840 h 840"/>
              <a:gd name="p0x11" fmla="*/ 0 w 840"/>
              <a:gd name="p0y11" fmla="*/ 759 h 840"/>
              <a:gd name="p0x12" fmla="*/ 0 w 840"/>
              <a:gd name="p0y12" fmla="*/ 660 h 840"/>
              <a:gd name="p0x13" fmla="*/ 0 w 840"/>
              <a:gd name="p0y13" fmla="*/ 180 h 840"/>
              <a:gd name="p0x14" fmla="*/ 0 w 840"/>
              <a:gd name="p0y14" fmla="*/ 80 h 840"/>
              <a:gd name="p0x15" fmla="*/ 80 w 840"/>
              <a:gd name="p0y15" fmla="*/ 0 h 840"/>
              <a:gd name="p0x16" fmla="*/ 180 w 840"/>
              <a:gd name="p0y16" fmla="*/ 0 h 8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6B6D4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0" name="图片 39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 t="-6818" b="-6818"/>
          <a:stretch>
            <a:fillRect/>
          </a:stretch>
        </p:blipFill>
        <p:spPr>
          <a:xfrm>
            <a:off x="8454390" y="1595120"/>
            <a:ext cx="285750" cy="238125"/>
          </a:xfrm>
          <a:prstGeom prst="rect">
            <a:avLst/>
          </a:prstGeom>
        </p:spPr>
      </p:pic>
      <p:sp>
        <p:nvSpPr>
          <p:cNvPr id="41" name="文本框 40"/>
          <p:cNvSpPr txBox="1"/>
          <p:nvPr>
            <p:custDataLst>
              <p:tags r:id="rId39"/>
            </p:custDataLst>
          </p:nvPr>
        </p:nvSpPr>
        <p:spPr>
          <a:xfrm>
            <a:off x="8331174" y="2142173"/>
            <a:ext cx="3175026" cy="3257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关键历史节点与突破</a:t>
            </a:r>
            <a:endParaRPr sz="165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8330565" y="2557780"/>
            <a:ext cx="3175000" cy="313690"/>
            <a:chOff x="13119" y="4028"/>
            <a:chExt cx="5000" cy="494"/>
          </a:xfrm>
        </p:grpSpPr>
        <p:sp>
          <p:nvSpPr>
            <p:cNvPr id="42" name="任意多边形 41"/>
            <p:cNvSpPr/>
            <p:nvPr>
              <p:custDataLst>
                <p:tags r:id="rId40"/>
              </p:custDataLst>
            </p:nvPr>
          </p:nvSpPr>
          <p:spPr>
            <a:xfrm>
              <a:off x="13119" y="4028"/>
              <a:ext cx="5001" cy="495"/>
            </a:xfrm>
            <a:custGeom>
              <a:avLst/>
              <a:gdLst>
                <a:gd name="sw" fmla="*/ 1 w 5000"/>
                <a:gd name="sh" fmla="*/ 1 h 494"/>
                <a:gd name="mins" fmla="min sw sh"/>
                <a:gd name="dsw" fmla="+- 0 sw mins"/>
                <a:gd name="dsh" fmla="+- 0 sh mins"/>
                <a:gd name="p0x0" fmla="*/ 0 w 5000"/>
                <a:gd name="p0y0" fmla="*/ 0 h 494"/>
                <a:gd name="p0x1" fmla="*/ 5000 w 5000"/>
                <a:gd name="p0y1" fmla="*/ 0 h 494"/>
                <a:gd name="p0x2" fmla="*/ 5000 w 5000"/>
                <a:gd name="p0y2" fmla="*/ 494 h 494"/>
                <a:gd name="p0x3" fmla="*/ 0 w 5000"/>
                <a:gd name="p0y3" fmla="*/ 494 h 494"/>
                <a:gd name="p0x4" fmla="*/ 0 w 5000"/>
                <a:gd name="p0y4" fmla="*/ 0 h 49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任意多边形 42"/>
            <p:cNvSpPr/>
            <p:nvPr>
              <p:custDataLst>
                <p:tags r:id="rId41"/>
              </p:custDataLst>
            </p:nvPr>
          </p:nvSpPr>
          <p:spPr>
            <a:xfrm>
              <a:off x="13129" y="4508"/>
              <a:ext cx="4980" cy="15"/>
            </a:xfrm>
            <a:custGeom>
              <a:avLst/>
              <a:gdLst>
                <a:gd name="sw" fmla="*/ 1 w 4980"/>
                <a:gd name="sh" fmla="*/ 1 h 15"/>
                <a:gd name="mins" fmla="min sw sh"/>
                <a:gd name="dsw" fmla="+- 0 sw mins"/>
                <a:gd name="dsh" fmla="+- 0 sh mins"/>
                <a:gd name="p0x0" fmla="*/ 4980 w 4980"/>
                <a:gd name="p0y0" fmla="*/ 15 h 15"/>
                <a:gd name="p0x1" fmla="*/ 4950 w 4980"/>
                <a:gd name="p0y1" fmla="*/ 15 h 15"/>
                <a:gd name="p0x2" fmla="*/ 4950 w 4980"/>
                <a:gd name="p0y2" fmla="*/ 0 h 15"/>
                <a:gd name="p0x3" fmla="*/ 4979 w 4980"/>
                <a:gd name="p0y3" fmla="*/ 0 h 15"/>
                <a:gd name="p0x4" fmla="*/ 4980 w 4980"/>
                <a:gd name="p0y4" fmla="*/ 15 h 15"/>
                <a:gd name="p0x5" fmla="*/ 4935 w 4980"/>
                <a:gd name="p0y5" fmla="*/ 15 h 15"/>
                <a:gd name="p0x6" fmla="*/ 4904 w 4980"/>
                <a:gd name="p0y6" fmla="*/ 15 h 15"/>
                <a:gd name="p0x7" fmla="*/ 4904 w 4980"/>
                <a:gd name="p0y7" fmla="*/ 0 h 15"/>
                <a:gd name="p0x8" fmla="*/ 4935 w 4980"/>
                <a:gd name="p0y8" fmla="*/ 0 h 15"/>
                <a:gd name="p0x9" fmla="*/ 4935 w 4980"/>
                <a:gd name="p0y9" fmla="*/ 15 h 15"/>
                <a:gd name="p0x10" fmla="*/ 4890 w 4980"/>
                <a:gd name="p0y10" fmla="*/ 15 h 15"/>
                <a:gd name="p0x11" fmla="*/ 4860 w 4980"/>
                <a:gd name="p0y11" fmla="*/ 15 h 15"/>
                <a:gd name="p0x12" fmla="*/ 4860 w 4980"/>
                <a:gd name="p0y12" fmla="*/ 0 h 15"/>
                <a:gd name="p0x13" fmla="*/ 4890 w 4980"/>
                <a:gd name="p0y13" fmla="*/ 0 h 15"/>
                <a:gd name="p0x14" fmla="*/ 4890 w 4980"/>
                <a:gd name="p0y14" fmla="*/ 15 h 15"/>
                <a:gd name="p0x15" fmla="*/ 4845 w 4980"/>
                <a:gd name="p0y15" fmla="*/ 15 h 15"/>
                <a:gd name="p0x16" fmla="*/ 4815 w 4980"/>
                <a:gd name="p0y16" fmla="*/ 15 h 15"/>
                <a:gd name="p0x17" fmla="*/ 4815 w 4980"/>
                <a:gd name="p0y17" fmla="*/ 0 h 15"/>
                <a:gd name="p0x18" fmla="*/ 4845 w 4980"/>
                <a:gd name="p0y18" fmla="*/ 0 h 15"/>
                <a:gd name="p0x19" fmla="*/ 4845 w 4980"/>
                <a:gd name="p0y19" fmla="*/ 15 h 15"/>
                <a:gd name="p0x20" fmla="*/ 4800 w 4980"/>
                <a:gd name="p0y20" fmla="*/ 15 h 15"/>
                <a:gd name="p0x21" fmla="*/ 4770 w 4980"/>
                <a:gd name="p0y21" fmla="*/ 15 h 15"/>
                <a:gd name="p0x22" fmla="*/ 4770 w 4980"/>
                <a:gd name="p0y22" fmla="*/ 0 h 15"/>
                <a:gd name="p0x23" fmla="*/ 4799 w 4980"/>
                <a:gd name="p0y23" fmla="*/ 0 h 15"/>
                <a:gd name="p0x24" fmla="*/ 4800 w 4980"/>
                <a:gd name="p0y24" fmla="*/ 15 h 15"/>
                <a:gd name="p0x25" fmla="*/ 4755 w 4980"/>
                <a:gd name="p0y25" fmla="*/ 15 h 15"/>
                <a:gd name="p0x26" fmla="*/ 4725 w 4980"/>
                <a:gd name="p0y26" fmla="*/ 15 h 15"/>
                <a:gd name="p0x27" fmla="*/ 4725 w 4980"/>
                <a:gd name="p0y27" fmla="*/ 0 h 15"/>
                <a:gd name="p0x28" fmla="*/ 4755 w 4980"/>
                <a:gd name="p0y28" fmla="*/ 0 h 15"/>
                <a:gd name="p0x29" fmla="*/ 4755 w 4980"/>
                <a:gd name="p0y29" fmla="*/ 15 h 15"/>
                <a:gd name="p0x30" fmla="*/ 4710 w 4980"/>
                <a:gd name="p0y30" fmla="*/ 15 h 15"/>
                <a:gd name="p0x31" fmla="*/ 4680 w 4980"/>
                <a:gd name="p0y31" fmla="*/ 15 h 15"/>
                <a:gd name="p0x32" fmla="*/ 4680 w 4980"/>
                <a:gd name="p0y32" fmla="*/ 0 h 15"/>
                <a:gd name="p0x33" fmla="*/ 4710 w 4980"/>
                <a:gd name="p0y33" fmla="*/ 0 h 15"/>
                <a:gd name="p0x34" fmla="*/ 4710 w 4980"/>
                <a:gd name="p0y34" fmla="*/ 15 h 15"/>
                <a:gd name="p0x35" fmla="*/ 4665 w 4980"/>
                <a:gd name="p0y35" fmla="*/ 15 h 15"/>
                <a:gd name="p0x36" fmla="*/ 4634 w 4980"/>
                <a:gd name="p0y36" fmla="*/ 15 h 15"/>
                <a:gd name="p0x37" fmla="*/ 4634 w 4980"/>
                <a:gd name="p0y37" fmla="*/ 0 h 15"/>
                <a:gd name="p0x38" fmla="*/ 4665 w 4980"/>
                <a:gd name="p0y38" fmla="*/ 0 h 15"/>
                <a:gd name="p0x39" fmla="*/ 4665 w 4980"/>
                <a:gd name="p0y39" fmla="*/ 15 h 15"/>
                <a:gd name="p0x40" fmla="*/ 4620 w 4980"/>
                <a:gd name="p0y40" fmla="*/ 15 h 15"/>
                <a:gd name="p0x41" fmla="*/ 4590 w 4980"/>
                <a:gd name="p0y41" fmla="*/ 15 h 15"/>
                <a:gd name="p0x42" fmla="*/ 4590 w 4980"/>
                <a:gd name="p0y42" fmla="*/ 0 h 15"/>
                <a:gd name="p0x43" fmla="*/ 4620 w 4980"/>
                <a:gd name="p0y43" fmla="*/ 0 h 15"/>
                <a:gd name="p0x44" fmla="*/ 4620 w 4980"/>
                <a:gd name="p0y44" fmla="*/ 15 h 15"/>
                <a:gd name="p0x45" fmla="*/ 4574 w 4980"/>
                <a:gd name="p0y45" fmla="*/ 15 h 15"/>
                <a:gd name="p0x46" fmla="*/ 4545 w 4980"/>
                <a:gd name="p0y46" fmla="*/ 15 h 15"/>
                <a:gd name="p0x47" fmla="*/ 4545 w 4980"/>
                <a:gd name="p0y47" fmla="*/ 0 h 15"/>
                <a:gd name="p0x48" fmla="*/ 4574 w 4980"/>
                <a:gd name="p0y48" fmla="*/ 0 h 15"/>
                <a:gd name="p0x49" fmla="*/ 4574 w 4980"/>
                <a:gd name="p0y49" fmla="*/ 15 h 15"/>
                <a:gd name="p0x50" fmla="*/ 4530 w 4980"/>
                <a:gd name="p0y50" fmla="*/ 15 h 15"/>
                <a:gd name="p0x51" fmla="*/ 4500 w 4980"/>
                <a:gd name="p0y51" fmla="*/ 15 h 15"/>
                <a:gd name="p0x52" fmla="*/ 4500 w 4980"/>
                <a:gd name="p0y52" fmla="*/ 0 h 15"/>
                <a:gd name="p0x53" fmla="*/ 4529 w 4980"/>
                <a:gd name="p0y53" fmla="*/ 0 h 15"/>
                <a:gd name="p0x54" fmla="*/ 4530 w 4980"/>
                <a:gd name="p0y54" fmla="*/ 15 h 15"/>
                <a:gd name="p0x55" fmla="*/ 4485 w 4980"/>
                <a:gd name="p0y55" fmla="*/ 15 h 15"/>
                <a:gd name="p0x56" fmla="*/ 4455 w 4980"/>
                <a:gd name="p0y56" fmla="*/ 15 h 15"/>
                <a:gd name="p0x57" fmla="*/ 4455 w 4980"/>
                <a:gd name="p0y57" fmla="*/ 0 h 15"/>
                <a:gd name="p0x58" fmla="*/ 4485 w 4980"/>
                <a:gd name="p0y58" fmla="*/ 0 h 15"/>
                <a:gd name="p0x59" fmla="*/ 4485 w 4980"/>
                <a:gd name="p0y59" fmla="*/ 15 h 15"/>
                <a:gd name="p0x60" fmla="*/ 4440 w 4980"/>
                <a:gd name="p0y60" fmla="*/ 15 h 15"/>
                <a:gd name="p0x61" fmla="*/ 4410 w 4980"/>
                <a:gd name="p0y61" fmla="*/ 15 h 15"/>
                <a:gd name="p0x62" fmla="*/ 4410 w 4980"/>
                <a:gd name="p0y62" fmla="*/ 0 h 15"/>
                <a:gd name="p0x63" fmla="*/ 4440 w 4980"/>
                <a:gd name="p0y63" fmla="*/ 0 h 15"/>
                <a:gd name="p0x64" fmla="*/ 4440 w 4980"/>
                <a:gd name="p0y64" fmla="*/ 15 h 15"/>
                <a:gd name="p0x65" fmla="*/ 4395 w 4980"/>
                <a:gd name="p0y65" fmla="*/ 15 h 15"/>
                <a:gd name="p0x66" fmla="*/ 4365 w 4980"/>
                <a:gd name="p0y66" fmla="*/ 15 h 15"/>
                <a:gd name="p0x67" fmla="*/ 4365 w 4980"/>
                <a:gd name="p0y67" fmla="*/ 0 h 15"/>
                <a:gd name="p0x68" fmla="*/ 4395 w 4980"/>
                <a:gd name="p0y68" fmla="*/ 0 h 15"/>
                <a:gd name="p0x69" fmla="*/ 4395 w 4980"/>
                <a:gd name="p0y69" fmla="*/ 15 h 15"/>
                <a:gd name="p0x70" fmla="*/ 4350 w 4980"/>
                <a:gd name="p0y70" fmla="*/ 15 h 15"/>
                <a:gd name="p0x71" fmla="*/ 4320 w 4980"/>
                <a:gd name="p0y71" fmla="*/ 15 h 15"/>
                <a:gd name="p0x72" fmla="*/ 4320 w 4980"/>
                <a:gd name="p0y72" fmla="*/ 0 h 15"/>
                <a:gd name="p0x73" fmla="*/ 4350 w 4980"/>
                <a:gd name="p0y73" fmla="*/ 0 h 15"/>
                <a:gd name="p0x74" fmla="*/ 4350 w 4980"/>
                <a:gd name="p0y74" fmla="*/ 15 h 15"/>
                <a:gd name="p0x75" fmla="*/ 4305 w 4980"/>
                <a:gd name="p0y75" fmla="*/ 15 h 15"/>
                <a:gd name="p0x76" fmla="*/ 4275 w 4980"/>
                <a:gd name="p0y76" fmla="*/ 15 h 15"/>
                <a:gd name="p0x77" fmla="*/ 4275 w 4980"/>
                <a:gd name="p0y77" fmla="*/ 0 h 15"/>
                <a:gd name="p0x78" fmla="*/ 4305 w 4980"/>
                <a:gd name="p0y78" fmla="*/ 0 h 15"/>
                <a:gd name="p0x79" fmla="*/ 4305 w 4980"/>
                <a:gd name="p0y79" fmla="*/ 15 h 15"/>
                <a:gd name="p0x80" fmla="*/ 4260 w 4980"/>
                <a:gd name="p0y80" fmla="*/ 15 h 15"/>
                <a:gd name="p0x81" fmla="*/ 4230 w 4980"/>
                <a:gd name="p0y81" fmla="*/ 15 h 15"/>
                <a:gd name="p0x82" fmla="*/ 4230 w 4980"/>
                <a:gd name="p0y82" fmla="*/ 0 h 15"/>
                <a:gd name="p0x83" fmla="*/ 4260 w 4980"/>
                <a:gd name="p0y83" fmla="*/ 0 h 15"/>
                <a:gd name="p0x84" fmla="*/ 4260 w 4980"/>
                <a:gd name="p0y84" fmla="*/ 15 h 15"/>
                <a:gd name="p0x85" fmla="*/ 4215 w 4980"/>
                <a:gd name="p0y85" fmla="*/ 15 h 15"/>
                <a:gd name="p0x86" fmla="*/ 4185 w 4980"/>
                <a:gd name="p0y86" fmla="*/ 15 h 15"/>
                <a:gd name="p0x87" fmla="*/ 4185 w 4980"/>
                <a:gd name="p0y87" fmla="*/ 0 h 15"/>
                <a:gd name="p0x88" fmla="*/ 4215 w 4980"/>
                <a:gd name="p0y88" fmla="*/ 0 h 15"/>
                <a:gd name="p0x89" fmla="*/ 4215 w 4980"/>
                <a:gd name="p0y89" fmla="*/ 15 h 15"/>
                <a:gd name="p0x90" fmla="*/ 4170 w 4980"/>
                <a:gd name="p0y90" fmla="*/ 15 h 15"/>
                <a:gd name="p0x91" fmla="*/ 4140 w 4980"/>
                <a:gd name="p0y91" fmla="*/ 15 h 15"/>
                <a:gd name="p0x92" fmla="*/ 4140 w 4980"/>
                <a:gd name="p0y92" fmla="*/ 0 h 15"/>
                <a:gd name="p0x93" fmla="*/ 4170 w 4980"/>
                <a:gd name="p0y93" fmla="*/ 0 h 15"/>
                <a:gd name="p0x94" fmla="*/ 4170 w 4980"/>
                <a:gd name="p0y94" fmla="*/ 15 h 15"/>
                <a:gd name="p0x95" fmla="*/ 4125 w 4980"/>
                <a:gd name="p0y95" fmla="*/ 15 h 15"/>
                <a:gd name="p0x96" fmla="*/ 4095 w 4980"/>
                <a:gd name="p0y96" fmla="*/ 15 h 15"/>
                <a:gd name="p0x97" fmla="*/ 4095 w 4980"/>
                <a:gd name="p0y97" fmla="*/ 0 h 15"/>
                <a:gd name="p0x98" fmla="*/ 4125 w 4980"/>
                <a:gd name="p0y98" fmla="*/ 0 h 15"/>
                <a:gd name="p0x99" fmla="*/ 4125 w 4980"/>
                <a:gd name="p0y99" fmla="*/ 15 h 15"/>
                <a:gd name="p0x100" fmla="*/ 4080 w 4980"/>
                <a:gd name="p0y100" fmla="*/ 15 h 15"/>
                <a:gd name="p0x101" fmla="*/ 4050 w 4980"/>
                <a:gd name="p0y101" fmla="*/ 15 h 15"/>
                <a:gd name="p0x102" fmla="*/ 4050 w 4980"/>
                <a:gd name="p0y102" fmla="*/ 0 h 15"/>
                <a:gd name="p0x103" fmla="*/ 4080 w 4980"/>
                <a:gd name="p0y103" fmla="*/ 0 h 15"/>
                <a:gd name="p0x104" fmla="*/ 4080 w 4980"/>
                <a:gd name="p0y104" fmla="*/ 15 h 15"/>
                <a:gd name="p0x105" fmla="*/ 4035 w 4980"/>
                <a:gd name="p0y105" fmla="*/ 15 h 15"/>
                <a:gd name="p0x106" fmla="*/ 4005 w 4980"/>
                <a:gd name="p0y106" fmla="*/ 15 h 15"/>
                <a:gd name="p0x107" fmla="*/ 4005 w 4980"/>
                <a:gd name="p0y107" fmla="*/ 0 h 15"/>
                <a:gd name="p0x108" fmla="*/ 4035 w 4980"/>
                <a:gd name="p0y108" fmla="*/ 0 h 15"/>
                <a:gd name="p0x109" fmla="*/ 4035 w 4980"/>
                <a:gd name="p0y109" fmla="*/ 15 h 15"/>
                <a:gd name="p0x110" fmla="*/ 3989 w 4980"/>
                <a:gd name="p0y110" fmla="*/ 15 h 15"/>
                <a:gd name="p0x111" fmla="*/ 3960 w 4980"/>
                <a:gd name="p0y111" fmla="*/ 15 h 15"/>
                <a:gd name="p0x112" fmla="*/ 3960 w 4980"/>
                <a:gd name="p0y112" fmla="*/ 0 h 15"/>
                <a:gd name="p0x113" fmla="*/ 3989 w 4980"/>
                <a:gd name="p0y113" fmla="*/ 0 h 15"/>
                <a:gd name="p0x114" fmla="*/ 3989 w 4980"/>
                <a:gd name="p0y114" fmla="*/ 15 h 15"/>
                <a:gd name="p0x115" fmla="*/ 3945 w 4980"/>
                <a:gd name="p0y115" fmla="*/ 15 h 15"/>
                <a:gd name="p0x116" fmla="*/ 3915 w 4980"/>
                <a:gd name="p0y116" fmla="*/ 15 h 15"/>
                <a:gd name="p0x117" fmla="*/ 3915 w 4980"/>
                <a:gd name="p0y117" fmla="*/ 0 h 15"/>
                <a:gd name="p0x118" fmla="*/ 3945 w 4980"/>
                <a:gd name="p0y118" fmla="*/ 0 h 15"/>
                <a:gd name="p0x119" fmla="*/ 3945 w 4980"/>
                <a:gd name="p0y119" fmla="*/ 15 h 15"/>
                <a:gd name="p0x120" fmla="*/ 3900 w 4980"/>
                <a:gd name="p0y120" fmla="*/ 15 h 15"/>
                <a:gd name="p0x121" fmla="*/ 3870 w 4980"/>
                <a:gd name="p0y121" fmla="*/ 15 h 15"/>
                <a:gd name="p0x122" fmla="*/ 3870 w 4980"/>
                <a:gd name="p0y122" fmla="*/ 0 h 15"/>
                <a:gd name="p0x123" fmla="*/ 3900 w 4980"/>
                <a:gd name="p0y123" fmla="*/ 0 h 15"/>
                <a:gd name="p0x124" fmla="*/ 3900 w 4980"/>
                <a:gd name="p0y124" fmla="*/ 15 h 15"/>
                <a:gd name="p0x125" fmla="*/ 3855 w 4980"/>
                <a:gd name="p0y125" fmla="*/ 15 h 15"/>
                <a:gd name="p0x126" fmla="*/ 3825 w 4980"/>
                <a:gd name="p0y126" fmla="*/ 15 h 15"/>
                <a:gd name="p0x127" fmla="*/ 3825 w 4980"/>
                <a:gd name="p0y127" fmla="*/ 0 h 15"/>
                <a:gd name="p0x128" fmla="*/ 3855 w 4980"/>
                <a:gd name="p0y128" fmla="*/ 0 h 15"/>
                <a:gd name="p0x129" fmla="*/ 3855 w 4980"/>
                <a:gd name="p0y129" fmla="*/ 15 h 15"/>
                <a:gd name="p0x130" fmla="*/ 3810 w 4980"/>
                <a:gd name="p0y130" fmla="*/ 15 h 15"/>
                <a:gd name="p0x131" fmla="*/ 3780 w 4980"/>
                <a:gd name="p0y131" fmla="*/ 15 h 15"/>
                <a:gd name="p0x132" fmla="*/ 3780 w 4980"/>
                <a:gd name="p0y132" fmla="*/ 0 h 15"/>
                <a:gd name="p0x133" fmla="*/ 3810 w 4980"/>
                <a:gd name="p0y133" fmla="*/ 0 h 15"/>
                <a:gd name="p0x134" fmla="*/ 3810 w 4980"/>
                <a:gd name="p0y134" fmla="*/ 15 h 15"/>
                <a:gd name="p0x135" fmla="*/ 3765 w 4980"/>
                <a:gd name="p0y135" fmla="*/ 15 h 15"/>
                <a:gd name="p0x136" fmla="*/ 3735 w 4980"/>
                <a:gd name="p0y136" fmla="*/ 15 h 15"/>
                <a:gd name="p0x137" fmla="*/ 3735 w 4980"/>
                <a:gd name="p0y137" fmla="*/ 0 h 15"/>
                <a:gd name="p0x138" fmla="*/ 3765 w 4980"/>
                <a:gd name="p0y138" fmla="*/ 0 h 15"/>
                <a:gd name="p0x139" fmla="*/ 3765 w 4980"/>
                <a:gd name="p0y139" fmla="*/ 15 h 15"/>
                <a:gd name="p0x140" fmla="*/ 3719 w 4980"/>
                <a:gd name="p0y140" fmla="*/ 15 h 15"/>
                <a:gd name="p0x141" fmla="*/ 3690 w 4980"/>
                <a:gd name="p0y141" fmla="*/ 15 h 15"/>
                <a:gd name="p0x142" fmla="*/ 3690 w 4980"/>
                <a:gd name="p0y142" fmla="*/ 0 h 15"/>
                <a:gd name="p0x143" fmla="*/ 3719 w 4980"/>
                <a:gd name="p0y143" fmla="*/ 0 h 15"/>
                <a:gd name="p0x144" fmla="*/ 3719 w 4980"/>
                <a:gd name="p0y144" fmla="*/ 15 h 15"/>
                <a:gd name="p0x145" fmla="*/ 3675 w 4980"/>
                <a:gd name="p0y145" fmla="*/ 15 h 15"/>
                <a:gd name="p0x146" fmla="*/ 3645 w 4980"/>
                <a:gd name="p0y146" fmla="*/ 15 h 15"/>
                <a:gd name="p0x147" fmla="*/ 3645 w 4980"/>
                <a:gd name="p0y147" fmla="*/ 0 h 15"/>
                <a:gd name="p0x148" fmla="*/ 3675 w 4980"/>
                <a:gd name="p0y148" fmla="*/ 0 h 15"/>
                <a:gd name="p0x149" fmla="*/ 3675 w 4980"/>
                <a:gd name="p0y149" fmla="*/ 15 h 15"/>
                <a:gd name="p0x150" fmla="*/ 3630 w 4980"/>
                <a:gd name="p0y150" fmla="*/ 15 h 15"/>
                <a:gd name="p0x151" fmla="*/ 3600 w 4980"/>
                <a:gd name="p0y151" fmla="*/ 15 h 15"/>
                <a:gd name="p0x152" fmla="*/ 3600 w 4980"/>
                <a:gd name="p0y152" fmla="*/ 0 h 15"/>
                <a:gd name="p0x153" fmla="*/ 3630 w 4980"/>
                <a:gd name="p0y153" fmla="*/ 0 h 15"/>
                <a:gd name="p0x154" fmla="*/ 3630 w 4980"/>
                <a:gd name="p0y154" fmla="*/ 15 h 15"/>
                <a:gd name="p0x155" fmla="*/ 3585 w 4980"/>
                <a:gd name="p0y155" fmla="*/ 15 h 15"/>
                <a:gd name="p0x156" fmla="*/ 3555 w 4980"/>
                <a:gd name="p0y156" fmla="*/ 15 h 15"/>
                <a:gd name="p0x157" fmla="*/ 3555 w 4980"/>
                <a:gd name="p0y157" fmla="*/ 0 h 15"/>
                <a:gd name="p0x158" fmla="*/ 3585 w 4980"/>
                <a:gd name="p0y158" fmla="*/ 0 h 15"/>
                <a:gd name="p0x159" fmla="*/ 3585 w 4980"/>
                <a:gd name="p0y159" fmla="*/ 15 h 15"/>
                <a:gd name="p0x160" fmla="*/ 3540 w 4980"/>
                <a:gd name="p0y160" fmla="*/ 15 h 15"/>
                <a:gd name="p0x161" fmla="*/ 3510 w 4980"/>
                <a:gd name="p0y161" fmla="*/ 15 h 15"/>
                <a:gd name="p0x162" fmla="*/ 3510 w 4980"/>
                <a:gd name="p0y162" fmla="*/ 0 h 15"/>
                <a:gd name="p0x163" fmla="*/ 3540 w 4980"/>
                <a:gd name="p0y163" fmla="*/ 0 h 15"/>
                <a:gd name="p0x164" fmla="*/ 3540 w 4980"/>
                <a:gd name="p0y164" fmla="*/ 15 h 15"/>
                <a:gd name="p0x165" fmla="*/ 3495 w 4980"/>
                <a:gd name="p0y165" fmla="*/ 15 h 15"/>
                <a:gd name="p0x166" fmla="*/ 3464 w 4980"/>
                <a:gd name="p0y166" fmla="*/ 15 h 15"/>
                <a:gd name="p0x167" fmla="*/ 3464 w 4980"/>
                <a:gd name="p0y167" fmla="*/ 0 h 15"/>
                <a:gd name="p0x168" fmla="*/ 3495 w 4980"/>
                <a:gd name="p0y168" fmla="*/ 0 h 15"/>
                <a:gd name="p0x169" fmla="*/ 3495 w 4980"/>
                <a:gd name="p0y169" fmla="*/ 15 h 15"/>
                <a:gd name="p0x170" fmla="*/ 3449 w 4980"/>
                <a:gd name="p0y170" fmla="*/ 15 h 15"/>
                <a:gd name="p0x171" fmla="*/ 3420 w 4980"/>
                <a:gd name="p0y171" fmla="*/ 15 h 15"/>
                <a:gd name="p0x172" fmla="*/ 3420 w 4980"/>
                <a:gd name="p0y172" fmla="*/ 0 h 15"/>
                <a:gd name="p0x173" fmla="*/ 3449 w 4980"/>
                <a:gd name="p0y173" fmla="*/ 0 h 15"/>
                <a:gd name="p0x174" fmla="*/ 3449 w 4980"/>
                <a:gd name="p0y174" fmla="*/ 15 h 15"/>
                <a:gd name="p0x175" fmla="*/ 3405 w 4980"/>
                <a:gd name="p0y175" fmla="*/ 15 h 15"/>
                <a:gd name="p0x176" fmla="*/ 3375 w 4980"/>
                <a:gd name="p0y176" fmla="*/ 15 h 15"/>
                <a:gd name="p0x177" fmla="*/ 3375 w 4980"/>
                <a:gd name="p0y177" fmla="*/ 0 h 15"/>
                <a:gd name="p0x178" fmla="*/ 3405 w 4980"/>
                <a:gd name="p0y178" fmla="*/ 0 h 15"/>
                <a:gd name="p0x179" fmla="*/ 3405 w 4980"/>
                <a:gd name="p0y179" fmla="*/ 15 h 15"/>
                <a:gd name="p0x180" fmla="*/ 3360 w 4980"/>
                <a:gd name="p0y180" fmla="*/ 15 h 15"/>
                <a:gd name="p0x181" fmla="*/ 3329 w 4980"/>
                <a:gd name="p0y181" fmla="*/ 15 h 15"/>
                <a:gd name="p0x182" fmla="*/ 3329 w 4980"/>
                <a:gd name="p0y182" fmla="*/ 0 h 15"/>
                <a:gd name="p0x183" fmla="*/ 3360 w 4980"/>
                <a:gd name="p0y183" fmla="*/ 0 h 15"/>
                <a:gd name="p0x184" fmla="*/ 3360 w 4980"/>
                <a:gd name="p0y184" fmla="*/ 15 h 15"/>
                <a:gd name="p0x185" fmla="*/ 3315 w 4980"/>
                <a:gd name="p0y185" fmla="*/ 15 h 15"/>
                <a:gd name="p0x186" fmla="*/ 3285 w 4980"/>
                <a:gd name="p0y186" fmla="*/ 15 h 15"/>
                <a:gd name="p0x187" fmla="*/ 3285 w 4980"/>
                <a:gd name="p0y187" fmla="*/ 0 h 15"/>
                <a:gd name="p0x188" fmla="*/ 3315 w 4980"/>
                <a:gd name="p0y188" fmla="*/ 0 h 15"/>
                <a:gd name="p0x189" fmla="*/ 3315 w 4980"/>
                <a:gd name="p0y189" fmla="*/ 15 h 15"/>
                <a:gd name="p0x190" fmla="*/ 3270 w 4980"/>
                <a:gd name="p0y190" fmla="*/ 15 h 15"/>
                <a:gd name="p0x191" fmla="*/ 3240 w 4980"/>
                <a:gd name="p0y191" fmla="*/ 15 h 15"/>
                <a:gd name="p0x192" fmla="*/ 3240 w 4980"/>
                <a:gd name="p0y192" fmla="*/ 0 h 15"/>
                <a:gd name="p0x193" fmla="*/ 3270 w 4980"/>
                <a:gd name="p0y193" fmla="*/ 0 h 15"/>
                <a:gd name="p0x194" fmla="*/ 3270 w 4980"/>
                <a:gd name="p0y194" fmla="*/ 15 h 15"/>
                <a:gd name="p0x195" fmla="*/ 3225 w 4980"/>
                <a:gd name="p0y195" fmla="*/ 15 h 15"/>
                <a:gd name="p0x196" fmla="*/ 3194 w 4980"/>
                <a:gd name="p0y196" fmla="*/ 15 h 15"/>
                <a:gd name="p0x197" fmla="*/ 3194 w 4980"/>
                <a:gd name="p0y197" fmla="*/ 0 h 15"/>
                <a:gd name="p0x198" fmla="*/ 3225 w 4980"/>
                <a:gd name="p0y198" fmla="*/ 0 h 15"/>
                <a:gd name="p0x199" fmla="*/ 3225 w 4980"/>
                <a:gd name="p0y199" fmla="*/ 15 h 15"/>
                <a:gd name="p0x200" fmla="*/ 3179 w 4980"/>
                <a:gd name="p0y200" fmla="*/ 15 h 15"/>
                <a:gd name="p0x201" fmla="*/ 3150 w 4980"/>
                <a:gd name="p0y201" fmla="*/ 15 h 15"/>
                <a:gd name="p0x202" fmla="*/ 3150 w 4980"/>
                <a:gd name="p0y202" fmla="*/ 0 h 15"/>
                <a:gd name="p0x203" fmla="*/ 3179 w 4980"/>
                <a:gd name="p0y203" fmla="*/ 0 h 15"/>
                <a:gd name="p0x204" fmla="*/ 3179 w 4980"/>
                <a:gd name="p0y204" fmla="*/ 15 h 15"/>
                <a:gd name="p0x205" fmla="*/ 3135 w 4980"/>
                <a:gd name="p0y205" fmla="*/ 15 h 15"/>
                <a:gd name="p0x206" fmla="*/ 3105 w 4980"/>
                <a:gd name="p0y206" fmla="*/ 15 h 15"/>
                <a:gd name="p0x207" fmla="*/ 3105 w 4980"/>
                <a:gd name="p0y207" fmla="*/ 0 h 15"/>
                <a:gd name="p0x208" fmla="*/ 3135 w 4980"/>
                <a:gd name="p0y208" fmla="*/ 0 h 15"/>
                <a:gd name="p0x209" fmla="*/ 3135 w 4980"/>
                <a:gd name="p0y209" fmla="*/ 15 h 15"/>
                <a:gd name="p0x210" fmla="*/ 3090 w 4980"/>
                <a:gd name="p0y210" fmla="*/ 15 h 15"/>
                <a:gd name="p0x211" fmla="*/ 3060 w 4980"/>
                <a:gd name="p0y211" fmla="*/ 15 h 15"/>
                <a:gd name="p0x212" fmla="*/ 3060 w 4980"/>
                <a:gd name="p0y212" fmla="*/ 0 h 15"/>
                <a:gd name="p0x213" fmla="*/ 3090 w 4980"/>
                <a:gd name="p0y213" fmla="*/ 0 h 15"/>
                <a:gd name="p0x214" fmla="*/ 3090 w 4980"/>
                <a:gd name="p0y214" fmla="*/ 15 h 15"/>
                <a:gd name="p0x215" fmla="*/ 3044 w 4980"/>
                <a:gd name="p0y215" fmla="*/ 15 h 15"/>
                <a:gd name="p0x216" fmla="*/ 3015 w 4980"/>
                <a:gd name="p0y216" fmla="*/ 15 h 15"/>
                <a:gd name="p0x217" fmla="*/ 3015 w 4980"/>
                <a:gd name="p0y217" fmla="*/ 0 h 15"/>
                <a:gd name="p0x218" fmla="*/ 3044 w 4980"/>
                <a:gd name="p0y218" fmla="*/ 0 h 15"/>
                <a:gd name="p0x219" fmla="*/ 3044 w 4980"/>
                <a:gd name="p0y219" fmla="*/ 15 h 15"/>
                <a:gd name="p0x220" fmla="*/ 3000 w 4980"/>
                <a:gd name="p0y220" fmla="*/ 15 h 15"/>
                <a:gd name="p0x221" fmla="*/ 2970 w 4980"/>
                <a:gd name="p0y221" fmla="*/ 15 h 15"/>
                <a:gd name="p0x222" fmla="*/ 2970 w 4980"/>
                <a:gd name="p0y222" fmla="*/ 0 h 15"/>
                <a:gd name="p0x223" fmla="*/ 3000 w 4980"/>
                <a:gd name="p0y223" fmla="*/ 0 h 15"/>
                <a:gd name="p0x224" fmla="*/ 3000 w 4980"/>
                <a:gd name="p0y224" fmla="*/ 15 h 15"/>
                <a:gd name="p0x225" fmla="*/ 2955 w 4980"/>
                <a:gd name="p0y225" fmla="*/ 15 h 15"/>
                <a:gd name="p0x226" fmla="*/ 2925 w 4980"/>
                <a:gd name="p0y226" fmla="*/ 15 h 15"/>
                <a:gd name="p0x227" fmla="*/ 2925 w 4980"/>
                <a:gd name="p0y227" fmla="*/ 0 h 15"/>
                <a:gd name="p0x228" fmla="*/ 2955 w 4980"/>
                <a:gd name="p0y228" fmla="*/ 0 h 15"/>
                <a:gd name="p0x229" fmla="*/ 2955 w 4980"/>
                <a:gd name="p0y229" fmla="*/ 15 h 15"/>
                <a:gd name="p0x230" fmla="*/ 2909 w 4980"/>
                <a:gd name="p0y230" fmla="*/ 15 h 15"/>
                <a:gd name="p0x231" fmla="*/ 2880 w 4980"/>
                <a:gd name="p0y231" fmla="*/ 15 h 15"/>
                <a:gd name="p0x232" fmla="*/ 2880 w 4980"/>
                <a:gd name="p0y232" fmla="*/ 0 h 15"/>
                <a:gd name="p0x233" fmla="*/ 2909 w 4980"/>
                <a:gd name="p0y233" fmla="*/ 0 h 15"/>
                <a:gd name="p0x234" fmla="*/ 2909 w 4980"/>
                <a:gd name="p0y234" fmla="*/ 15 h 15"/>
                <a:gd name="p0x235" fmla="*/ 2865 w 4980"/>
                <a:gd name="p0y235" fmla="*/ 15 h 15"/>
                <a:gd name="p0x236" fmla="*/ 2835 w 4980"/>
                <a:gd name="p0y236" fmla="*/ 15 h 15"/>
                <a:gd name="p0x237" fmla="*/ 2835 w 4980"/>
                <a:gd name="p0y237" fmla="*/ 0 h 15"/>
                <a:gd name="p0x238" fmla="*/ 2865 w 4980"/>
                <a:gd name="p0y238" fmla="*/ 0 h 15"/>
                <a:gd name="p0x239" fmla="*/ 2865 w 4980"/>
                <a:gd name="p0y239" fmla="*/ 15 h 15"/>
                <a:gd name="p0x240" fmla="*/ 2820 w 4980"/>
                <a:gd name="p0y240" fmla="*/ 15 h 15"/>
                <a:gd name="p0x241" fmla="*/ 2789 w 4980"/>
                <a:gd name="p0y241" fmla="*/ 15 h 15"/>
                <a:gd name="p0x242" fmla="*/ 2789 w 4980"/>
                <a:gd name="p0y242" fmla="*/ 0 h 15"/>
                <a:gd name="p0x243" fmla="*/ 2820 w 4980"/>
                <a:gd name="p0y243" fmla="*/ 0 h 15"/>
                <a:gd name="p0x244" fmla="*/ 2820 w 4980"/>
                <a:gd name="p0y244" fmla="*/ 15 h 15"/>
                <a:gd name="p0x245" fmla="*/ 2775 w 4980"/>
                <a:gd name="p0y245" fmla="*/ 15 h 15"/>
                <a:gd name="p0x246" fmla="*/ 2745 w 4980"/>
                <a:gd name="p0y246" fmla="*/ 15 h 15"/>
                <a:gd name="p0x247" fmla="*/ 2745 w 4980"/>
                <a:gd name="p0y247" fmla="*/ 0 h 15"/>
                <a:gd name="p0x248" fmla="*/ 2775 w 4980"/>
                <a:gd name="p0y248" fmla="*/ 0 h 15"/>
                <a:gd name="p0x249" fmla="*/ 2775 w 4980"/>
                <a:gd name="p0y249" fmla="*/ 15 h 15"/>
                <a:gd name="p0x250" fmla="*/ 2730 w 4980"/>
                <a:gd name="p0y250" fmla="*/ 15 h 15"/>
                <a:gd name="p0x251" fmla="*/ 2700 w 4980"/>
                <a:gd name="p0y251" fmla="*/ 15 h 15"/>
                <a:gd name="p0x252" fmla="*/ 2700 w 4980"/>
                <a:gd name="p0y252" fmla="*/ 0 h 15"/>
                <a:gd name="p0x253" fmla="*/ 2730 w 4980"/>
                <a:gd name="p0y253" fmla="*/ 0 h 15"/>
                <a:gd name="p0x254" fmla="*/ 2730 w 4980"/>
                <a:gd name="p0y254" fmla="*/ 15 h 15"/>
                <a:gd name="p0x255" fmla="*/ 2685 w 4980"/>
                <a:gd name="p0y255" fmla="*/ 15 h 15"/>
                <a:gd name="p0x256" fmla="*/ 2655 w 4980"/>
                <a:gd name="p0y256" fmla="*/ 15 h 15"/>
                <a:gd name="p0x257" fmla="*/ 2655 w 4980"/>
                <a:gd name="p0y257" fmla="*/ 0 h 15"/>
                <a:gd name="p0x258" fmla="*/ 2685 w 4980"/>
                <a:gd name="p0y258" fmla="*/ 0 h 15"/>
                <a:gd name="p0x259" fmla="*/ 2685 w 4980"/>
                <a:gd name="p0y259" fmla="*/ 15 h 15"/>
                <a:gd name="p0x260" fmla="*/ 2640 w 4980"/>
                <a:gd name="p0y260" fmla="*/ 15 h 15"/>
                <a:gd name="p0x261" fmla="*/ 2610 w 4980"/>
                <a:gd name="p0y261" fmla="*/ 15 h 15"/>
                <a:gd name="p0x262" fmla="*/ 2610 w 4980"/>
                <a:gd name="p0y262" fmla="*/ 0 h 15"/>
                <a:gd name="p0x263" fmla="*/ 2640 w 4980"/>
                <a:gd name="p0y263" fmla="*/ 0 h 15"/>
                <a:gd name="p0x264" fmla="*/ 2640 w 4980"/>
                <a:gd name="p0y264" fmla="*/ 15 h 15"/>
                <a:gd name="p0x265" fmla="*/ 2595 w 4980"/>
                <a:gd name="p0y265" fmla="*/ 15 h 15"/>
                <a:gd name="p0x266" fmla="*/ 2565 w 4980"/>
                <a:gd name="p0y266" fmla="*/ 15 h 15"/>
                <a:gd name="p0x267" fmla="*/ 2565 w 4980"/>
                <a:gd name="p0y267" fmla="*/ 0 h 15"/>
                <a:gd name="p0x268" fmla="*/ 2595 w 4980"/>
                <a:gd name="p0y268" fmla="*/ 0 h 15"/>
                <a:gd name="p0x269" fmla="*/ 2595 w 4980"/>
                <a:gd name="p0y269" fmla="*/ 15 h 15"/>
                <a:gd name="p0x270" fmla="*/ 2550 w 4980"/>
                <a:gd name="p0y270" fmla="*/ 15 h 15"/>
                <a:gd name="p0x271" fmla="*/ 2519 w 4980"/>
                <a:gd name="p0y271" fmla="*/ 15 h 15"/>
                <a:gd name="p0x272" fmla="*/ 2519 w 4980"/>
                <a:gd name="p0y272" fmla="*/ 0 h 15"/>
                <a:gd name="p0x273" fmla="*/ 2550 w 4980"/>
                <a:gd name="p0y273" fmla="*/ 0 h 15"/>
                <a:gd name="p0x274" fmla="*/ 2550 w 4980"/>
                <a:gd name="p0y274" fmla="*/ 15 h 15"/>
                <a:gd name="p0x275" fmla="*/ 2505 w 4980"/>
                <a:gd name="p0y275" fmla="*/ 15 h 15"/>
                <a:gd name="p0x276" fmla="*/ 2475 w 4980"/>
                <a:gd name="p0y276" fmla="*/ 15 h 15"/>
                <a:gd name="p0x277" fmla="*/ 2475 w 4980"/>
                <a:gd name="p0y277" fmla="*/ 0 h 15"/>
                <a:gd name="p0x278" fmla="*/ 2505 w 4980"/>
                <a:gd name="p0y278" fmla="*/ 0 h 15"/>
                <a:gd name="p0x279" fmla="*/ 2505 w 4980"/>
                <a:gd name="p0y279" fmla="*/ 15 h 15"/>
                <a:gd name="p0x280" fmla="*/ 2460 w 4980"/>
                <a:gd name="p0y280" fmla="*/ 15 h 15"/>
                <a:gd name="p0x281" fmla="*/ 2430 w 4980"/>
                <a:gd name="p0y281" fmla="*/ 15 h 15"/>
                <a:gd name="p0x282" fmla="*/ 2430 w 4980"/>
                <a:gd name="p0y282" fmla="*/ 0 h 15"/>
                <a:gd name="p0x283" fmla="*/ 2460 w 4980"/>
                <a:gd name="p0y283" fmla="*/ 0 h 15"/>
                <a:gd name="p0x284" fmla="*/ 2460 w 4980"/>
                <a:gd name="p0y284" fmla="*/ 15 h 15"/>
                <a:gd name="p0x285" fmla="*/ 2415 w 4980"/>
                <a:gd name="p0y285" fmla="*/ 15 h 15"/>
                <a:gd name="p0x286" fmla="*/ 2385 w 4980"/>
                <a:gd name="p0y286" fmla="*/ 15 h 15"/>
                <a:gd name="p0x287" fmla="*/ 2385 w 4980"/>
                <a:gd name="p0y287" fmla="*/ 0 h 15"/>
                <a:gd name="p0x288" fmla="*/ 2415 w 4980"/>
                <a:gd name="p0y288" fmla="*/ 0 h 15"/>
                <a:gd name="p0x289" fmla="*/ 2415 w 4980"/>
                <a:gd name="p0y289" fmla="*/ 15 h 15"/>
                <a:gd name="p0x290" fmla="*/ 2370 w 4980"/>
                <a:gd name="p0y290" fmla="*/ 15 h 15"/>
                <a:gd name="p0x291" fmla="*/ 2340 w 4980"/>
                <a:gd name="p0y291" fmla="*/ 15 h 15"/>
                <a:gd name="p0x292" fmla="*/ 2340 w 4980"/>
                <a:gd name="p0y292" fmla="*/ 0 h 15"/>
                <a:gd name="p0x293" fmla="*/ 2370 w 4980"/>
                <a:gd name="p0y293" fmla="*/ 0 h 15"/>
                <a:gd name="p0x294" fmla="*/ 2370 w 4980"/>
                <a:gd name="p0y294" fmla="*/ 15 h 15"/>
                <a:gd name="p0x295" fmla="*/ 2325 w 4980"/>
                <a:gd name="p0y295" fmla="*/ 15 h 15"/>
                <a:gd name="p0x296" fmla="*/ 2295 w 4980"/>
                <a:gd name="p0y296" fmla="*/ 15 h 15"/>
                <a:gd name="p0x297" fmla="*/ 2295 w 4980"/>
                <a:gd name="p0y297" fmla="*/ 0 h 15"/>
                <a:gd name="p0x298" fmla="*/ 2325 w 4980"/>
                <a:gd name="p0y298" fmla="*/ 0 h 15"/>
                <a:gd name="p0x299" fmla="*/ 2325 w 4980"/>
                <a:gd name="p0y299" fmla="*/ 15 h 15"/>
                <a:gd name="p0x300" fmla="*/ 2280 w 4980"/>
                <a:gd name="p0y300" fmla="*/ 15 h 15"/>
                <a:gd name="p0x301" fmla="*/ 2250 w 4980"/>
                <a:gd name="p0y301" fmla="*/ 15 h 15"/>
                <a:gd name="p0x302" fmla="*/ 2250 w 4980"/>
                <a:gd name="p0y302" fmla="*/ 0 h 15"/>
                <a:gd name="p0x303" fmla="*/ 2280 w 4980"/>
                <a:gd name="p0y303" fmla="*/ 0 h 15"/>
                <a:gd name="p0x304" fmla="*/ 2280 w 4980"/>
                <a:gd name="p0y304" fmla="*/ 15 h 15"/>
                <a:gd name="p0x305" fmla="*/ 2235 w 4980"/>
                <a:gd name="p0y305" fmla="*/ 15 h 15"/>
                <a:gd name="p0x306" fmla="*/ 2205 w 4980"/>
                <a:gd name="p0y306" fmla="*/ 15 h 15"/>
                <a:gd name="p0x307" fmla="*/ 2205 w 4980"/>
                <a:gd name="p0y307" fmla="*/ 0 h 15"/>
                <a:gd name="p0x308" fmla="*/ 2235 w 4980"/>
                <a:gd name="p0y308" fmla="*/ 0 h 15"/>
                <a:gd name="p0x309" fmla="*/ 2235 w 4980"/>
                <a:gd name="p0y309" fmla="*/ 15 h 15"/>
                <a:gd name="p0x310" fmla="*/ 2190 w 4980"/>
                <a:gd name="p0y310" fmla="*/ 15 h 15"/>
                <a:gd name="p0x311" fmla="*/ 2160 w 4980"/>
                <a:gd name="p0y311" fmla="*/ 15 h 15"/>
                <a:gd name="p0x312" fmla="*/ 2160 w 4980"/>
                <a:gd name="p0y312" fmla="*/ 0 h 15"/>
                <a:gd name="p0x313" fmla="*/ 2190 w 4980"/>
                <a:gd name="p0y313" fmla="*/ 0 h 15"/>
                <a:gd name="p0x314" fmla="*/ 2190 w 4980"/>
                <a:gd name="p0y314" fmla="*/ 15 h 15"/>
                <a:gd name="p0x315" fmla="*/ 2145 w 4980"/>
                <a:gd name="p0y315" fmla="*/ 15 h 15"/>
                <a:gd name="p0x316" fmla="*/ 2115 w 4980"/>
                <a:gd name="p0y316" fmla="*/ 15 h 15"/>
                <a:gd name="p0x317" fmla="*/ 2115 w 4980"/>
                <a:gd name="p0y317" fmla="*/ 0 h 15"/>
                <a:gd name="p0x318" fmla="*/ 2145 w 4980"/>
                <a:gd name="p0y318" fmla="*/ 0 h 15"/>
                <a:gd name="p0x319" fmla="*/ 2145 w 4980"/>
                <a:gd name="p0y319" fmla="*/ 15 h 15"/>
                <a:gd name="p0x320" fmla="*/ 2100 w 4980"/>
                <a:gd name="p0y320" fmla="*/ 15 h 15"/>
                <a:gd name="p0x321" fmla="*/ 2070 w 4980"/>
                <a:gd name="p0y321" fmla="*/ 15 h 15"/>
                <a:gd name="p0x322" fmla="*/ 2070 w 4980"/>
                <a:gd name="p0y322" fmla="*/ 0 h 15"/>
                <a:gd name="p0x323" fmla="*/ 2100 w 4980"/>
                <a:gd name="p0y323" fmla="*/ 0 h 15"/>
                <a:gd name="p0x324" fmla="*/ 2100 w 4980"/>
                <a:gd name="p0y324" fmla="*/ 15 h 15"/>
                <a:gd name="p0x325" fmla="*/ 2055 w 4980"/>
                <a:gd name="p0y325" fmla="*/ 15 h 15"/>
                <a:gd name="p0x326" fmla="*/ 2025 w 4980"/>
                <a:gd name="p0y326" fmla="*/ 15 h 15"/>
                <a:gd name="p0x327" fmla="*/ 2025 w 4980"/>
                <a:gd name="p0y327" fmla="*/ 0 h 15"/>
                <a:gd name="p0x328" fmla="*/ 2055 w 4980"/>
                <a:gd name="p0y328" fmla="*/ 0 h 15"/>
                <a:gd name="p0x329" fmla="*/ 2055 w 4980"/>
                <a:gd name="p0y329" fmla="*/ 15 h 15"/>
                <a:gd name="p0x330" fmla="*/ 2010 w 4980"/>
                <a:gd name="p0y330" fmla="*/ 15 h 15"/>
                <a:gd name="p0x331" fmla="*/ 1980 w 4980"/>
                <a:gd name="p0y331" fmla="*/ 15 h 15"/>
                <a:gd name="p0x332" fmla="*/ 1980 w 4980"/>
                <a:gd name="p0y332" fmla="*/ 0 h 15"/>
                <a:gd name="p0x333" fmla="*/ 2010 w 4980"/>
                <a:gd name="p0y333" fmla="*/ 0 h 15"/>
                <a:gd name="p0x334" fmla="*/ 2010 w 4980"/>
                <a:gd name="p0y334" fmla="*/ 15 h 15"/>
                <a:gd name="p0x335" fmla="*/ 1965 w 4980"/>
                <a:gd name="p0y335" fmla="*/ 15 h 15"/>
                <a:gd name="p0x336" fmla="*/ 1935 w 4980"/>
                <a:gd name="p0y336" fmla="*/ 15 h 15"/>
                <a:gd name="p0x337" fmla="*/ 1935 w 4980"/>
                <a:gd name="p0y337" fmla="*/ 0 h 15"/>
                <a:gd name="p0x338" fmla="*/ 1965 w 4980"/>
                <a:gd name="p0y338" fmla="*/ 0 h 15"/>
                <a:gd name="p0x339" fmla="*/ 1965 w 4980"/>
                <a:gd name="p0y339" fmla="*/ 15 h 15"/>
                <a:gd name="p0x340" fmla="*/ 1920 w 4980"/>
                <a:gd name="p0y340" fmla="*/ 15 h 15"/>
                <a:gd name="p0x341" fmla="*/ 1890 w 4980"/>
                <a:gd name="p0y341" fmla="*/ 15 h 15"/>
                <a:gd name="p0x342" fmla="*/ 1890 w 4980"/>
                <a:gd name="p0y342" fmla="*/ 0 h 15"/>
                <a:gd name="p0x343" fmla="*/ 1920 w 4980"/>
                <a:gd name="p0y343" fmla="*/ 0 h 15"/>
                <a:gd name="p0x344" fmla="*/ 1920 w 4980"/>
                <a:gd name="p0y344" fmla="*/ 15 h 15"/>
                <a:gd name="p0x345" fmla="*/ 1875 w 4980"/>
                <a:gd name="p0y345" fmla="*/ 15 h 15"/>
                <a:gd name="p0x346" fmla="*/ 1845 w 4980"/>
                <a:gd name="p0y346" fmla="*/ 15 h 15"/>
                <a:gd name="p0x347" fmla="*/ 1845 w 4980"/>
                <a:gd name="p0y347" fmla="*/ 0 h 15"/>
                <a:gd name="p0x348" fmla="*/ 1875 w 4980"/>
                <a:gd name="p0y348" fmla="*/ 0 h 15"/>
                <a:gd name="p0x349" fmla="*/ 1875 w 4980"/>
                <a:gd name="p0y349" fmla="*/ 15 h 15"/>
                <a:gd name="p0x350" fmla="*/ 1830 w 4980"/>
                <a:gd name="p0y350" fmla="*/ 15 h 15"/>
                <a:gd name="p0x351" fmla="*/ 1800 w 4980"/>
                <a:gd name="p0y351" fmla="*/ 15 h 15"/>
                <a:gd name="p0x352" fmla="*/ 1800 w 4980"/>
                <a:gd name="p0y352" fmla="*/ 0 h 15"/>
                <a:gd name="p0x353" fmla="*/ 1830 w 4980"/>
                <a:gd name="p0y353" fmla="*/ 0 h 15"/>
                <a:gd name="p0x354" fmla="*/ 1830 w 4980"/>
                <a:gd name="p0y354" fmla="*/ 15 h 15"/>
                <a:gd name="p0x355" fmla="*/ 1785 w 4980"/>
                <a:gd name="p0y355" fmla="*/ 15 h 15"/>
                <a:gd name="p0x356" fmla="*/ 1755 w 4980"/>
                <a:gd name="p0y356" fmla="*/ 15 h 15"/>
                <a:gd name="p0x357" fmla="*/ 1755 w 4980"/>
                <a:gd name="p0y357" fmla="*/ 0 h 15"/>
                <a:gd name="p0x358" fmla="*/ 1785 w 4980"/>
                <a:gd name="p0y358" fmla="*/ 0 h 15"/>
                <a:gd name="p0x359" fmla="*/ 1785 w 4980"/>
                <a:gd name="p0y359" fmla="*/ 15 h 15"/>
                <a:gd name="p0x360" fmla="*/ 1740 w 4980"/>
                <a:gd name="p0y360" fmla="*/ 15 h 15"/>
                <a:gd name="p0x361" fmla="*/ 1710 w 4980"/>
                <a:gd name="p0y361" fmla="*/ 15 h 15"/>
                <a:gd name="p0x362" fmla="*/ 1710 w 4980"/>
                <a:gd name="p0y362" fmla="*/ 0 h 15"/>
                <a:gd name="p0x363" fmla="*/ 1740 w 4980"/>
                <a:gd name="p0y363" fmla="*/ 0 h 15"/>
                <a:gd name="p0x364" fmla="*/ 1740 w 4980"/>
                <a:gd name="p0y364" fmla="*/ 15 h 15"/>
                <a:gd name="p0x365" fmla="*/ 1695 w 4980"/>
                <a:gd name="p0y365" fmla="*/ 15 h 15"/>
                <a:gd name="p0x366" fmla="*/ 1665 w 4980"/>
                <a:gd name="p0y366" fmla="*/ 15 h 15"/>
                <a:gd name="p0x367" fmla="*/ 1665 w 4980"/>
                <a:gd name="p0y367" fmla="*/ 0 h 15"/>
                <a:gd name="p0x368" fmla="*/ 1695 w 4980"/>
                <a:gd name="p0y368" fmla="*/ 0 h 15"/>
                <a:gd name="p0x369" fmla="*/ 1695 w 4980"/>
                <a:gd name="p0y369" fmla="*/ 15 h 15"/>
                <a:gd name="p0x370" fmla="*/ 1650 w 4980"/>
                <a:gd name="p0y370" fmla="*/ 15 h 15"/>
                <a:gd name="p0x371" fmla="*/ 1620 w 4980"/>
                <a:gd name="p0y371" fmla="*/ 15 h 15"/>
                <a:gd name="p0x372" fmla="*/ 1620 w 4980"/>
                <a:gd name="p0y372" fmla="*/ 0 h 15"/>
                <a:gd name="p0x373" fmla="*/ 1650 w 4980"/>
                <a:gd name="p0y373" fmla="*/ 0 h 15"/>
                <a:gd name="p0x374" fmla="*/ 1650 w 4980"/>
                <a:gd name="p0y374" fmla="*/ 15 h 15"/>
                <a:gd name="p0x375" fmla="*/ 1605 w 4980"/>
                <a:gd name="p0y375" fmla="*/ 15 h 15"/>
                <a:gd name="p0x376" fmla="*/ 1575 w 4980"/>
                <a:gd name="p0y376" fmla="*/ 15 h 15"/>
                <a:gd name="p0x377" fmla="*/ 1575 w 4980"/>
                <a:gd name="p0y377" fmla="*/ 0 h 15"/>
                <a:gd name="p0x378" fmla="*/ 1605 w 4980"/>
                <a:gd name="p0y378" fmla="*/ 0 h 15"/>
                <a:gd name="p0x379" fmla="*/ 1605 w 4980"/>
                <a:gd name="p0y379" fmla="*/ 15 h 15"/>
                <a:gd name="p0x380" fmla="*/ 1560 w 4980"/>
                <a:gd name="p0y380" fmla="*/ 15 h 15"/>
                <a:gd name="p0x381" fmla="*/ 1530 w 4980"/>
                <a:gd name="p0y381" fmla="*/ 15 h 15"/>
                <a:gd name="p0x382" fmla="*/ 1530 w 4980"/>
                <a:gd name="p0y382" fmla="*/ 0 h 15"/>
                <a:gd name="p0x383" fmla="*/ 1560 w 4980"/>
                <a:gd name="p0y383" fmla="*/ 0 h 15"/>
                <a:gd name="p0x384" fmla="*/ 1560 w 4980"/>
                <a:gd name="p0y384" fmla="*/ 15 h 15"/>
                <a:gd name="p0x385" fmla="*/ 1515 w 4980"/>
                <a:gd name="p0y385" fmla="*/ 15 h 15"/>
                <a:gd name="p0x386" fmla="*/ 1485 w 4980"/>
                <a:gd name="p0y386" fmla="*/ 15 h 15"/>
                <a:gd name="p0x387" fmla="*/ 1485 w 4980"/>
                <a:gd name="p0y387" fmla="*/ 0 h 15"/>
                <a:gd name="p0x388" fmla="*/ 1515 w 4980"/>
                <a:gd name="p0y388" fmla="*/ 0 h 15"/>
                <a:gd name="p0x389" fmla="*/ 1515 w 4980"/>
                <a:gd name="p0y389" fmla="*/ 15 h 15"/>
                <a:gd name="p0x390" fmla="*/ 1470 w 4980"/>
                <a:gd name="p0y390" fmla="*/ 15 h 15"/>
                <a:gd name="p0x391" fmla="*/ 1440 w 4980"/>
                <a:gd name="p0y391" fmla="*/ 15 h 15"/>
                <a:gd name="p0x392" fmla="*/ 1440 w 4980"/>
                <a:gd name="p0y392" fmla="*/ 0 h 15"/>
                <a:gd name="p0x393" fmla="*/ 1470 w 4980"/>
                <a:gd name="p0y393" fmla="*/ 0 h 15"/>
                <a:gd name="p0x394" fmla="*/ 1470 w 4980"/>
                <a:gd name="p0y394" fmla="*/ 15 h 15"/>
                <a:gd name="p0x395" fmla="*/ 1425 w 4980"/>
                <a:gd name="p0y395" fmla="*/ 15 h 15"/>
                <a:gd name="p0x396" fmla="*/ 1395 w 4980"/>
                <a:gd name="p0y396" fmla="*/ 15 h 15"/>
                <a:gd name="p0x397" fmla="*/ 1395 w 4980"/>
                <a:gd name="p0y397" fmla="*/ 0 h 15"/>
                <a:gd name="p0x398" fmla="*/ 1425 w 4980"/>
                <a:gd name="p0y398" fmla="*/ 0 h 15"/>
                <a:gd name="p0x399" fmla="*/ 1425 w 4980"/>
                <a:gd name="p0y399" fmla="*/ 15 h 15"/>
                <a:gd name="p0x400" fmla="*/ 1380 w 4980"/>
                <a:gd name="p0y400" fmla="*/ 15 h 15"/>
                <a:gd name="p0x401" fmla="*/ 1350 w 4980"/>
                <a:gd name="p0y401" fmla="*/ 15 h 15"/>
                <a:gd name="p0x402" fmla="*/ 1350 w 4980"/>
                <a:gd name="p0y402" fmla="*/ 0 h 15"/>
                <a:gd name="p0x403" fmla="*/ 1380 w 4980"/>
                <a:gd name="p0y403" fmla="*/ 0 h 15"/>
                <a:gd name="p0x404" fmla="*/ 1380 w 4980"/>
                <a:gd name="p0y404" fmla="*/ 15 h 15"/>
                <a:gd name="p0x405" fmla="*/ 1335 w 4980"/>
                <a:gd name="p0y405" fmla="*/ 15 h 15"/>
                <a:gd name="p0x406" fmla="*/ 1305 w 4980"/>
                <a:gd name="p0y406" fmla="*/ 15 h 15"/>
                <a:gd name="p0x407" fmla="*/ 1305 w 4980"/>
                <a:gd name="p0y407" fmla="*/ 0 h 15"/>
                <a:gd name="p0x408" fmla="*/ 1335 w 4980"/>
                <a:gd name="p0y408" fmla="*/ 0 h 15"/>
                <a:gd name="p0x409" fmla="*/ 1335 w 4980"/>
                <a:gd name="p0y409" fmla="*/ 15 h 15"/>
                <a:gd name="p0x410" fmla="*/ 1290 w 4980"/>
                <a:gd name="p0y410" fmla="*/ 15 h 15"/>
                <a:gd name="p0x411" fmla="*/ 1260 w 4980"/>
                <a:gd name="p0y411" fmla="*/ 15 h 15"/>
                <a:gd name="p0x412" fmla="*/ 1260 w 4980"/>
                <a:gd name="p0y412" fmla="*/ 0 h 15"/>
                <a:gd name="p0x413" fmla="*/ 1290 w 4980"/>
                <a:gd name="p0y413" fmla="*/ 0 h 15"/>
                <a:gd name="p0x414" fmla="*/ 1290 w 4980"/>
                <a:gd name="p0y414" fmla="*/ 15 h 15"/>
                <a:gd name="p0x415" fmla="*/ 1245 w 4980"/>
                <a:gd name="p0y415" fmla="*/ 15 h 15"/>
                <a:gd name="p0x416" fmla="*/ 1215 w 4980"/>
                <a:gd name="p0y416" fmla="*/ 15 h 15"/>
                <a:gd name="p0x417" fmla="*/ 1215 w 4980"/>
                <a:gd name="p0y417" fmla="*/ 0 h 15"/>
                <a:gd name="p0x418" fmla="*/ 1245 w 4980"/>
                <a:gd name="p0y418" fmla="*/ 0 h 15"/>
                <a:gd name="p0x419" fmla="*/ 1245 w 4980"/>
                <a:gd name="p0y419" fmla="*/ 15 h 15"/>
                <a:gd name="p0x420" fmla="*/ 1200 w 4980"/>
                <a:gd name="p0y420" fmla="*/ 15 h 15"/>
                <a:gd name="p0x421" fmla="*/ 1170 w 4980"/>
                <a:gd name="p0y421" fmla="*/ 15 h 15"/>
                <a:gd name="p0x422" fmla="*/ 1170 w 4980"/>
                <a:gd name="p0y422" fmla="*/ 0 h 15"/>
                <a:gd name="p0x423" fmla="*/ 1200 w 4980"/>
                <a:gd name="p0y423" fmla="*/ 0 h 15"/>
                <a:gd name="p0x424" fmla="*/ 1200 w 4980"/>
                <a:gd name="p0y424" fmla="*/ 15 h 15"/>
                <a:gd name="p0x425" fmla="*/ 1155 w 4980"/>
                <a:gd name="p0y425" fmla="*/ 15 h 15"/>
                <a:gd name="p0x426" fmla="*/ 1125 w 4980"/>
                <a:gd name="p0y426" fmla="*/ 15 h 15"/>
                <a:gd name="p0x427" fmla="*/ 1125 w 4980"/>
                <a:gd name="p0y427" fmla="*/ 0 h 15"/>
                <a:gd name="p0x428" fmla="*/ 1155 w 4980"/>
                <a:gd name="p0y428" fmla="*/ 0 h 15"/>
                <a:gd name="p0x429" fmla="*/ 1155 w 4980"/>
                <a:gd name="p0y429" fmla="*/ 15 h 15"/>
                <a:gd name="p0x430" fmla="*/ 1110 w 4980"/>
                <a:gd name="p0y430" fmla="*/ 15 h 15"/>
                <a:gd name="p0x431" fmla="*/ 1080 w 4980"/>
                <a:gd name="p0y431" fmla="*/ 15 h 15"/>
                <a:gd name="p0x432" fmla="*/ 1080 w 4980"/>
                <a:gd name="p0y432" fmla="*/ 0 h 15"/>
                <a:gd name="p0x433" fmla="*/ 1110 w 4980"/>
                <a:gd name="p0y433" fmla="*/ 0 h 15"/>
                <a:gd name="p0x434" fmla="*/ 1110 w 4980"/>
                <a:gd name="p0y434" fmla="*/ 15 h 15"/>
                <a:gd name="p0x435" fmla="*/ 1065 w 4980"/>
                <a:gd name="p0y435" fmla="*/ 15 h 15"/>
                <a:gd name="p0x436" fmla="*/ 1035 w 4980"/>
                <a:gd name="p0y436" fmla="*/ 15 h 15"/>
                <a:gd name="p0x437" fmla="*/ 1035 w 4980"/>
                <a:gd name="p0y437" fmla="*/ 0 h 15"/>
                <a:gd name="p0x438" fmla="*/ 1065 w 4980"/>
                <a:gd name="p0y438" fmla="*/ 0 h 15"/>
                <a:gd name="p0x439" fmla="*/ 1065 w 4980"/>
                <a:gd name="p0y439" fmla="*/ 15 h 15"/>
                <a:gd name="p0x440" fmla="*/ 1020 w 4980"/>
                <a:gd name="p0y440" fmla="*/ 15 h 15"/>
                <a:gd name="p0x441" fmla="*/ 990 w 4980"/>
                <a:gd name="p0y441" fmla="*/ 15 h 15"/>
                <a:gd name="p0x442" fmla="*/ 990 w 4980"/>
                <a:gd name="p0y442" fmla="*/ 0 h 15"/>
                <a:gd name="p0x443" fmla="*/ 1020 w 4980"/>
                <a:gd name="p0y443" fmla="*/ 0 h 15"/>
                <a:gd name="p0x444" fmla="*/ 1020 w 4980"/>
                <a:gd name="p0y444" fmla="*/ 15 h 15"/>
                <a:gd name="p0x445" fmla="*/ 975 w 4980"/>
                <a:gd name="p0y445" fmla="*/ 15 h 15"/>
                <a:gd name="p0x446" fmla="*/ 945 w 4980"/>
                <a:gd name="p0y446" fmla="*/ 15 h 15"/>
                <a:gd name="p0x447" fmla="*/ 945 w 4980"/>
                <a:gd name="p0y447" fmla="*/ 0 h 15"/>
                <a:gd name="p0x448" fmla="*/ 975 w 4980"/>
                <a:gd name="p0y448" fmla="*/ 0 h 15"/>
                <a:gd name="p0x449" fmla="*/ 975 w 4980"/>
                <a:gd name="p0y449" fmla="*/ 15 h 15"/>
                <a:gd name="p0x450" fmla="*/ 930 w 4980"/>
                <a:gd name="p0y450" fmla="*/ 15 h 15"/>
                <a:gd name="p0x451" fmla="*/ 900 w 4980"/>
                <a:gd name="p0y451" fmla="*/ 15 h 15"/>
                <a:gd name="p0x452" fmla="*/ 900 w 4980"/>
                <a:gd name="p0y452" fmla="*/ 0 h 15"/>
                <a:gd name="p0x453" fmla="*/ 930 w 4980"/>
                <a:gd name="p0y453" fmla="*/ 0 h 15"/>
                <a:gd name="p0x454" fmla="*/ 930 w 4980"/>
                <a:gd name="p0y454" fmla="*/ 15 h 15"/>
                <a:gd name="p0x455" fmla="*/ 885 w 4980"/>
                <a:gd name="p0y455" fmla="*/ 15 h 15"/>
                <a:gd name="p0x456" fmla="*/ 855 w 4980"/>
                <a:gd name="p0y456" fmla="*/ 15 h 15"/>
                <a:gd name="p0x457" fmla="*/ 855 w 4980"/>
                <a:gd name="p0y457" fmla="*/ 0 h 15"/>
                <a:gd name="p0x458" fmla="*/ 885 w 4980"/>
                <a:gd name="p0y458" fmla="*/ 0 h 15"/>
                <a:gd name="p0x459" fmla="*/ 885 w 4980"/>
                <a:gd name="p0y459" fmla="*/ 15 h 15"/>
                <a:gd name="p0x460" fmla="*/ 840 w 4980"/>
                <a:gd name="p0y460" fmla="*/ 15 h 15"/>
                <a:gd name="p0x461" fmla="*/ 810 w 4980"/>
                <a:gd name="p0y461" fmla="*/ 15 h 15"/>
                <a:gd name="p0x462" fmla="*/ 810 w 4980"/>
                <a:gd name="p0y462" fmla="*/ 0 h 15"/>
                <a:gd name="p0x463" fmla="*/ 840 w 4980"/>
                <a:gd name="p0y463" fmla="*/ 0 h 15"/>
                <a:gd name="p0x464" fmla="*/ 840 w 4980"/>
                <a:gd name="p0y464" fmla="*/ 15 h 15"/>
                <a:gd name="p0x465" fmla="*/ 795 w 4980"/>
                <a:gd name="p0y465" fmla="*/ 15 h 15"/>
                <a:gd name="p0x466" fmla="*/ 765 w 4980"/>
                <a:gd name="p0y466" fmla="*/ 15 h 15"/>
                <a:gd name="p0x467" fmla="*/ 765 w 4980"/>
                <a:gd name="p0y467" fmla="*/ 0 h 15"/>
                <a:gd name="p0x468" fmla="*/ 795 w 4980"/>
                <a:gd name="p0y468" fmla="*/ 0 h 15"/>
                <a:gd name="p0x469" fmla="*/ 795 w 4980"/>
                <a:gd name="p0y469" fmla="*/ 15 h 15"/>
                <a:gd name="p0x470" fmla="*/ 750 w 4980"/>
                <a:gd name="p0y470" fmla="*/ 15 h 15"/>
                <a:gd name="p0x471" fmla="*/ 720 w 4980"/>
                <a:gd name="p0y471" fmla="*/ 15 h 15"/>
                <a:gd name="p0x472" fmla="*/ 720 w 4980"/>
                <a:gd name="p0y472" fmla="*/ 0 h 15"/>
                <a:gd name="p0x473" fmla="*/ 750 w 4980"/>
                <a:gd name="p0y473" fmla="*/ 0 h 15"/>
                <a:gd name="p0x474" fmla="*/ 750 w 4980"/>
                <a:gd name="p0y474" fmla="*/ 15 h 15"/>
                <a:gd name="p0x475" fmla="*/ 705 w 4980"/>
                <a:gd name="p0y475" fmla="*/ 15 h 15"/>
                <a:gd name="p0x476" fmla="*/ 675 w 4980"/>
                <a:gd name="p0y476" fmla="*/ 15 h 15"/>
                <a:gd name="p0x477" fmla="*/ 675 w 4980"/>
                <a:gd name="p0y477" fmla="*/ 0 h 15"/>
                <a:gd name="p0x478" fmla="*/ 705 w 4980"/>
                <a:gd name="p0y478" fmla="*/ 0 h 15"/>
                <a:gd name="p0x479" fmla="*/ 705 w 4980"/>
                <a:gd name="p0y479" fmla="*/ 15 h 15"/>
                <a:gd name="p0x480" fmla="*/ 660 w 4980"/>
                <a:gd name="p0y480" fmla="*/ 15 h 15"/>
                <a:gd name="p0x481" fmla="*/ 630 w 4980"/>
                <a:gd name="p0y481" fmla="*/ 15 h 15"/>
                <a:gd name="p0x482" fmla="*/ 630 w 4980"/>
                <a:gd name="p0y482" fmla="*/ 0 h 15"/>
                <a:gd name="p0x483" fmla="*/ 660 w 4980"/>
                <a:gd name="p0y483" fmla="*/ 0 h 15"/>
                <a:gd name="p0x484" fmla="*/ 660 w 4980"/>
                <a:gd name="p0y484" fmla="*/ 15 h 15"/>
                <a:gd name="p0x485" fmla="*/ 615 w 4980"/>
                <a:gd name="p0y485" fmla="*/ 15 h 15"/>
                <a:gd name="p0x486" fmla="*/ 585 w 4980"/>
                <a:gd name="p0y486" fmla="*/ 15 h 15"/>
                <a:gd name="p0x487" fmla="*/ 585 w 4980"/>
                <a:gd name="p0y487" fmla="*/ 0 h 15"/>
                <a:gd name="p0x488" fmla="*/ 615 w 4980"/>
                <a:gd name="p0y488" fmla="*/ 0 h 15"/>
                <a:gd name="p0x489" fmla="*/ 615 w 4980"/>
                <a:gd name="p0y489" fmla="*/ 15 h 15"/>
                <a:gd name="p0x490" fmla="*/ 570 w 4980"/>
                <a:gd name="p0y490" fmla="*/ 15 h 15"/>
                <a:gd name="p0x491" fmla="*/ 540 w 4980"/>
                <a:gd name="p0y491" fmla="*/ 15 h 15"/>
                <a:gd name="p0x492" fmla="*/ 540 w 4980"/>
                <a:gd name="p0y492" fmla="*/ 0 h 15"/>
                <a:gd name="p0x493" fmla="*/ 570 w 4980"/>
                <a:gd name="p0y493" fmla="*/ 0 h 15"/>
                <a:gd name="p0x494" fmla="*/ 570 w 4980"/>
                <a:gd name="p0y494" fmla="*/ 15 h 15"/>
                <a:gd name="p0x495" fmla="*/ 525 w 4980"/>
                <a:gd name="p0y495" fmla="*/ 15 h 15"/>
                <a:gd name="p0x496" fmla="*/ 495 w 4980"/>
                <a:gd name="p0y496" fmla="*/ 15 h 15"/>
                <a:gd name="p0x497" fmla="*/ 495 w 4980"/>
                <a:gd name="p0y497" fmla="*/ 0 h 15"/>
                <a:gd name="p0x498" fmla="*/ 525 w 4980"/>
                <a:gd name="p0y498" fmla="*/ 0 h 15"/>
                <a:gd name="p0x499" fmla="*/ 525 w 4980"/>
                <a:gd name="p0y499" fmla="*/ 15 h 15"/>
                <a:gd name="p0x500" fmla="*/ 480 w 4980"/>
                <a:gd name="p0y500" fmla="*/ 15 h 15"/>
                <a:gd name="p0x501" fmla="*/ 450 w 4980"/>
                <a:gd name="p0y501" fmla="*/ 15 h 15"/>
                <a:gd name="p0x502" fmla="*/ 450 w 4980"/>
                <a:gd name="p0y502" fmla="*/ 0 h 15"/>
                <a:gd name="p0x503" fmla="*/ 480 w 4980"/>
                <a:gd name="p0y503" fmla="*/ 0 h 15"/>
                <a:gd name="p0x504" fmla="*/ 480 w 4980"/>
                <a:gd name="p0y504" fmla="*/ 15 h 15"/>
                <a:gd name="p0x505" fmla="*/ 435 w 4980"/>
                <a:gd name="p0y505" fmla="*/ 15 h 15"/>
                <a:gd name="p0x506" fmla="*/ 405 w 4980"/>
                <a:gd name="p0y506" fmla="*/ 15 h 15"/>
                <a:gd name="p0x507" fmla="*/ 405 w 4980"/>
                <a:gd name="p0y507" fmla="*/ 0 h 15"/>
                <a:gd name="p0x508" fmla="*/ 435 w 4980"/>
                <a:gd name="p0y508" fmla="*/ 0 h 15"/>
                <a:gd name="p0x509" fmla="*/ 435 w 4980"/>
                <a:gd name="p0y509" fmla="*/ 15 h 15"/>
                <a:gd name="p0x510" fmla="*/ 390 w 4980"/>
                <a:gd name="p0y510" fmla="*/ 15 h 15"/>
                <a:gd name="p0x511" fmla="*/ 360 w 4980"/>
                <a:gd name="p0y511" fmla="*/ 15 h 15"/>
                <a:gd name="p0x512" fmla="*/ 360 w 4980"/>
                <a:gd name="p0y512" fmla="*/ 0 h 15"/>
                <a:gd name="p0x513" fmla="*/ 390 w 4980"/>
                <a:gd name="p0y513" fmla="*/ 0 h 15"/>
                <a:gd name="p0x514" fmla="*/ 390 w 4980"/>
                <a:gd name="p0y514" fmla="*/ 15 h 15"/>
                <a:gd name="p0x515" fmla="*/ 345 w 4980"/>
                <a:gd name="p0y515" fmla="*/ 15 h 15"/>
                <a:gd name="p0x516" fmla="*/ 315 w 4980"/>
                <a:gd name="p0y516" fmla="*/ 15 h 15"/>
                <a:gd name="p0x517" fmla="*/ 315 w 4980"/>
                <a:gd name="p0y517" fmla="*/ 0 h 15"/>
                <a:gd name="p0x518" fmla="*/ 345 w 4980"/>
                <a:gd name="p0y518" fmla="*/ 0 h 15"/>
                <a:gd name="p0x519" fmla="*/ 345 w 4980"/>
                <a:gd name="p0y519" fmla="*/ 15 h 15"/>
                <a:gd name="p0x520" fmla="*/ 300 w 4980"/>
                <a:gd name="p0y520" fmla="*/ 15 h 15"/>
                <a:gd name="p0x521" fmla="*/ 270 w 4980"/>
                <a:gd name="p0y521" fmla="*/ 15 h 15"/>
                <a:gd name="p0x522" fmla="*/ 270 w 4980"/>
                <a:gd name="p0y522" fmla="*/ 0 h 15"/>
                <a:gd name="p0x523" fmla="*/ 300 w 4980"/>
                <a:gd name="p0y523" fmla="*/ 0 h 15"/>
                <a:gd name="p0x524" fmla="*/ 300 w 4980"/>
                <a:gd name="p0y524" fmla="*/ 15 h 15"/>
                <a:gd name="p0x525" fmla="*/ 255 w 4980"/>
                <a:gd name="p0y525" fmla="*/ 15 h 15"/>
                <a:gd name="p0x526" fmla="*/ 225 w 4980"/>
                <a:gd name="p0y526" fmla="*/ 15 h 15"/>
                <a:gd name="p0x527" fmla="*/ 225 w 4980"/>
                <a:gd name="p0y527" fmla="*/ 0 h 15"/>
                <a:gd name="p0x528" fmla="*/ 255 w 4980"/>
                <a:gd name="p0y528" fmla="*/ 0 h 15"/>
                <a:gd name="p0x529" fmla="*/ 255 w 4980"/>
                <a:gd name="p0y529" fmla="*/ 15 h 15"/>
                <a:gd name="p0x530" fmla="*/ 210 w 4980"/>
                <a:gd name="p0y530" fmla="*/ 15 h 15"/>
                <a:gd name="p0x531" fmla="*/ 180 w 4980"/>
                <a:gd name="p0y531" fmla="*/ 15 h 15"/>
                <a:gd name="p0x532" fmla="*/ 180 w 4980"/>
                <a:gd name="p0y532" fmla="*/ 0 h 15"/>
                <a:gd name="p0x533" fmla="*/ 210 w 4980"/>
                <a:gd name="p0y533" fmla="*/ 0 h 15"/>
                <a:gd name="p0x534" fmla="*/ 210 w 4980"/>
                <a:gd name="p0y534" fmla="*/ 15 h 15"/>
                <a:gd name="p0x535" fmla="*/ 165 w 4980"/>
                <a:gd name="p0y535" fmla="*/ 15 h 15"/>
                <a:gd name="p0x536" fmla="*/ 135 w 4980"/>
                <a:gd name="p0y536" fmla="*/ 15 h 15"/>
                <a:gd name="p0x537" fmla="*/ 135 w 4980"/>
                <a:gd name="p0y537" fmla="*/ 0 h 15"/>
                <a:gd name="p0x538" fmla="*/ 165 w 4980"/>
                <a:gd name="p0y538" fmla="*/ 0 h 15"/>
                <a:gd name="p0x539" fmla="*/ 165 w 4980"/>
                <a:gd name="p0y539" fmla="*/ 15 h 15"/>
                <a:gd name="p0x540" fmla="*/ 120 w 4980"/>
                <a:gd name="p0y540" fmla="*/ 15 h 15"/>
                <a:gd name="p0x541" fmla="*/ 90 w 4980"/>
                <a:gd name="p0y541" fmla="*/ 15 h 15"/>
                <a:gd name="p0x542" fmla="*/ 90 w 4980"/>
                <a:gd name="p0y542" fmla="*/ 0 h 15"/>
                <a:gd name="p0x543" fmla="*/ 120 w 4980"/>
                <a:gd name="p0y543" fmla="*/ 0 h 15"/>
                <a:gd name="p0x544" fmla="*/ 120 w 4980"/>
                <a:gd name="p0y544" fmla="*/ 15 h 15"/>
                <a:gd name="p0x545" fmla="*/ 75 w 4980"/>
                <a:gd name="p0y545" fmla="*/ 15 h 15"/>
                <a:gd name="p0x546" fmla="*/ 45 w 4980"/>
                <a:gd name="p0y546" fmla="*/ 15 h 15"/>
                <a:gd name="p0x547" fmla="*/ 45 w 4980"/>
                <a:gd name="p0y547" fmla="*/ 0 h 15"/>
                <a:gd name="p0x548" fmla="*/ 75 w 4980"/>
                <a:gd name="p0y548" fmla="*/ 0 h 15"/>
                <a:gd name="p0x549" fmla="*/ 75 w 4980"/>
                <a:gd name="p0y549" fmla="*/ 15 h 15"/>
                <a:gd name="p0x550" fmla="*/ 30 w 4980"/>
                <a:gd name="p0y550" fmla="*/ 15 h 15"/>
                <a:gd name="p0x551" fmla="*/ 0 w 4980"/>
                <a:gd name="p0y551" fmla="*/ 15 h 15"/>
                <a:gd name="p0x552" fmla="*/ 0 w 4980"/>
                <a:gd name="p0y552" fmla="*/ 0 h 15"/>
                <a:gd name="p0x553" fmla="*/ 30 w 4980"/>
                <a:gd name="p0y553" fmla="*/ 0 h 15"/>
                <a:gd name="p0x554" fmla="*/ 30 w 4980"/>
                <a:gd name="p0y55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moveTo>
                    <a:pt x="p0x5" y="p0y5"/>
                  </a:moveTo>
                  <a:lnTo>
                    <a:pt x="p0x6" y="p0y6"/>
                  </a:lnTo>
                  <a:lnTo>
                    <a:pt x="p0x7" y="p0y7"/>
                  </a:lnTo>
                  <a:lnTo>
                    <a:pt x="p0x8" y="p0y8"/>
                  </a:lnTo>
                  <a:lnTo>
                    <a:pt x="p0x9" y="p0y9"/>
                  </a:lnTo>
                  <a:moveTo>
                    <a:pt x="p0x10" y="p0y10"/>
                  </a:moveTo>
                  <a:lnTo>
                    <a:pt x="p0x11" y="p0y11"/>
                  </a:lnTo>
                  <a:lnTo>
                    <a:pt x="p0x12" y="p0y12"/>
                  </a:lnTo>
                  <a:lnTo>
                    <a:pt x="p0x13" y="p0y13"/>
                  </a:lnTo>
                  <a:lnTo>
                    <a:pt x="p0x14" y="p0y14"/>
                  </a:lnTo>
                  <a:moveTo>
                    <a:pt x="p0x15" y="p0y15"/>
                  </a:moveTo>
                  <a:lnTo>
                    <a:pt x="p0x16" y="p0y16"/>
                  </a:lnTo>
                  <a:lnTo>
                    <a:pt x="p0x17" y="p0y17"/>
                  </a:lnTo>
                  <a:lnTo>
                    <a:pt x="p0x18" y="p0y18"/>
                  </a:lnTo>
                  <a:lnTo>
                    <a:pt x="p0x19" y="p0y19"/>
                  </a:lnTo>
                  <a:moveTo>
                    <a:pt x="p0x20" y="p0y20"/>
                  </a:moveTo>
                  <a:lnTo>
                    <a:pt x="p0x21" y="p0y21"/>
                  </a:lnTo>
                  <a:lnTo>
                    <a:pt x="p0x22" y="p0y22"/>
                  </a:lnTo>
                  <a:lnTo>
                    <a:pt x="p0x23" y="p0y23"/>
                  </a:lnTo>
                  <a:lnTo>
                    <a:pt x="p0x24" y="p0y24"/>
                  </a:lnTo>
                  <a:moveTo>
                    <a:pt x="p0x25" y="p0y25"/>
                  </a:moveTo>
                  <a:lnTo>
                    <a:pt x="p0x26" y="p0y26"/>
                  </a:lnTo>
                  <a:lnTo>
                    <a:pt x="p0x27" y="p0y27"/>
                  </a:lnTo>
                  <a:lnTo>
                    <a:pt x="p0x28" y="p0y28"/>
                  </a:lnTo>
                  <a:lnTo>
                    <a:pt x="p0x29" y="p0y29"/>
                  </a:lnTo>
                  <a:moveTo>
                    <a:pt x="p0x30" y="p0y30"/>
                  </a:moveTo>
                  <a:lnTo>
                    <a:pt x="p0x31" y="p0y31"/>
                  </a:lnTo>
                  <a:lnTo>
                    <a:pt x="p0x32" y="p0y32"/>
                  </a:lnTo>
                  <a:lnTo>
                    <a:pt x="p0x33" y="p0y33"/>
                  </a:lnTo>
                  <a:lnTo>
                    <a:pt x="p0x34" y="p0y34"/>
                  </a:lnTo>
                  <a:moveTo>
                    <a:pt x="p0x35" y="p0y35"/>
                  </a:moveTo>
                  <a:lnTo>
                    <a:pt x="p0x36" y="p0y36"/>
                  </a:lnTo>
                  <a:lnTo>
                    <a:pt x="p0x37" y="p0y37"/>
                  </a:lnTo>
                  <a:lnTo>
                    <a:pt x="p0x38" y="p0y38"/>
                  </a:lnTo>
                  <a:lnTo>
                    <a:pt x="p0x39" y="p0y39"/>
                  </a:lnTo>
                  <a:moveTo>
                    <a:pt x="p0x40" y="p0y40"/>
                  </a:moveTo>
                  <a:lnTo>
                    <a:pt x="p0x41" y="p0y41"/>
                  </a:lnTo>
                  <a:lnTo>
                    <a:pt x="p0x42" y="p0y42"/>
                  </a:lnTo>
                  <a:lnTo>
                    <a:pt x="p0x43" y="p0y43"/>
                  </a:lnTo>
                  <a:lnTo>
                    <a:pt x="p0x44" y="p0y44"/>
                  </a:lnTo>
                  <a:moveTo>
                    <a:pt x="p0x45" y="p0y45"/>
                  </a:moveTo>
                  <a:lnTo>
                    <a:pt x="p0x46" y="p0y46"/>
                  </a:lnTo>
                  <a:lnTo>
                    <a:pt x="p0x47" y="p0y47"/>
                  </a:lnTo>
                  <a:lnTo>
                    <a:pt x="p0x48" y="p0y48"/>
                  </a:lnTo>
                  <a:lnTo>
                    <a:pt x="p0x49" y="p0y49"/>
                  </a:lnTo>
                  <a:moveTo>
                    <a:pt x="p0x50" y="p0y50"/>
                  </a:moveTo>
                  <a:lnTo>
                    <a:pt x="p0x51" y="p0y51"/>
                  </a:lnTo>
                  <a:lnTo>
                    <a:pt x="p0x52" y="p0y52"/>
                  </a:lnTo>
                  <a:lnTo>
                    <a:pt x="p0x53" y="p0y53"/>
                  </a:lnTo>
                  <a:lnTo>
                    <a:pt x="p0x54" y="p0y54"/>
                  </a:lnTo>
                  <a:moveTo>
                    <a:pt x="p0x55" y="p0y55"/>
                  </a:moveTo>
                  <a:lnTo>
                    <a:pt x="p0x56" y="p0y56"/>
                  </a:lnTo>
                  <a:lnTo>
                    <a:pt x="p0x57" y="p0y57"/>
                  </a:lnTo>
                  <a:lnTo>
                    <a:pt x="p0x58" y="p0y58"/>
                  </a:lnTo>
                  <a:lnTo>
                    <a:pt x="p0x59" y="p0y59"/>
                  </a:lnTo>
                  <a:moveTo>
                    <a:pt x="p0x60" y="p0y60"/>
                  </a:moveTo>
                  <a:lnTo>
                    <a:pt x="p0x61" y="p0y61"/>
                  </a:lnTo>
                  <a:lnTo>
                    <a:pt x="p0x62" y="p0y62"/>
                  </a:lnTo>
                  <a:lnTo>
                    <a:pt x="p0x63" y="p0y63"/>
                  </a:lnTo>
                  <a:lnTo>
                    <a:pt x="p0x64" y="p0y64"/>
                  </a:lnTo>
                  <a:moveTo>
                    <a:pt x="p0x65" y="p0y65"/>
                  </a:moveTo>
                  <a:lnTo>
                    <a:pt x="p0x66" y="p0y66"/>
                  </a:lnTo>
                  <a:lnTo>
                    <a:pt x="p0x67" y="p0y67"/>
                  </a:lnTo>
                  <a:lnTo>
                    <a:pt x="p0x68" y="p0y68"/>
                  </a:lnTo>
                  <a:lnTo>
                    <a:pt x="p0x69" y="p0y69"/>
                  </a:lnTo>
                  <a:moveTo>
                    <a:pt x="p0x70" y="p0y70"/>
                  </a:moveTo>
                  <a:lnTo>
                    <a:pt x="p0x71" y="p0y71"/>
                  </a:lnTo>
                  <a:lnTo>
                    <a:pt x="p0x72" y="p0y72"/>
                  </a:lnTo>
                  <a:lnTo>
                    <a:pt x="p0x73" y="p0y73"/>
                  </a:lnTo>
                  <a:lnTo>
                    <a:pt x="p0x74" y="p0y74"/>
                  </a:lnTo>
                  <a:moveTo>
                    <a:pt x="p0x75" y="p0y75"/>
                  </a:moveTo>
                  <a:lnTo>
                    <a:pt x="p0x76" y="p0y76"/>
                  </a:lnTo>
                  <a:lnTo>
                    <a:pt x="p0x77" y="p0y77"/>
                  </a:lnTo>
                  <a:lnTo>
                    <a:pt x="p0x78" y="p0y78"/>
                  </a:lnTo>
                  <a:lnTo>
                    <a:pt x="p0x79" y="p0y79"/>
                  </a:lnTo>
                  <a:moveTo>
                    <a:pt x="p0x80" y="p0y80"/>
                  </a:moveTo>
                  <a:lnTo>
                    <a:pt x="p0x81" y="p0y81"/>
                  </a:lnTo>
                  <a:lnTo>
                    <a:pt x="p0x82" y="p0y82"/>
                  </a:lnTo>
                  <a:lnTo>
                    <a:pt x="p0x83" y="p0y83"/>
                  </a:lnTo>
                  <a:lnTo>
                    <a:pt x="p0x84" y="p0y84"/>
                  </a:lnTo>
                  <a:moveTo>
                    <a:pt x="p0x85" y="p0y85"/>
                  </a:moveTo>
                  <a:lnTo>
                    <a:pt x="p0x86" y="p0y86"/>
                  </a:lnTo>
                  <a:lnTo>
                    <a:pt x="p0x87" y="p0y87"/>
                  </a:lnTo>
                  <a:lnTo>
                    <a:pt x="p0x88" y="p0y88"/>
                  </a:lnTo>
                  <a:lnTo>
                    <a:pt x="p0x89" y="p0y89"/>
                  </a:lnTo>
                  <a:moveTo>
                    <a:pt x="p0x90" y="p0y90"/>
                  </a:moveTo>
                  <a:lnTo>
                    <a:pt x="p0x91" y="p0y91"/>
                  </a:lnTo>
                  <a:lnTo>
                    <a:pt x="p0x92" y="p0y92"/>
                  </a:lnTo>
                  <a:lnTo>
                    <a:pt x="p0x93" y="p0y93"/>
                  </a:lnTo>
                  <a:lnTo>
                    <a:pt x="p0x94" y="p0y94"/>
                  </a:lnTo>
                  <a:moveTo>
                    <a:pt x="p0x95" y="p0y95"/>
                  </a:moveTo>
                  <a:lnTo>
                    <a:pt x="p0x96" y="p0y96"/>
                  </a:lnTo>
                  <a:lnTo>
                    <a:pt x="p0x97" y="p0y97"/>
                  </a:lnTo>
                  <a:lnTo>
                    <a:pt x="p0x98" y="p0y98"/>
                  </a:lnTo>
                  <a:lnTo>
                    <a:pt x="p0x99" y="p0y99"/>
                  </a:lnTo>
                  <a:moveTo>
                    <a:pt x="p0x100" y="p0y100"/>
                  </a:moveTo>
                  <a:lnTo>
                    <a:pt x="p0x101" y="p0y101"/>
                  </a:lnTo>
                  <a:lnTo>
                    <a:pt x="p0x102" y="p0y102"/>
                  </a:lnTo>
                  <a:lnTo>
                    <a:pt x="p0x103" y="p0y103"/>
                  </a:lnTo>
                  <a:lnTo>
                    <a:pt x="p0x104" y="p0y104"/>
                  </a:lnTo>
                  <a:moveTo>
                    <a:pt x="p0x105" y="p0y105"/>
                  </a:moveTo>
                  <a:lnTo>
                    <a:pt x="p0x106" y="p0y106"/>
                  </a:lnTo>
                  <a:lnTo>
                    <a:pt x="p0x107" y="p0y107"/>
                  </a:lnTo>
                  <a:lnTo>
                    <a:pt x="p0x108" y="p0y108"/>
                  </a:lnTo>
                  <a:lnTo>
                    <a:pt x="p0x109" y="p0y109"/>
                  </a:lnTo>
                  <a:moveTo>
                    <a:pt x="p0x110" y="p0y110"/>
                  </a:moveTo>
                  <a:lnTo>
                    <a:pt x="p0x111" y="p0y111"/>
                  </a:lnTo>
                  <a:lnTo>
                    <a:pt x="p0x112" y="p0y112"/>
                  </a:lnTo>
                  <a:lnTo>
                    <a:pt x="p0x113" y="p0y113"/>
                  </a:lnTo>
                  <a:lnTo>
                    <a:pt x="p0x114" y="p0y114"/>
                  </a:lnTo>
                  <a:moveTo>
                    <a:pt x="p0x115" y="p0y115"/>
                  </a:moveTo>
                  <a:lnTo>
                    <a:pt x="p0x116" y="p0y116"/>
                  </a:lnTo>
                  <a:lnTo>
                    <a:pt x="p0x117" y="p0y117"/>
                  </a:lnTo>
                  <a:lnTo>
                    <a:pt x="p0x118" y="p0y118"/>
                  </a:lnTo>
                  <a:lnTo>
                    <a:pt x="p0x119" y="p0y119"/>
                  </a:lnTo>
                  <a:moveTo>
                    <a:pt x="p0x120" y="p0y120"/>
                  </a:moveTo>
                  <a:lnTo>
                    <a:pt x="p0x121" y="p0y121"/>
                  </a:lnTo>
                  <a:lnTo>
                    <a:pt x="p0x122" y="p0y122"/>
                  </a:lnTo>
                  <a:lnTo>
                    <a:pt x="p0x123" y="p0y123"/>
                  </a:lnTo>
                  <a:lnTo>
                    <a:pt x="p0x124" y="p0y124"/>
                  </a:lnTo>
                  <a:moveTo>
                    <a:pt x="p0x125" y="p0y125"/>
                  </a:moveTo>
                  <a:lnTo>
                    <a:pt x="p0x126" y="p0y126"/>
                  </a:lnTo>
                  <a:lnTo>
                    <a:pt x="p0x127" y="p0y127"/>
                  </a:lnTo>
                  <a:lnTo>
                    <a:pt x="p0x128" y="p0y128"/>
                  </a:lnTo>
                  <a:lnTo>
                    <a:pt x="p0x129" y="p0y129"/>
                  </a:lnTo>
                  <a:moveTo>
                    <a:pt x="p0x130" y="p0y130"/>
                  </a:moveTo>
                  <a:lnTo>
                    <a:pt x="p0x131" y="p0y131"/>
                  </a:lnTo>
                  <a:lnTo>
                    <a:pt x="p0x132" y="p0y132"/>
                  </a:lnTo>
                  <a:lnTo>
                    <a:pt x="p0x133" y="p0y133"/>
                  </a:lnTo>
                  <a:lnTo>
                    <a:pt x="p0x134" y="p0y134"/>
                  </a:lnTo>
                  <a:moveTo>
                    <a:pt x="p0x135" y="p0y135"/>
                  </a:moveTo>
                  <a:lnTo>
                    <a:pt x="p0x136" y="p0y136"/>
                  </a:lnTo>
                  <a:lnTo>
                    <a:pt x="p0x137" y="p0y137"/>
                  </a:lnTo>
                  <a:lnTo>
                    <a:pt x="p0x138" y="p0y138"/>
                  </a:lnTo>
                  <a:lnTo>
                    <a:pt x="p0x139" y="p0y139"/>
                  </a:lnTo>
                  <a:moveTo>
                    <a:pt x="p0x140" y="p0y140"/>
                  </a:moveTo>
                  <a:lnTo>
                    <a:pt x="p0x141" y="p0y141"/>
                  </a:lnTo>
                  <a:lnTo>
                    <a:pt x="p0x142" y="p0y142"/>
                  </a:lnTo>
                  <a:lnTo>
                    <a:pt x="p0x143" y="p0y143"/>
                  </a:lnTo>
                  <a:lnTo>
                    <a:pt x="p0x144" y="p0y144"/>
                  </a:lnTo>
                  <a:moveTo>
                    <a:pt x="p0x145" y="p0y145"/>
                  </a:moveTo>
                  <a:lnTo>
                    <a:pt x="p0x146" y="p0y146"/>
                  </a:lnTo>
                  <a:lnTo>
                    <a:pt x="p0x147" y="p0y147"/>
                  </a:lnTo>
                  <a:lnTo>
                    <a:pt x="p0x148" y="p0y148"/>
                  </a:lnTo>
                  <a:lnTo>
                    <a:pt x="p0x149" y="p0y149"/>
                  </a:lnTo>
                  <a:moveTo>
                    <a:pt x="p0x150" y="p0y150"/>
                  </a:moveTo>
                  <a:lnTo>
                    <a:pt x="p0x151" y="p0y151"/>
                  </a:lnTo>
                  <a:lnTo>
                    <a:pt x="p0x152" y="p0y152"/>
                  </a:lnTo>
                  <a:lnTo>
                    <a:pt x="p0x153" y="p0y153"/>
                  </a:lnTo>
                  <a:lnTo>
                    <a:pt x="p0x154" y="p0y154"/>
                  </a:lnTo>
                  <a:moveTo>
                    <a:pt x="p0x155" y="p0y155"/>
                  </a:moveTo>
                  <a:lnTo>
                    <a:pt x="p0x156" y="p0y156"/>
                  </a:lnTo>
                  <a:lnTo>
                    <a:pt x="p0x157" y="p0y157"/>
                  </a:lnTo>
                  <a:lnTo>
                    <a:pt x="p0x158" y="p0y158"/>
                  </a:lnTo>
                  <a:lnTo>
                    <a:pt x="p0x159" y="p0y159"/>
                  </a:lnTo>
                  <a:moveTo>
                    <a:pt x="p0x160" y="p0y160"/>
                  </a:moveTo>
                  <a:lnTo>
                    <a:pt x="p0x161" y="p0y161"/>
                  </a:lnTo>
                  <a:lnTo>
                    <a:pt x="p0x162" y="p0y162"/>
                  </a:lnTo>
                  <a:lnTo>
                    <a:pt x="p0x163" y="p0y163"/>
                  </a:lnTo>
                  <a:lnTo>
                    <a:pt x="p0x164" y="p0y164"/>
                  </a:lnTo>
                  <a:moveTo>
                    <a:pt x="p0x165" y="p0y165"/>
                  </a:moveTo>
                  <a:lnTo>
                    <a:pt x="p0x166" y="p0y166"/>
                  </a:lnTo>
                  <a:lnTo>
                    <a:pt x="p0x167" y="p0y167"/>
                  </a:lnTo>
                  <a:lnTo>
                    <a:pt x="p0x168" y="p0y168"/>
                  </a:lnTo>
                  <a:lnTo>
                    <a:pt x="p0x169" y="p0y169"/>
                  </a:lnTo>
                  <a:moveTo>
                    <a:pt x="p0x170" y="p0y170"/>
                  </a:moveTo>
                  <a:lnTo>
                    <a:pt x="p0x171" y="p0y171"/>
                  </a:lnTo>
                  <a:lnTo>
                    <a:pt x="p0x172" y="p0y172"/>
                  </a:lnTo>
                  <a:lnTo>
                    <a:pt x="p0x173" y="p0y173"/>
                  </a:lnTo>
                  <a:lnTo>
                    <a:pt x="p0x174" y="p0y174"/>
                  </a:lnTo>
                  <a:moveTo>
                    <a:pt x="p0x175" y="p0y175"/>
                  </a:moveTo>
                  <a:lnTo>
                    <a:pt x="p0x176" y="p0y176"/>
                  </a:lnTo>
                  <a:lnTo>
                    <a:pt x="p0x177" y="p0y177"/>
                  </a:lnTo>
                  <a:lnTo>
                    <a:pt x="p0x178" y="p0y178"/>
                  </a:lnTo>
                  <a:lnTo>
                    <a:pt x="p0x179" y="p0y179"/>
                  </a:lnTo>
                  <a:moveTo>
                    <a:pt x="p0x180" y="p0y180"/>
                  </a:moveTo>
                  <a:lnTo>
                    <a:pt x="p0x181" y="p0y181"/>
                  </a:lnTo>
                  <a:lnTo>
                    <a:pt x="p0x182" y="p0y182"/>
                  </a:lnTo>
                  <a:lnTo>
                    <a:pt x="p0x183" y="p0y183"/>
                  </a:lnTo>
                  <a:lnTo>
                    <a:pt x="p0x184" y="p0y184"/>
                  </a:lnTo>
                  <a:moveTo>
                    <a:pt x="p0x185" y="p0y185"/>
                  </a:moveTo>
                  <a:lnTo>
                    <a:pt x="p0x186" y="p0y186"/>
                  </a:lnTo>
                  <a:lnTo>
                    <a:pt x="p0x187" y="p0y187"/>
                  </a:lnTo>
                  <a:lnTo>
                    <a:pt x="p0x188" y="p0y188"/>
                  </a:lnTo>
                  <a:lnTo>
                    <a:pt x="p0x189" y="p0y189"/>
                  </a:lnTo>
                  <a:moveTo>
                    <a:pt x="p0x190" y="p0y190"/>
                  </a:moveTo>
                  <a:lnTo>
                    <a:pt x="p0x191" y="p0y191"/>
                  </a:lnTo>
                  <a:lnTo>
                    <a:pt x="p0x192" y="p0y192"/>
                  </a:lnTo>
                  <a:lnTo>
                    <a:pt x="p0x193" y="p0y193"/>
                  </a:lnTo>
                  <a:lnTo>
                    <a:pt x="p0x194" y="p0y194"/>
                  </a:lnTo>
                  <a:moveTo>
                    <a:pt x="p0x195" y="p0y195"/>
                  </a:moveTo>
                  <a:lnTo>
                    <a:pt x="p0x196" y="p0y196"/>
                  </a:lnTo>
                  <a:lnTo>
                    <a:pt x="p0x197" y="p0y197"/>
                  </a:lnTo>
                  <a:lnTo>
                    <a:pt x="p0x198" y="p0y198"/>
                  </a:lnTo>
                  <a:lnTo>
                    <a:pt x="p0x199" y="p0y199"/>
                  </a:lnTo>
                  <a:moveTo>
                    <a:pt x="p0x200" y="p0y200"/>
                  </a:moveTo>
                  <a:lnTo>
                    <a:pt x="p0x201" y="p0y201"/>
                  </a:lnTo>
                  <a:lnTo>
                    <a:pt x="p0x202" y="p0y202"/>
                  </a:lnTo>
                  <a:lnTo>
                    <a:pt x="p0x203" y="p0y203"/>
                  </a:lnTo>
                  <a:lnTo>
                    <a:pt x="p0x204" y="p0y204"/>
                  </a:lnTo>
                  <a:moveTo>
                    <a:pt x="p0x205" y="p0y205"/>
                  </a:moveTo>
                  <a:lnTo>
                    <a:pt x="p0x206" y="p0y206"/>
                  </a:lnTo>
                  <a:lnTo>
                    <a:pt x="p0x207" y="p0y207"/>
                  </a:lnTo>
                  <a:lnTo>
                    <a:pt x="p0x208" y="p0y208"/>
                  </a:lnTo>
                  <a:lnTo>
                    <a:pt x="p0x209" y="p0y209"/>
                  </a:lnTo>
                  <a:moveTo>
                    <a:pt x="p0x210" y="p0y210"/>
                  </a:moveTo>
                  <a:lnTo>
                    <a:pt x="p0x211" y="p0y211"/>
                  </a:lnTo>
                  <a:lnTo>
                    <a:pt x="p0x212" y="p0y212"/>
                  </a:lnTo>
                  <a:lnTo>
                    <a:pt x="p0x213" y="p0y213"/>
                  </a:lnTo>
                  <a:lnTo>
                    <a:pt x="p0x214" y="p0y214"/>
                  </a:lnTo>
                  <a:moveTo>
                    <a:pt x="p0x215" y="p0y215"/>
                  </a:moveTo>
                  <a:lnTo>
                    <a:pt x="p0x216" y="p0y216"/>
                  </a:lnTo>
                  <a:lnTo>
                    <a:pt x="p0x217" y="p0y217"/>
                  </a:lnTo>
                  <a:lnTo>
                    <a:pt x="p0x218" y="p0y218"/>
                  </a:lnTo>
                  <a:lnTo>
                    <a:pt x="p0x219" y="p0y219"/>
                  </a:lnTo>
                  <a:moveTo>
                    <a:pt x="p0x220" y="p0y220"/>
                  </a:moveTo>
                  <a:lnTo>
                    <a:pt x="p0x221" y="p0y221"/>
                  </a:lnTo>
                  <a:lnTo>
                    <a:pt x="p0x222" y="p0y222"/>
                  </a:lnTo>
                  <a:lnTo>
                    <a:pt x="p0x223" y="p0y223"/>
                  </a:lnTo>
                  <a:lnTo>
                    <a:pt x="p0x224" y="p0y224"/>
                  </a:lnTo>
                  <a:moveTo>
                    <a:pt x="p0x225" y="p0y225"/>
                  </a:moveTo>
                  <a:lnTo>
                    <a:pt x="p0x226" y="p0y226"/>
                  </a:lnTo>
                  <a:lnTo>
                    <a:pt x="p0x227" y="p0y227"/>
                  </a:lnTo>
                  <a:lnTo>
                    <a:pt x="p0x228" y="p0y228"/>
                  </a:lnTo>
                  <a:lnTo>
                    <a:pt x="p0x229" y="p0y229"/>
                  </a:lnTo>
                  <a:moveTo>
                    <a:pt x="p0x230" y="p0y230"/>
                  </a:moveTo>
                  <a:lnTo>
                    <a:pt x="p0x231" y="p0y231"/>
                  </a:lnTo>
                  <a:lnTo>
                    <a:pt x="p0x232" y="p0y232"/>
                  </a:lnTo>
                  <a:lnTo>
                    <a:pt x="p0x233" y="p0y233"/>
                  </a:lnTo>
                  <a:lnTo>
                    <a:pt x="p0x234" y="p0y234"/>
                  </a:lnTo>
                  <a:moveTo>
                    <a:pt x="p0x235" y="p0y235"/>
                  </a:moveTo>
                  <a:lnTo>
                    <a:pt x="p0x236" y="p0y236"/>
                  </a:lnTo>
                  <a:lnTo>
                    <a:pt x="p0x237" y="p0y237"/>
                  </a:lnTo>
                  <a:lnTo>
                    <a:pt x="p0x238" y="p0y238"/>
                  </a:lnTo>
                  <a:lnTo>
                    <a:pt x="p0x239" y="p0y239"/>
                  </a:lnTo>
                  <a:moveTo>
                    <a:pt x="p0x240" y="p0y240"/>
                  </a:moveTo>
                  <a:lnTo>
                    <a:pt x="p0x241" y="p0y241"/>
                  </a:lnTo>
                  <a:lnTo>
                    <a:pt x="p0x242" y="p0y242"/>
                  </a:lnTo>
                  <a:lnTo>
                    <a:pt x="p0x243" y="p0y243"/>
                  </a:lnTo>
                  <a:lnTo>
                    <a:pt x="p0x244" y="p0y244"/>
                  </a:lnTo>
                  <a:moveTo>
                    <a:pt x="p0x245" y="p0y245"/>
                  </a:moveTo>
                  <a:lnTo>
                    <a:pt x="p0x246" y="p0y246"/>
                  </a:lnTo>
                  <a:lnTo>
                    <a:pt x="p0x247" y="p0y247"/>
                  </a:lnTo>
                  <a:lnTo>
                    <a:pt x="p0x248" y="p0y248"/>
                  </a:lnTo>
                  <a:lnTo>
                    <a:pt x="p0x249" y="p0y249"/>
                  </a:lnTo>
                  <a:moveTo>
                    <a:pt x="p0x250" y="p0y250"/>
                  </a:moveTo>
                  <a:lnTo>
                    <a:pt x="p0x251" y="p0y251"/>
                  </a:lnTo>
                  <a:lnTo>
                    <a:pt x="p0x252" y="p0y252"/>
                  </a:lnTo>
                  <a:lnTo>
                    <a:pt x="p0x253" y="p0y253"/>
                  </a:lnTo>
                  <a:lnTo>
                    <a:pt x="p0x254" y="p0y254"/>
                  </a:lnTo>
                  <a:moveTo>
                    <a:pt x="p0x255" y="p0y255"/>
                  </a:moveTo>
                  <a:lnTo>
                    <a:pt x="p0x256" y="p0y256"/>
                  </a:lnTo>
                  <a:lnTo>
                    <a:pt x="p0x257" y="p0y257"/>
                  </a:lnTo>
                  <a:lnTo>
                    <a:pt x="p0x258" y="p0y258"/>
                  </a:lnTo>
                  <a:lnTo>
                    <a:pt x="p0x259" y="p0y259"/>
                  </a:lnTo>
                  <a:moveTo>
                    <a:pt x="p0x260" y="p0y260"/>
                  </a:moveTo>
                  <a:lnTo>
                    <a:pt x="p0x261" y="p0y261"/>
                  </a:lnTo>
                  <a:lnTo>
                    <a:pt x="p0x262" y="p0y262"/>
                  </a:lnTo>
                  <a:lnTo>
                    <a:pt x="p0x263" y="p0y263"/>
                  </a:lnTo>
                  <a:lnTo>
                    <a:pt x="p0x264" y="p0y264"/>
                  </a:lnTo>
                  <a:moveTo>
                    <a:pt x="p0x265" y="p0y265"/>
                  </a:moveTo>
                  <a:lnTo>
                    <a:pt x="p0x266" y="p0y266"/>
                  </a:lnTo>
                  <a:lnTo>
                    <a:pt x="p0x267" y="p0y267"/>
                  </a:lnTo>
                  <a:lnTo>
                    <a:pt x="p0x268" y="p0y268"/>
                  </a:lnTo>
                  <a:lnTo>
                    <a:pt x="p0x269" y="p0y269"/>
                  </a:lnTo>
                  <a:moveTo>
                    <a:pt x="p0x270" y="p0y270"/>
                  </a:moveTo>
                  <a:lnTo>
                    <a:pt x="p0x271" y="p0y271"/>
                  </a:lnTo>
                  <a:lnTo>
                    <a:pt x="p0x272" y="p0y272"/>
                  </a:lnTo>
                  <a:lnTo>
                    <a:pt x="p0x273" y="p0y273"/>
                  </a:lnTo>
                  <a:lnTo>
                    <a:pt x="p0x274" y="p0y274"/>
                  </a:lnTo>
                  <a:moveTo>
                    <a:pt x="p0x275" y="p0y275"/>
                  </a:moveTo>
                  <a:lnTo>
                    <a:pt x="p0x276" y="p0y276"/>
                  </a:lnTo>
                  <a:lnTo>
                    <a:pt x="p0x277" y="p0y277"/>
                  </a:lnTo>
                  <a:lnTo>
                    <a:pt x="p0x278" y="p0y278"/>
                  </a:lnTo>
                  <a:lnTo>
                    <a:pt x="p0x279" y="p0y279"/>
                  </a:lnTo>
                  <a:moveTo>
                    <a:pt x="p0x280" y="p0y280"/>
                  </a:moveTo>
                  <a:lnTo>
                    <a:pt x="p0x281" y="p0y281"/>
                  </a:lnTo>
                  <a:lnTo>
                    <a:pt x="p0x282" y="p0y282"/>
                  </a:lnTo>
                  <a:lnTo>
                    <a:pt x="p0x283" y="p0y283"/>
                  </a:lnTo>
                  <a:lnTo>
                    <a:pt x="p0x284" y="p0y284"/>
                  </a:lnTo>
                  <a:moveTo>
                    <a:pt x="p0x285" y="p0y285"/>
                  </a:moveTo>
                  <a:lnTo>
                    <a:pt x="p0x286" y="p0y286"/>
                  </a:lnTo>
                  <a:lnTo>
                    <a:pt x="p0x287" y="p0y287"/>
                  </a:lnTo>
                  <a:lnTo>
                    <a:pt x="p0x288" y="p0y288"/>
                  </a:lnTo>
                  <a:lnTo>
                    <a:pt x="p0x289" y="p0y289"/>
                  </a:lnTo>
                  <a:moveTo>
                    <a:pt x="p0x290" y="p0y290"/>
                  </a:moveTo>
                  <a:lnTo>
                    <a:pt x="p0x291" y="p0y291"/>
                  </a:lnTo>
                  <a:lnTo>
                    <a:pt x="p0x292" y="p0y292"/>
                  </a:lnTo>
                  <a:lnTo>
                    <a:pt x="p0x293" y="p0y293"/>
                  </a:lnTo>
                  <a:lnTo>
                    <a:pt x="p0x294" y="p0y294"/>
                  </a:lnTo>
                  <a:moveTo>
                    <a:pt x="p0x295" y="p0y295"/>
                  </a:moveTo>
                  <a:lnTo>
                    <a:pt x="p0x296" y="p0y296"/>
                  </a:lnTo>
                  <a:lnTo>
                    <a:pt x="p0x297" y="p0y297"/>
                  </a:lnTo>
                  <a:lnTo>
                    <a:pt x="p0x298" y="p0y298"/>
                  </a:lnTo>
                  <a:lnTo>
                    <a:pt x="p0x299" y="p0y299"/>
                  </a:lnTo>
                  <a:moveTo>
                    <a:pt x="p0x300" y="p0y300"/>
                  </a:moveTo>
                  <a:lnTo>
                    <a:pt x="p0x301" y="p0y301"/>
                  </a:lnTo>
                  <a:lnTo>
                    <a:pt x="p0x302" y="p0y302"/>
                  </a:lnTo>
                  <a:lnTo>
                    <a:pt x="p0x303" y="p0y303"/>
                  </a:lnTo>
                  <a:lnTo>
                    <a:pt x="p0x304" y="p0y304"/>
                  </a:lnTo>
                  <a:moveTo>
                    <a:pt x="p0x305" y="p0y305"/>
                  </a:moveTo>
                  <a:lnTo>
                    <a:pt x="p0x306" y="p0y306"/>
                  </a:lnTo>
                  <a:lnTo>
                    <a:pt x="p0x307" y="p0y307"/>
                  </a:lnTo>
                  <a:lnTo>
                    <a:pt x="p0x308" y="p0y308"/>
                  </a:lnTo>
                  <a:lnTo>
                    <a:pt x="p0x309" y="p0y309"/>
                  </a:lnTo>
                  <a:moveTo>
                    <a:pt x="p0x310" y="p0y310"/>
                  </a:moveTo>
                  <a:lnTo>
                    <a:pt x="p0x311" y="p0y311"/>
                  </a:lnTo>
                  <a:lnTo>
                    <a:pt x="p0x312" y="p0y312"/>
                  </a:lnTo>
                  <a:lnTo>
                    <a:pt x="p0x313" y="p0y313"/>
                  </a:lnTo>
                  <a:lnTo>
                    <a:pt x="p0x314" y="p0y314"/>
                  </a:lnTo>
                  <a:moveTo>
                    <a:pt x="p0x315" y="p0y315"/>
                  </a:moveTo>
                  <a:lnTo>
                    <a:pt x="p0x316" y="p0y316"/>
                  </a:lnTo>
                  <a:lnTo>
                    <a:pt x="p0x317" y="p0y317"/>
                  </a:lnTo>
                  <a:lnTo>
                    <a:pt x="p0x318" y="p0y318"/>
                  </a:lnTo>
                  <a:lnTo>
                    <a:pt x="p0x319" y="p0y319"/>
                  </a:lnTo>
                  <a:moveTo>
                    <a:pt x="p0x320" y="p0y320"/>
                  </a:moveTo>
                  <a:lnTo>
                    <a:pt x="p0x321" y="p0y321"/>
                  </a:lnTo>
                  <a:lnTo>
                    <a:pt x="p0x322" y="p0y322"/>
                  </a:lnTo>
                  <a:lnTo>
                    <a:pt x="p0x323" y="p0y323"/>
                  </a:lnTo>
                  <a:lnTo>
                    <a:pt x="p0x324" y="p0y324"/>
                  </a:lnTo>
                  <a:moveTo>
                    <a:pt x="p0x325" y="p0y325"/>
                  </a:moveTo>
                  <a:lnTo>
                    <a:pt x="p0x326" y="p0y326"/>
                  </a:lnTo>
                  <a:lnTo>
                    <a:pt x="p0x327" y="p0y327"/>
                  </a:lnTo>
                  <a:lnTo>
                    <a:pt x="p0x328" y="p0y328"/>
                  </a:lnTo>
                  <a:lnTo>
                    <a:pt x="p0x329" y="p0y329"/>
                  </a:lnTo>
                  <a:moveTo>
                    <a:pt x="p0x330" y="p0y330"/>
                  </a:moveTo>
                  <a:lnTo>
                    <a:pt x="p0x331" y="p0y331"/>
                  </a:lnTo>
                  <a:lnTo>
                    <a:pt x="p0x332" y="p0y332"/>
                  </a:lnTo>
                  <a:lnTo>
                    <a:pt x="p0x333" y="p0y333"/>
                  </a:lnTo>
                  <a:lnTo>
                    <a:pt x="p0x334" y="p0y334"/>
                  </a:lnTo>
                  <a:moveTo>
                    <a:pt x="p0x335" y="p0y335"/>
                  </a:moveTo>
                  <a:lnTo>
                    <a:pt x="p0x336" y="p0y336"/>
                  </a:lnTo>
                  <a:lnTo>
                    <a:pt x="p0x337" y="p0y337"/>
                  </a:lnTo>
                  <a:lnTo>
                    <a:pt x="p0x338" y="p0y338"/>
                  </a:lnTo>
                  <a:lnTo>
                    <a:pt x="p0x339" y="p0y339"/>
                  </a:lnTo>
                  <a:moveTo>
                    <a:pt x="p0x340" y="p0y340"/>
                  </a:moveTo>
                  <a:lnTo>
                    <a:pt x="p0x341" y="p0y341"/>
                  </a:lnTo>
                  <a:lnTo>
                    <a:pt x="p0x342" y="p0y342"/>
                  </a:lnTo>
                  <a:lnTo>
                    <a:pt x="p0x343" y="p0y343"/>
                  </a:lnTo>
                  <a:lnTo>
                    <a:pt x="p0x344" y="p0y344"/>
                  </a:lnTo>
                  <a:moveTo>
                    <a:pt x="p0x345" y="p0y345"/>
                  </a:moveTo>
                  <a:lnTo>
                    <a:pt x="p0x346" y="p0y346"/>
                  </a:lnTo>
                  <a:lnTo>
                    <a:pt x="p0x347" y="p0y347"/>
                  </a:lnTo>
                  <a:lnTo>
                    <a:pt x="p0x348" y="p0y348"/>
                  </a:lnTo>
                  <a:lnTo>
                    <a:pt x="p0x349" y="p0y349"/>
                  </a:lnTo>
                  <a:moveTo>
                    <a:pt x="p0x350" y="p0y350"/>
                  </a:moveTo>
                  <a:lnTo>
                    <a:pt x="p0x351" y="p0y351"/>
                  </a:lnTo>
                  <a:lnTo>
                    <a:pt x="p0x352" y="p0y352"/>
                  </a:lnTo>
                  <a:lnTo>
                    <a:pt x="p0x353" y="p0y353"/>
                  </a:lnTo>
                  <a:lnTo>
                    <a:pt x="p0x354" y="p0y354"/>
                  </a:lnTo>
                  <a:moveTo>
                    <a:pt x="p0x355" y="p0y355"/>
                  </a:moveTo>
                  <a:lnTo>
                    <a:pt x="p0x356" y="p0y356"/>
                  </a:lnTo>
                  <a:lnTo>
                    <a:pt x="p0x357" y="p0y357"/>
                  </a:lnTo>
                  <a:lnTo>
                    <a:pt x="p0x358" y="p0y358"/>
                  </a:lnTo>
                  <a:lnTo>
                    <a:pt x="p0x359" y="p0y359"/>
                  </a:lnTo>
                  <a:moveTo>
                    <a:pt x="p0x360" y="p0y360"/>
                  </a:moveTo>
                  <a:lnTo>
                    <a:pt x="p0x361" y="p0y361"/>
                  </a:lnTo>
                  <a:lnTo>
                    <a:pt x="p0x362" y="p0y362"/>
                  </a:lnTo>
                  <a:lnTo>
                    <a:pt x="p0x363" y="p0y363"/>
                  </a:lnTo>
                  <a:lnTo>
                    <a:pt x="p0x364" y="p0y364"/>
                  </a:lnTo>
                  <a:moveTo>
                    <a:pt x="p0x365" y="p0y365"/>
                  </a:moveTo>
                  <a:lnTo>
                    <a:pt x="p0x366" y="p0y366"/>
                  </a:lnTo>
                  <a:lnTo>
                    <a:pt x="p0x367" y="p0y367"/>
                  </a:lnTo>
                  <a:lnTo>
                    <a:pt x="p0x368" y="p0y368"/>
                  </a:lnTo>
                  <a:lnTo>
                    <a:pt x="p0x369" y="p0y369"/>
                  </a:lnTo>
                  <a:moveTo>
                    <a:pt x="p0x370" y="p0y370"/>
                  </a:moveTo>
                  <a:lnTo>
                    <a:pt x="p0x371" y="p0y371"/>
                  </a:lnTo>
                  <a:lnTo>
                    <a:pt x="p0x372" y="p0y372"/>
                  </a:lnTo>
                  <a:lnTo>
                    <a:pt x="p0x373" y="p0y373"/>
                  </a:lnTo>
                  <a:lnTo>
                    <a:pt x="p0x374" y="p0y374"/>
                  </a:lnTo>
                  <a:moveTo>
                    <a:pt x="p0x375" y="p0y375"/>
                  </a:moveTo>
                  <a:lnTo>
                    <a:pt x="p0x376" y="p0y376"/>
                  </a:lnTo>
                  <a:lnTo>
                    <a:pt x="p0x377" y="p0y377"/>
                  </a:lnTo>
                  <a:lnTo>
                    <a:pt x="p0x378" y="p0y378"/>
                  </a:lnTo>
                  <a:lnTo>
                    <a:pt x="p0x379" y="p0y379"/>
                  </a:lnTo>
                  <a:moveTo>
                    <a:pt x="p0x380" y="p0y380"/>
                  </a:moveTo>
                  <a:lnTo>
                    <a:pt x="p0x381" y="p0y381"/>
                  </a:lnTo>
                  <a:lnTo>
                    <a:pt x="p0x382" y="p0y382"/>
                  </a:lnTo>
                  <a:lnTo>
                    <a:pt x="p0x383" y="p0y383"/>
                  </a:lnTo>
                  <a:lnTo>
                    <a:pt x="p0x384" y="p0y384"/>
                  </a:lnTo>
                  <a:moveTo>
                    <a:pt x="p0x385" y="p0y385"/>
                  </a:moveTo>
                  <a:lnTo>
                    <a:pt x="p0x386" y="p0y386"/>
                  </a:lnTo>
                  <a:lnTo>
                    <a:pt x="p0x387" y="p0y387"/>
                  </a:lnTo>
                  <a:lnTo>
                    <a:pt x="p0x388" y="p0y388"/>
                  </a:lnTo>
                  <a:lnTo>
                    <a:pt x="p0x389" y="p0y389"/>
                  </a:lnTo>
                  <a:moveTo>
                    <a:pt x="p0x390" y="p0y390"/>
                  </a:moveTo>
                  <a:lnTo>
                    <a:pt x="p0x391" y="p0y391"/>
                  </a:lnTo>
                  <a:lnTo>
                    <a:pt x="p0x392" y="p0y392"/>
                  </a:lnTo>
                  <a:lnTo>
                    <a:pt x="p0x393" y="p0y393"/>
                  </a:lnTo>
                  <a:lnTo>
                    <a:pt x="p0x394" y="p0y394"/>
                  </a:lnTo>
                  <a:moveTo>
                    <a:pt x="p0x395" y="p0y395"/>
                  </a:moveTo>
                  <a:lnTo>
                    <a:pt x="p0x396" y="p0y396"/>
                  </a:lnTo>
                  <a:lnTo>
                    <a:pt x="p0x397" y="p0y397"/>
                  </a:lnTo>
                  <a:lnTo>
                    <a:pt x="p0x398" y="p0y398"/>
                  </a:lnTo>
                  <a:lnTo>
                    <a:pt x="p0x399" y="p0y399"/>
                  </a:lnTo>
                  <a:moveTo>
                    <a:pt x="p0x400" y="p0y400"/>
                  </a:moveTo>
                  <a:lnTo>
                    <a:pt x="p0x401" y="p0y401"/>
                  </a:lnTo>
                  <a:lnTo>
                    <a:pt x="p0x402" y="p0y402"/>
                  </a:lnTo>
                  <a:lnTo>
                    <a:pt x="p0x403" y="p0y403"/>
                  </a:lnTo>
                  <a:lnTo>
                    <a:pt x="p0x404" y="p0y404"/>
                  </a:lnTo>
                  <a:moveTo>
                    <a:pt x="p0x405" y="p0y405"/>
                  </a:moveTo>
                  <a:lnTo>
                    <a:pt x="p0x406" y="p0y406"/>
                  </a:lnTo>
                  <a:lnTo>
                    <a:pt x="p0x407" y="p0y407"/>
                  </a:lnTo>
                  <a:lnTo>
                    <a:pt x="p0x408" y="p0y408"/>
                  </a:lnTo>
                  <a:lnTo>
                    <a:pt x="p0x409" y="p0y409"/>
                  </a:lnTo>
                  <a:moveTo>
                    <a:pt x="p0x410" y="p0y410"/>
                  </a:moveTo>
                  <a:lnTo>
                    <a:pt x="p0x411" y="p0y411"/>
                  </a:lnTo>
                  <a:lnTo>
                    <a:pt x="p0x412" y="p0y412"/>
                  </a:lnTo>
                  <a:lnTo>
                    <a:pt x="p0x413" y="p0y413"/>
                  </a:lnTo>
                  <a:lnTo>
                    <a:pt x="p0x414" y="p0y414"/>
                  </a:lnTo>
                  <a:moveTo>
                    <a:pt x="p0x415" y="p0y415"/>
                  </a:moveTo>
                  <a:lnTo>
                    <a:pt x="p0x416" y="p0y416"/>
                  </a:lnTo>
                  <a:lnTo>
                    <a:pt x="p0x417" y="p0y417"/>
                  </a:lnTo>
                  <a:lnTo>
                    <a:pt x="p0x418" y="p0y418"/>
                  </a:lnTo>
                  <a:lnTo>
                    <a:pt x="p0x419" y="p0y419"/>
                  </a:lnTo>
                  <a:moveTo>
                    <a:pt x="p0x420" y="p0y420"/>
                  </a:moveTo>
                  <a:lnTo>
                    <a:pt x="p0x421" y="p0y421"/>
                  </a:lnTo>
                  <a:lnTo>
                    <a:pt x="p0x422" y="p0y422"/>
                  </a:lnTo>
                  <a:lnTo>
                    <a:pt x="p0x423" y="p0y423"/>
                  </a:lnTo>
                  <a:lnTo>
                    <a:pt x="p0x424" y="p0y424"/>
                  </a:lnTo>
                  <a:moveTo>
                    <a:pt x="p0x425" y="p0y425"/>
                  </a:moveTo>
                  <a:lnTo>
                    <a:pt x="p0x426" y="p0y426"/>
                  </a:lnTo>
                  <a:lnTo>
                    <a:pt x="p0x427" y="p0y427"/>
                  </a:lnTo>
                  <a:lnTo>
                    <a:pt x="p0x428" y="p0y428"/>
                  </a:lnTo>
                  <a:lnTo>
                    <a:pt x="p0x429" y="p0y429"/>
                  </a:lnTo>
                  <a:moveTo>
                    <a:pt x="p0x430" y="p0y430"/>
                  </a:moveTo>
                  <a:lnTo>
                    <a:pt x="p0x431" y="p0y431"/>
                  </a:lnTo>
                  <a:lnTo>
                    <a:pt x="p0x432" y="p0y432"/>
                  </a:lnTo>
                  <a:lnTo>
                    <a:pt x="p0x433" y="p0y433"/>
                  </a:lnTo>
                  <a:lnTo>
                    <a:pt x="p0x434" y="p0y434"/>
                  </a:lnTo>
                  <a:moveTo>
                    <a:pt x="p0x435" y="p0y435"/>
                  </a:moveTo>
                  <a:lnTo>
                    <a:pt x="p0x436" y="p0y436"/>
                  </a:lnTo>
                  <a:lnTo>
                    <a:pt x="p0x437" y="p0y437"/>
                  </a:lnTo>
                  <a:lnTo>
                    <a:pt x="p0x438" y="p0y438"/>
                  </a:lnTo>
                  <a:lnTo>
                    <a:pt x="p0x439" y="p0y439"/>
                  </a:lnTo>
                  <a:moveTo>
                    <a:pt x="p0x440" y="p0y440"/>
                  </a:moveTo>
                  <a:lnTo>
                    <a:pt x="p0x441" y="p0y441"/>
                  </a:lnTo>
                  <a:lnTo>
                    <a:pt x="p0x442" y="p0y442"/>
                  </a:lnTo>
                  <a:lnTo>
                    <a:pt x="p0x443" y="p0y443"/>
                  </a:lnTo>
                  <a:lnTo>
                    <a:pt x="p0x444" y="p0y444"/>
                  </a:lnTo>
                  <a:moveTo>
                    <a:pt x="p0x445" y="p0y445"/>
                  </a:moveTo>
                  <a:lnTo>
                    <a:pt x="p0x446" y="p0y446"/>
                  </a:lnTo>
                  <a:lnTo>
                    <a:pt x="p0x447" y="p0y447"/>
                  </a:lnTo>
                  <a:lnTo>
                    <a:pt x="p0x448" y="p0y448"/>
                  </a:lnTo>
                  <a:lnTo>
                    <a:pt x="p0x449" y="p0y449"/>
                  </a:lnTo>
                  <a:moveTo>
                    <a:pt x="p0x450" y="p0y450"/>
                  </a:moveTo>
                  <a:lnTo>
                    <a:pt x="p0x451" y="p0y451"/>
                  </a:lnTo>
                  <a:lnTo>
                    <a:pt x="p0x452" y="p0y452"/>
                  </a:lnTo>
                  <a:lnTo>
                    <a:pt x="p0x453" y="p0y453"/>
                  </a:lnTo>
                  <a:lnTo>
                    <a:pt x="p0x454" y="p0y454"/>
                  </a:lnTo>
                  <a:moveTo>
                    <a:pt x="p0x455" y="p0y455"/>
                  </a:moveTo>
                  <a:lnTo>
                    <a:pt x="p0x456" y="p0y456"/>
                  </a:lnTo>
                  <a:lnTo>
                    <a:pt x="p0x457" y="p0y457"/>
                  </a:lnTo>
                  <a:lnTo>
                    <a:pt x="p0x458" y="p0y458"/>
                  </a:lnTo>
                  <a:lnTo>
                    <a:pt x="p0x459" y="p0y459"/>
                  </a:lnTo>
                  <a:moveTo>
                    <a:pt x="p0x460" y="p0y460"/>
                  </a:moveTo>
                  <a:lnTo>
                    <a:pt x="p0x461" y="p0y461"/>
                  </a:lnTo>
                  <a:lnTo>
                    <a:pt x="p0x462" y="p0y462"/>
                  </a:lnTo>
                  <a:lnTo>
                    <a:pt x="p0x463" y="p0y463"/>
                  </a:lnTo>
                  <a:lnTo>
                    <a:pt x="p0x464" y="p0y464"/>
                  </a:lnTo>
                  <a:moveTo>
                    <a:pt x="p0x465" y="p0y465"/>
                  </a:moveTo>
                  <a:lnTo>
                    <a:pt x="p0x466" y="p0y466"/>
                  </a:lnTo>
                  <a:lnTo>
                    <a:pt x="p0x467" y="p0y467"/>
                  </a:lnTo>
                  <a:lnTo>
                    <a:pt x="p0x468" y="p0y468"/>
                  </a:lnTo>
                  <a:lnTo>
                    <a:pt x="p0x469" y="p0y469"/>
                  </a:lnTo>
                  <a:moveTo>
                    <a:pt x="p0x470" y="p0y470"/>
                  </a:moveTo>
                  <a:lnTo>
                    <a:pt x="p0x471" y="p0y471"/>
                  </a:lnTo>
                  <a:lnTo>
                    <a:pt x="p0x472" y="p0y472"/>
                  </a:lnTo>
                  <a:lnTo>
                    <a:pt x="p0x473" y="p0y473"/>
                  </a:lnTo>
                  <a:lnTo>
                    <a:pt x="p0x474" y="p0y474"/>
                  </a:lnTo>
                  <a:moveTo>
                    <a:pt x="p0x475" y="p0y475"/>
                  </a:moveTo>
                  <a:lnTo>
                    <a:pt x="p0x476" y="p0y476"/>
                  </a:lnTo>
                  <a:lnTo>
                    <a:pt x="p0x477" y="p0y477"/>
                  </a:lnTo>
                  <a:lnTo>
                    <a:pt x="p0x478" y="p0y478"/>
                  </a:lnTo>
                  <a:lnTo>
                    <a:pt x="p0x479" y="p0y479"/>
                  </a:lnTo>
                  <a:moveTo>
                    <a:pt x="p0x480" y="p0y480"/>
                  </a:moveTo>
                  <a:lnTo>
                    <a:pt x="p0x481" y="p0y481"/>
                  </a:lnTo>
                  <a:lnTo>
                    <a:pt x="p0x482" y="p0y482"/>
                  </a:lnTo>
                  <a:lnTo>
                    <a:pt x="p0x483" y="p0y483"/>
                  </a:lnTo>
                  <a:lnTo>
                    <a:pt x="p0x484" y="p0y484"/>
                  </a:lnTo>
                  <a:moveTo>
                    <a:pt x="p0x485" y="p0y485"/>
                  </a:moveTo>
                  <a:lnTo>
                    <a:pt x="p0x486" y="p0y486"/>
                  </a:lnTo>
                  <a:lnTo>
                    <a:pt x="p0x487" y="p0y487"/>
                  </a:lnTo>
                  <a:lnTo>
                    <a:pt x="p0x488" y="p0y488"/>
                  </a:lnTo>
                  <a:lnTo>
                    <a:pt x="p0x489" y="p0y489"/>
                  </a:lnTo>
                  <a:moveTo>
                    <a:pt x="p0x490" y="p0y490"/>
                  </a:moveTo>
                  <a:lnTo>
                    <a:pt x="p0x491" y="p0y491"/>
                  </a:lnTo>
                  <a:lnTo>
                    <a:pt x="p0x492" y="p0y492"/>
                  </a:lnTo>
                  <a:lnTo>
                    <a:pt x="p0x493" y="p0y493"/>
                  </a:lnTo>
                  <a:lnTo>
                    <a:pt x="p0x494" y="p0y494"/>
                  </a:lnTo>
                  <a:moveTo>
                    <a:pt x="p0x495" y="p0y495"/>
                  </a:moveTo>
                  <a:lnTo>
                    <a:pt x="p0x496" y="p0y496"/>
                  </a:lnTo>
                  <a:lnTo>
                    <a:pt x="p0x497" y="p0y497"/>
                  </a:lnTo>
                  <a:lnTo>
                    <a:pt x="p0x498" y="p0y498"/>
                  </a:lnTo>
                  <a:lnTo>
                    <a:pt x="p0x499" y="p0y499"/>
                  </a:lnTo>
                  <a:moveTo>
                    <a:pt x="p0x500" y="p0y500"/>
                  </a:moveTo>
                  <a:lnTo>
                    <a:pt x="p0x501" y="p0y501"/>
                  </a:lnTo>
                  <a:lnTo>
                    <a:pt x="p0x502" y="p0y502"/>
                  </a:lnTo>
                  <a:lnTo>
                    <a:pt x="p0x503" y="p0y503"/>
                  </a:lnTo>
                  <a:lnTo>
                    <a:pt x="p0x504" y="p0y504"/>
                  </a:lnTo>
                  <a:moveTo>
                    <a:pt x="p0x505" y="p0y505"/>
                  </a:moveTo>
                  <a:lnTo>
                    <a:pt x="p0x506" y="p0y506"/>
                  </a:lnTo>
                  <a:lnTo>
                    <a:pt x="p0x507" y="p0y507"/>
                  </a:lnTo>
                  <a:lnTo>
                    <a:pt x="p0x508" y="p0y508"/>
                  </a:lnTo>
                  <a:lnTo>
                    <a:pt x="p0x509" y="p0y509"/>
                  </a:lnTo>
                  <a:moveTo>
                    <a:pt x="p0x510" y="p0y510"/>
                  </a:moveTo>
                  <a:lnTo>
                    <a:pt x="p0x511" y="p0y511"/>
                  </a:lnTo>
                  <a:lnTo>
                    <a:pt x="p0x512" y="p0y512"/>
                  </a:lnTo>
                  <a:lnTo>
                    <a:pt x="p0x513" y="p0y513"/>
                  </a:lnTo>
                  <a:lnTo>
                    <a:pt x="p0x514" y="p0y514"/>
                  </a:lnTo>
                  <a:moveTo>
                    <a:pt x="p0x515" y="p0y515"/>
                  </a:moveTo>
                  <a:lnTo>
                    <a:pt x="p0x516" y="p0y516"/>
                  </a:lnTo>
                  <a:lnTo>
                    <a:pt x="p0x517" y="p0y517"/>
                  </a:lnTo>
                  <a:lnTo>
                    <a:pt x="p0x518" y="p0y518"/>
                  </a:lnTo>
                  <a:lnTo>
                    <a:pt x="p0x519" y="p0y519"/>
                  </a:lnTo>
                  <a:moveTo>
                    <a:pt x="p0x520" y="p0y520"/>
                  </a:moveTo>
                  <a:lnTo>
                    <a:pt x="p0x521" y="p0y521"/>
                  </a:lnTo>
                  <a:lnTo>
                    <a:pt x="p0x522" y="p0y522"/>
                  </a:lnTo>
                  <a:lnTo>
                    <a:pt x="p0x523" y="p0y523"/>
                  </a:lnTo>
                  <a:lnTo>
                    <a:pt x="p0x524" y="p0y524"/>
                  </a:lnTo>
                  <a:moveTo>
                    <a:pt x="p0x525" y="p0y525"/>
                  </a:moveTo>
                  <a:lnTo>
                    <a:pt x="p0x526" y="p0y526"/>
                  </a:lnTo>
                  <a:lnTo>
                    <a:pt x="p0x527" y="p0y527"/>
                  </a:lnTo>
                  <a:lnTo>
                    <a:pt x="p0x528" y="p0y528"/>
                  </a:lnTo>
                  <a:lnTo>
                    <a:pt x="p0x529" y="p0y529"/>
                  </a:lnTo>
                  <a:moveTo>
                    <a:pt x="p0x530" y="p0y530"/>
                  </a:moveTo>
                  <a:lnTo>
                    <a:pt x="p0x531" y="p0y531"/>
                  </a:lnTo>
                  <a:lnTo>
                    <a:pt x="p0x532" y="p0y532"/>
                  </a:lnTo>
                  <a:lnTo>
                    <a:pt x="p0x533" y="p0y533"/>
                  </a:lnTo>
                  <a:lnTo>
                    <a:pt x="p0x534" y="p0y534"/>
                  </a:lnTo>
                  <a:moveTo>
                    <a:pt x="p0x535" y="p0y535"/>
                  </a:moveTo>
                  <a:lnTo>
                    <a:pt x="p0x536" y="p0y536"/>
                  </a:lnTo>
                  <a:lnTo>
                    <a:pt x="p0x537" y="p0y537"/>
                  </a:lnTo>
                  <a:lnTo>
                    <a:pt x="p0x538" y="p0y538"/>
                  </a:lnTo>
                  <a:lnTo>
                    <a:pt x="p0x539" y="p0y539"/>
                  </a:lnTo>
                  <a:moveTo>
                    <a:pt x="p0x540" y="p0y540"/>
                  </a:moveTo>
                  <a:lnTo>
                    <a:pt x="p0x541" y="p0y541"/>
                  </a:lnTo>
                  <a:lnTo>
                    <a:pt x="p0x542" y="p0y542"/>
                  </a:lnTo>
                  <a:lnTo>
                    <a:pt x="p0x543" y="p0y543"/>
                  </a:lnTo>
                  <a:lnTo>
                    <a:pt x="p0x544" y="p0y544"/>
                  </a:lnTo>
                  <a:moveTo>
                    <a:pt x="p0x545" y="p0y545"/>
                  </a:moveTo>
                  <a:lnTo>
                    <a:pt x="p0x546" y="p0y546"/>
                  </a:lnTo>
                  <a:lnTo>
                    <a:pt x="p0x547" y="p0y547"/>
                  </a:lnTo>
                  <a:lnTo>
                    <a:pt x="p0x548" y="p0y548"/>
                  </a:lnTo>
                  <a:lnTo>
                    <a:pt x="p0x549" y="p0y549"/>
                  </a:lnTo>
                  <a:moveTo>
                    <a:pt x="p0x550" y="p0y550"/>
                  </a:moveTo>
                  <a:lnTo>
                    <a:pt x="p0x551" y="p0y551"/>
                  </a:lnTo>
                  <a:lnTo>
                    <a:pt x="p0x552" y="p0y552"/>
                  </a:lnTo>
                  <a:lnTo>
                    <a:pt x="p0x553" y="p0y553"/>
                  </a:lnTo>
                  <a:lnTo>
                    <a:pt x="p0x554" y="p0y554"/>
                  </a:lnTo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5" name="文本框 44"/>
          <p:cNvSpPr txBox="1"/>
          <p:nvPr>
            <p:custDataLst>
              <p:tags r:id="rId42"/>
            </p:custDataLst>
          </p:nvPr>
        </p:nvSpPr>
        <p:spPr>
          <a:xfrm>
            <a:off x="8331174" y="2558358"/>
            <a:ext cx="3319463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125" b="1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时间线：</a:t>
            </a:r>
            <a:r>
              <a:rPr lang="en-US" altLang="zh-CN" sz="1125" b="1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2022</a:t>
            </a:r>
            <a:r>
              <a:rPr lang="zh-CN" altLang="en-US" sz="1125" b="1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1125" b="1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iPhone</a:t>
            </a:r>
            <a:r>
              <a:rPr lang="zh-CN" altLang="en-US" sz="1125" b="1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时刻与</a:t>
            </a:r>
            <a:r>
              <a:rPr lang="en-US" altLang="zh-CN" sz="1125" b="1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2024</a:t>
            </a:r>
            <a:r>
              <a:rPr lang="zh-CN" altLang="en-US" sz="1125" b="1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智能体元年</a:t>
            </a:r>
            <a:endParaRPr lang="zh-CN" altLang="en-US" sz="1125" b="1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43"/>
            </p:custDataLst>
          </p:nvPr>
        </p:nvSpPr>
        <p:spPr>
          <a:xfrm>
            <a:off x="8331174" y="2969838"/>
            <a:ext cx="3175102" cy="109722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just">
              <a:lnSpc>
                <a:spcPct val="133000"/>
              </a:lnSpc>
            </a:pPr>
            <a:r>
              <a:rPr lang="en-US" sz="10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2022</a:t>
            </a:r>
            <a:r>
              <a:rPr lang="zh-CN" sz="10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lang="zh-CN" altLang="en-US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发布标志</a:t>
            </a:r>
            <a:r>
              <a:rPr lang="en-US" altLang="zh-CN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AI"</a:t>
            </a:r>
            <a:r>
              <a:rPr lang="en-US" altLang="zh-CN" sz="10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iPhone</a:t>
            </a:r>
            <a:r>
              <a:rPr lang="zh-CN" altLang="en-US" sz="10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时刻</a:t>
            </a:r>
            <a:r>
              <a:rPr lang="en-US" altLang="en-US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，大语言模型展现涌现能力，开启生成式</a:t>
            </a:r>
            <a:r>
              <a:rPr lang="en-US" altLang="zh-CN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浪潮。</a:t>
            </a:r>
            <a:r>
              <a:rPr lang="en-US" sz="10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2024</a:t>
            </a:r>
            <a:r>
              <a:rPr lang="zh-CN" sz="10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zh-CN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</a:t>
            </a:r>
            <a:r>
              <a:rPr lang="en-US" altLang="zh-CN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sz="10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智能体元年</a:t>
            </a:r>
            <a:r>
              <a:rPr lang="en-US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从被动应答转向主动规划、工具调用与自主决策，具备目标导向的任务执行能力，正从</a:t>
            </a:r>
            <a:r>
              <a:rPr lang="en-US" altLang="zh-CN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知识助手</a:t>
            </a:r>
            <a:r>
              <a:rPr lang="en-US" altLang="zh-CN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进化为</a:t>
            </a:r>
            <a:r>
              <a:rPr lang="en-US" altLang="zh-CN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数字员工</a:t>
            </a:r>
            <a:r>
              <a:rPr lang="en-US" altLang="zh-CN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05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任意多边形 46"/>
          <p:cNvSpPr/>
          <p:nvPr>
            <p:custDataLst>
              <p:tags r:id="rId44"/>
            </p:custDataLst>
          </p:nvPr>
        </p:nvSpPr>
        <p:spPr>
          <a:xfrm>
            <a:off x="8335645" y="5657850"/>
            <a:ext cx="3165475" cy="509270"/>
          </a:xfrm>
          <a:custGeom>
            <a:avLst/>
            <a:gdLst>
              <a:gd name="sw" fmla="*/ 1 w 4985"/>
              <a:gd name="sh" fmla="*/ 1 h 802"/>
              <a:gd name="mins" fmla="min sw sh"/>
              <a:gd name="dsw" fmla="+- 0 sw mins"/>
              <a:gd name="dsh" fmla="+- 0 sh mins"/>
              <a:gd name="p0x0" fmla="*/ 120 w 4985"/>
              <a:gd name="p0y0" fmla="*/ 0 h 802"/>
              <a:gd name="p0x1" fmla="*/ 4865 w 4985"/>
              <a:gd name="p0y1" fmla="*/ 0 h 802"/>
              <a:gd name="p0x2" fmla="*/ 4931 w 4985"/>
              <a:gd name="p0y2" fmla="*/ 0 h 802"/>
              <a:gd name="p0x3" fmla="*/ 4985 w 4985"/>
              <a:gd name="p0y3" fmla="*/ 53 h 802"/>
              <a:gd name="p0x4" fmla="*/ 4985 w 4985"/>
              <a:gd name="p0y4" fmla="*/ 120 h 802"/>
              <a:gd name="p0x5" fmla="*/ 4985 w 4985"/>
              <a:gd name="p0y5" fmla="*/ 682 h 802"/>
              <a:gd name="p0x6" fmla="*/ 4985 w 4985"/>
              <a:gd name="p0y6" fmla="*/ 748 h 802"/>
              <a:gd name="p0x7" fmla="*/ 4931 w 4985"/>
              <a:gd name="p0y7" fmla="*/ 802 h 802"/>
              <a:gd name="p0x8" fmla="*/ 4865 w 4985"/>
              <a:gd name="p0y8" fmla="*/ 802 h 802"/>
              <a:gd name="p0x9" fmla="*/ 120 w 4985"/>
              <a:gd name="p0y9" fmla="*/ 802 h 802"/>
              <a:gd name="p0x10" fmla="*/ 53 w 4985"/>
              <a:gd name="p0y10" fmla="*/ 802 h 802"/>
              <a:gd name="p0x11" fmla="*/ 0 w 4985"/>
              <a:gd name="p0y11" fmla="*/ 748 h 802"/>
              <a:gd name="p0x12" fmla="*/ 0 w 4985"/>
              <a:gd name="p0y12" fmla="*/ 682 h 802"/>
              <a:gd name="p0x13" fmla="*/ 0 w 4985"/>
              <a:gd name="p0y13" fmla="*/ 120 h 802"/>
              <a:gd name="p0x14" fmla="*/ 0 w 4985"/>
              <a:gd name="p0y14" fmla="*/ 53 h 802"/>
              <a:gd name="p0x15" fmla="*/ 53 w 4985"/>
              <a:gd name="p0y15" fmla="*/ 0 h 802"/>
              <a:gd name="p0x16" fmla="*/ 120 w 4985"/>
              <a:gd name="p0y16" fmla="*/ 0 h 80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9FC"/>
          </a:solidFill>
          <a:ln w="9525" cmpd="sng">
            <a:solidFill>
              <a:srgbClr val="E2E8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>
            <p:custDataLst>
              <p:tags r:id="rId45"/>
            </p:custDataLst>
          </p:nvPr>
        </p:nvSpPr>
        <p:spPr>
          <a:xfrm>
            <a:off x="8454999" y="5776913"/>
            <a:ext cx="2927376" cy="1666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市场增长率</a:t>
            </a:r>
            <a:r>
              <a:rPr lang="en-US" altLang="zh-CN"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92%</a:t>
            </a:r>
            <a:endParaRPr lang="en-US" altLang="zh-CN" sz="9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任意多边形 48"/>
          <p:cNvSpPr/>
          <p:nvPr>
            <p:custDataLst>
              <p:tags r:id="rId46"/>
            </p:custDataLst>
          </p:nvPr>
        </p:nvSpPr>
        <p:spPr>
          <a:xfrm>
            <a:off x="8454390" y="5991225"/>
            <a:ext cx="2927985" cy="57150"/>
          </a:xfrm>
          <a:custGeom>
            <a:avLst/>
            <a:gdLst>
              <a:gd name="sw" fmla="*/ 1 w 4610"/>
              <a:gd name="sh" fmla="*/ 1 h 90"/>
              <a:gd name="mins" fmla="min sw sh"/>
              <a:gd name="dsw" fmla="+- 0 sw mins"/>
              <a:gd name="dsh" fmla="+- 0 sh mins"/>
              <a:gd name="p0x0" fmla="*/ 45 w 4610"/>
              <a:gd name="p0y0" fmla="*/ 0 h 90"/>
              <a:gd name="p0x1" fmla="*/ 4565 w 4610"/>
              <a:gd name="p0y1" fmla="*/ 0 h 90"/>
              <a:gd name="p0x2" fmla="*/ 4589 w 4610"/>
              <a:gd name="p0y2" fmla="*/ 0 h 90"/>
              <a:gd name="p0x3" fmla="*/ 4610 w 4610"/>
              <a:gd name="p0y3" fmla="*/ 20 h 90"/>
              <a:gd name="p0x4" fmla="*/ 4610 w 4610"/>
              <a:gd name="p0y4" fmla="*/ 45 h 90"/>
              <a:gd name="p0x5" fmla="*/ 4610 w 4610"/>
              <a:gd name="p0y5" fmla="*/ 69 h 90"/>
              <a:gd name="p0x6" fmla="*/ 4589 w 4610"/>
              <a:gd name="p0y6" fmla="*/ 90 h 90"/>
              <a:gd name="p0x7" fmla="*/ 4565 w 4610"/>
              <a:gd name="p0y7" fmla="*/ 90 h 90"/>
              <a:gd name="p0x8" fmla="*/ 45 w 4610"/>
              <a:gd name="p0y8" fmla="*/ 90 h 90"/>
              <a:gd name="p0x9" fmla="*/ 20 w 4610"/>
              <a:gd name="p0y9" fmla="*/ 90 h 90"/>
              <a:gd name="p0x10" fmla="*/ 0 w 4610"/>
              <a:gd name="p0y10" fmla="*/ 69 h 90"/>
              <a:gd name="p0x11" fmla="*/ 0 w 4610"/>
              <a:gd name="p0y11" fmla="*/ 45 h 90"/>
              <a:gd name="p0x12" fmla="*/ 0 w 4610"/>
              <a:gd name="p0y12" fmla="*/ 20 h 90"/>
              <a:gd name="p0x13" fmla="*/ 20 w 4610"/>
              <a:gd name="p0y13" fmla="*/ 0 h 90"/>
              <a:gd name="p0x14" fmla="*/ 45 w 4610"/>
              <a:gd name="p0y14" fmla="*/ 0 h 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E2E8F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任意多边形 49"/>
          <p:cNvSpPr/>
          <p:nvPr>
            <p:custDataLst>
              <p:tags r:id="rId47"/>
            </p:custDataLst>
          </p:nvPr>
        </p:nvSpPr>
        <p:spPr>
          <a:xfrm>
            <a:off x="8454396" y="5991225"/>
            <a:ext cx="2693664" cy="57150"/>
          </a:xfrm>
          <a:custGeom>
            <a:avLst/>
            <a:gdLst>
              <a:gd name="sw" fmla="*/ 1 w 4241"/>
              <a:gd name="sh" fmla="*/ 1 h 90"/>
              <a:gd name="mins" fmla="min sw sh"/>
              <a:gd name="dsw" fmla="+- 0 sw mins"/>
              <a:gd name="dsh" fmla="+- 0 sh mins"/>
              <a:gd name="p0x0" fmla="*/ 45 w 4241"/>
              <a:gd name="p0y0" fmla="*/ 0 h 90"/>
              <a:gd name="p0x1" fmla="*/ 4196 w 4241"/>
              <a:gd name="p0y1" fmla="*/ 0 h 90"/>
              <a:gd name="p0x2" fmla="*/ 4220 w 4241"/>
              <a:gd name="p0y2" fmla="*/ 0 h 90"/>
              <a:gd name="p0x3" fmla="*/ 4241 w 4241"/>
              <a:gd name="p0y3" fmla="*/ 20 h 90"/>
              <a:gd name="p0x4" fmla="*/ 4241 w 4241"/>
              <a:gd name="p0y4" fmla="*/ 45 h 90"/>
              <a:gd name="p0x5" fmla="*/ 4241 w 4241"/>
              <a:gd name="p0y5" fmla="*/ 69 h 90"/>
              <a:gd name="p0x6" fmla="*/ 4220 w 4241"/>
              <a:gd name="p0y6" fmla="*/ 90 h 90"/>
              <a:gd name="p0x7" fmla="*/ 4196 w 4241"/>
              <a:gd name="p0y7" fmla="*/ 90 h 90"/>
              <a:gd name="p0x8" fmla="*/ 45 w 4241"/>
              <a:gd name="p0y8" fmla="*/ 90 h 90"/>
              <a:gd name="p0x9" fmla="*/ 20 w 4241"/>
              <a:gd name="p0y9" fmla="*/ 90 h 90"/>
              <a:gd name="p0x10" fmla="*/ 0 w 4241"/>
              <a:gd name="p0y10" fmla="*/ 69 h 90"/>
              <a:gd name="p0x11" fmla="*/ 0 w 4241"/>
              <a:gd name="p0y11" fmla="*/ 45 h 90"/>
              <a:gd name="p0x12" fmla="*/ 0 w 4241"/>
              <a:gd name="p0y12" fmla="*/ 20 h 90"/>
              <a:gd name="p0x13" fmla="*/ 20 w 4241"/>
              <a:gd name="p0y13" fmla="*/ 0 h 90"/>
              <a:gd name="p0x14" fmla="*/ 45 w 4241"/>
              <a:gd name="p0y14" fmla="*/ 0 h 90"/>
            </a:gdLst>
            <a:ahLst/>
            <a:cxnLst/>
            <a:pathLst>
              <a:path w="4242" h="90">
                <a:moveTo>
                  <a:pt x="45" y="0"/>
                </a:moveTo>
                <a:lnTo>
                  <a:pt x="4197" y="0"/>
                </a:lnTo>
                <a:cubicBezTo>
                  <a:pt x="4222" y="-1"/>
                  <a:pt x="4243" y="23"/>
                  <a:pt x="4242" y="45"/>
                </a:cubicBezTo>
                <a:cubicBezTo>
                  <a:pt x="4243" y="70"/>
                  <a:pt x="4219" y="91"/>
                  <a:pt x="4197" y="90"/>
                </a:cubicBezTo>
                <a:lnTo>
                  <a:pt x="45" y="90"/>
                </a:lnTo>
                <a:cubicBezTo>
                  <a:pt x="20" y="91"/>
                  <a:pt x="-1" y="67"/>
                  <a:pt x="0" y="45"/>
                </a:cubicBezTo>
                <a:cubicBezTo>
                  <a:pt x="-1" y="20"/>
                  <a:pt x="23" y="-1"/>
                  <a:pt x="45" y="0"/>
                </a:cubicBezTo>
                <a:close/>
              </a:path>
            </a:pathLst>
          </a:custGeom>
          <a:solidFill>
            <a:srgbClr val="06B6D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457200" y="409575"/>
            <a:ext cx="5700713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3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行业变局：</a:t>
            </a:r>
            <a:r>
              <a:rPr lang="en-US" altLang="zh-CN" sz="3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3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如何重塑工作方式</a:t>
            </a:r>
            <a:endParaRPr lang="zh-CN" altLang="en-US" sz="3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457200" y="1285875"/>
            <a:ext cx="5543550" cy="2038350"/>
            <a:chOff x="720" y="2025"/>
            <a:chExt cx="8730" cy="3210"/>
          </a:xfrm>
          <a:effectLst>
            <a:outerShdw blurRad="285750" dist="38100" dir="5399999" algn="ctr" rotWithShape="0">
              <a:srgbClr val="000000">
                <a:alpha val="3922"/>
              </a:srgbClr>
            </a:outerShdw>
          </a:effectLst>
        </p:grpSpPr>
        <p:sp>
          <p:nvSpPr>
            <p:cNvPr id="4" name="任意多边形 3"/>
            <p:cNvSpPr/>
            <p:nvPr>
              <p:custDataLst>
                <p:tags r:id="rId3"/>
              </p:custDataLst>
            </p:nvPr>
          </p:nvSpPr>
          <p:spPr>
            <a:xfrm>
              <a:off x="720" y="2025"/>
              <a:ext cx="8730" cy="3210"/>
            </a:xfrm>
            <a:custGeom>
              <a:avLst/>
              <a:gdLst>
                <a:gd name="sw" fmla="*/ 1 w 8730"/>
                <a:gd name="sh" fmla="*/ 1 h 3210"/>
                <a:gd name="mins" fmla="min sw sh"/>
                <a:gd name="dsw" fmla="+- 0 sw mins"/>
                <a:gd name="dsh" fmla="+- 0 sh mins"/>
                <a:gd name="p0x0" fmla="*/ 240 w 8730"/>
                <a:gd name="p0y0" fmla="*/ 0 h 3210"/>
                <a:gd name="p0x1" fmla="*/ 8490 w 8730"/>
                <a:gd name="p0y1" fmla="*/ 0 h 3210"/>
                <a:gd name="p0x2" fmla="*/ 8622 w 8730"/>
                <a:gd name="p0y2" fmla="*/ 0 h 3210"/>
                <a:gd name="p0x3" fmla="*/ 8730 w 8730"/>
                <a:gd name="p0y3" fmla="*/ 107 h 3210"/>
                <a:gd name="p0x4" fmla="*/ 8730 w 8730"/>
                <a:gd name="p0y4" fmla="*/ 240 h 3210"/>
                <a:gd name="p0x5" fmla="*/ 8730 w 8730"/>
                <a:gd name="p0y5" fmla="*/ 2970 h 3210"/>
                <a:gd name="p0x6" fmla="*/ 8730 w 8730"/>
                <a:gd name="p0y6" fmla="*/ 3102 h 3210"/>
                <a:gd name="p0x7" fmla="*/ 8622 w 8730"/>
                <a:gd name="p0y7" fmla="*/ 3210 h 3210"/>
                <a:gd name="p0x8" fmla="*/ 8490 w 8730"/>
                <a:gd name="p0y8" fmla="*/ 3210 h 3210"/>
                <a:gd name="p0x9" fmla="*/ 240 w 8730"/>
                <a:gd name="p0y9" fmla="*/ 3210 h 3210"/>
                <a:gd name="p0x10" fmla="*/ 107 w 8730"/>
                <a:gd name="p0y10" fmla="*/ 3210 h 3210"/>
                <a:gd name="p0x11" fmla="*/ 0 w 8730"/>
                <a:gd name="p0y11" fmla="*/ 3102 h 3210"/>
                <a:gd name="p0x12" fmla="*/ 0 w 8730"/>
                <a:gd name="p0y12" fmla="*/ 2970 h 3210"/>
                <a:gd name="p0x13" fmla="*/ 0 w 8730"/>
                <a:gd name="p0y13" fmla="*/ 240 h 3210"/>
                <a:gd name="p0x14" fmla="*/ 0 w 8730"/>
                <a:gd name="p0y14" fmla="*/ 107 h 3210"/>
                <a:gd name="p0x15" fmla="*/ 107 w 8730"/>
                <a:gd name="p0y15" fmla="*/ 0 h 3210"/>
                <a:gd name="p0x16" fmla="*/ 240 w 8730"/>
                <a:gd name="p0y16" fmla="*/ 0 h 32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任意多边形 4"/>
            <p:cNvSpPr/>
            <p:nvPr>
              <p:custDataLst>
                <p:tags r:id="rId4"/>
              </p:custDataLst>
            </p:nvPr>
          </p:nvSpPr>
          <p:spPr>
            <a:xfrm>
              <a:off x="720" y="2025"/>
              <a:ext cx="240" cy="3210"/>
            </a:xfrm>
            <a:custGeom>
              <a:avLst/>
              <a:gdLst>
                <a:gd name="sw" fmla="*/ 1 w 240"/>
                <a:gd name="sh" fmla="*/ 1 h 3210"/>
                <a:gd name="mins" fmla="min sw sh"/>
                <a:gd name="dsw" fmla="+- 0 sw mins"/>
                <a:gd name="dsh" fmla="+- 0 sh mins"/>
                <a:gd name="p0x0" fmla="*/ 0 w 240"/>
                <a:gd name="p0y0" fmla="*/ 2970 h 3210"/>
                <a:gd name="p0x1" fmla="*/ 0 w 240"/>
                <a:gd name="p0y1" fmla="*/ 240 h 3210"/>
                <a:gd name="p0x2" fmla="*/ 0 w 240"/>
                <a:gd name="p0y2" fmla="*/ 107 h 3210"/>
                <a:gd name="p0x3" fmla="*/ 107 w 240"/>
                <a:gd name="p0y3" fmla="*/ 0 h 3210"/>
                <a:gd name="p0x4" fmla="*/ 240 w 240"/>
                <a:gd name="p0y4" fmla="*/ 0 h 3210"/>
                <a:gd name="p0x5" fmla="*/ 157 w 240"/>
                <a:gd name="p0y5" fmla="*/ 0 h 3210"/>
                <a:gd name="p0x6" fmla="*/ 90 w 240"/>
                <a:gd name="p0y6" fmla="*/ 107 h 3210"/>
                <a:gd name="p0x7" fmla="*/ 90 w 240"/>
                <a:gd name="p0y7" fmla="*/ 240 h 3210"/>
                <a:gd name="p0x8" fmla="*/ 90 w 240"/>
                <a:gd name="p0y8" fmla="*/ 2970 h 3210"/>
                <a:gd name="p0x9" fmla="*/ 90 w 240"/>
                <a:gd name="p0y9" fmla="*/ 3102 h 3210"/>
                <a:gd name="p0x10" fmla="*/ 157 w 240"/>
                <a:gd name="p0y10" fmla="*/ 3210 h 3210"/>
                <a:gd name="p0x11" fmla="*/ 240 w 240"/>
                <a:gd name="p0y11" fmla="*/ 3210 h 3210"/>
                <a:gd name="p0x12" fmla="*/ 107 w 240"/>
                <a:gd name="p0y12" fmla="*/ 3210 h 3210"/>
                <a:gd name="p0x13" fmla="*/ 0 w 240"/>
                <a:gd name="p0y13" fmla="*/ 3102 h 3210"/>
                <a:gd name="p0x14" fmla="*/ 0 w 240"/>
                <a:gd name="p0y14" fmla="*/ 2970 h 32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742950" y="1514475"/>
            <a:ext cx="361950" cy="361950"/>
          </a:xfrm>
          <a:custGeom>
            <a:avLst/>
            <a:gdLst>
              <a:gd name="sw" fmla="*/ 1 w 570"/>
              <a:gd name="sh" fmla="*/ 1 h 570"/>
              <a:gd name="mins" fmla="min sw sh"/>
              <a:gd name="dsw" fmla="+- 0 sw mins"/>
              <a:gd name="dsh" fmla="+- 0 sh mins"/>
              <a:gd name="p0x0" fmla="*/ 120 w 570"/>
              <a:gd name="p0y0" fmla="*/ 0 h 570"/>
              <a:gd name="p0x1" fmla="*/ 450 w 570"/>
              <a:gd name="p0y1" fmla="*/ 0 h 570"/>
              <a:gd name="p0x2" fmla="*/ 516 w 570"/>
              <a:gd name="p0y2" fmla="*/ 0 h 570"/>
              <a:gd name="p0x3" fmla="*/ 570 w 570"/>
              <a:gd name="p0y3" fmla="*/ 53 h 570"/>
              <a:gd name="p0x4" fmla="*/ 570 w 570"/>
              <a:gd name="p0y4" fmla="*/ 120 h 570"/>
              <a:gd name="p0x5" fmla="*/ 570 w 570"/>
              <a:gd name="p0y5" fmla="*/ 450 h 570"/>
              <a:gd name="p0x6" fmla="*/ 570 w 570"/>
              <a:gd name="p0y6" fmla="*/ 516 h 570"/>
              <a:gd name="p0x7" fmla="*/ 516 w 570"/>
              <a:gd name="p0y7" fmla="*/ 570 h 570"/>
              <a:gd name="p0x8" fmla="*/ 450 w 570"/>
              <a:gd name="p0y8" fmla="*/ 570 h 570"/>
              <a:gd name="p0x9" fmla="*/ 120 w 570"/>
              <a:gd name="p0y9" fmla="*/ 570 h 570"/>
              <a:gd name="p0x10" fmla="*/ 53 w 570"/>
              <a:gd name="p0y10" fmla="*/ 570 h 570"/>
              <a:gd name="p0x11" fmla="*/ 0 w 570"/>
              <a:gd name="p0y11" fmla="*/ 516 h 570"/>
              <a:gd name="p0x12" fmla="*/ 0 w 570"/>
              <a:gd name="p0y12" fmla="*/ 450 h 570"/>
              <a:gd name="p0x13" fmla="*/ 0 w 570"/>
              <a:gd name="p0y13" fmla="*/ 120 h 570"/>
              <a:gd name="p0x14" fmla="*/ 0 w 570"/>
              <a:gd name="p0y14" fmla="*/ 53 h 570"/>
              <a:gd name="p0x15" fmla="*/ 53 w 570"/>
              <a:gd name="p0y15" fmla="*/ 0 h 570"/>
              <a:gd name="p0x16" fmla="*/ 120 w 570"/>
              <a:gd name="p0y16" fmla="*/ 0 h 57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3F4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1458" t="-2381" r="-1458" b="-2381"/>
          <a:stretch>
            <a:fillRect/>
          </a:stretch>
        </p:blipFill>
        <p:spPr>
          <a:xfrm>
            <a:off x="845185" y="1590675"/>
            <a:ext cx="156845" cy="20955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1219200" y="1557338"/>
            <a:ext cx="1333500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传统工作模式</a:t>
            </a:r>
            <a:endParaRPr sz="15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5162550" y="1573530"/>
            <a:ext cx="609600" cy="243205"/>
          </a:xfrm>
          <a:custGeom>
            <a:avLst/>
            <a:gdLst>
              <a:gd name="sw" fmla="*/ 1 w 960"/>
              <a:gd name="sh" fmla="*/ 1 h 382"/>
              <a:gd name="mins" fmla="min sw sh"/>
              <a:gd name="dsw" fmla="+- 0 sw mins"/>
              <a:gd name="dsh" fmla="+- 0 sh mins"/>
              <a:gd name="p0x0" fmla="*/ 60 w 960"/>
              <a:gd name="p0y0" fmla="*/ 0 h 382"/>
              <a:gd name="p0x1" fmla="*/ 900 w 960"/>
              <a:gd name="p0y1" fmla="*/ 0 h 382"/>
              <a:gd name="p0x2" fmla="*/ 933 w 960"/>
              <a:gd name="p0y2" fmla="*/ 0 h 382"/>
              <a:gd name="p0x3" fmla="*/ 960 w 960"/>
              <a:gd name="p0y3" fmla="*/ 26 h 382"/>
              <a:gd name="p0x4" fmla="*/ 960 w 960"/>
              <a:gd name="p0y4" fmla="*/ 60 h 382"/>
              <a:gd name="p0x5" fmla="*/ 960 w 960"/>
              <a:gd name="p0y5" fmla="*/ 322 h 382"/>
              <a:gd name="p0x6" fmla="*/ 960 w 960"/>
              <a:gd name="p0y6" fmla="*/ 355 h 382"/>
              <a:gd name="p0x7" fmla="*/ 933 w 960"/>
              <a:gd name="p0y7" fmla="*/ 382 h 382"/>
              <a:gd name="p0x8" fmla="*/ 900 w 960"/>
              <a:gd name="p0y8" fmla="*/ 382 h 382"/>
              <a:gd name="p0x9" fmla="*/ 60 w 960"/>
              <a:gd name="p0y9" fmla="*/ 382 h 382"/>
              <a:gd name="p0x10" fmla="*/ 26 w 960"/>
              <a:gd name="p0y10" fmla="*/ 382 h 382"/>
              <a:gd name="p0x11" fmla="*/ 0 w 960"/>
              <a:gd name="p0y11" fmla="*/ 355 h 382"/>
              <a:gd name="p0x12" fmla="*/ 0 w 960"/>
              <a:gd name="p0y12" fmla="*/ 322 h 382"/>
              <a:gd name="p0x13" fmla="*/ 0 w 960"/>
              <a:gd name="p0y13" fmla="*/ 60 h 382"/>
              <a:gd name="p0x14" fmla="*/ 0 w 960"/>
              <a:gd name="p0y14" fmla="*/ 26 h 382"/>
              <a:gd name="p0x15" fmla="*/ 26 w 960"/>
              <a:gd name="p0y15" fmla="*/ 0 h 382"/>
              <a:gd name="p0x16" fmla="*/ 60 w 960"/>
              <a:gd name="p0y16" fmla="*/ 0 h 38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EE2E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5238750" y="1612106"/>
            <a:ext cx="571500" cy="1666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900" b="1">
                <a:solidFill>
                  <a:srgbClr val="991B1B"/>
                </a:solidFill>
                <a:latin typeface="微软雅黑" panose="020B0503020204020204" charset="-122"/>
                <a:ea typeface="微软雅黑" panose="020B0503020204020204" charset="-122"/>
              </a:rPr>
              <a:t>效率瓶颈</a:t>
            </a:r>
            <a:endParaRPr sz="900" b="1">
              <a:solidFill>
                <a:srgbClr val="991B1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t="-4167" b="-4167"/>
          <a:stretch>
            <a:fillRect/>
          </a:stretch>
        </p:blipFill>
        <p:spPr>
          <a:xfrm>
            <a:off x="742950" y="2023745"/>
            <a:ext cx="114300" cy="123825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952500" y="1971675"/>
            <a:ext cx="4819650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sz="1125" b="1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周期长：</a:t>
            </a:r>
            <a:r>
              <a:rPr lang="zh-CN" sz="112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方案生成以</a:t>
            </a:r>
            <a:r>
              <a:rPr lang="en-US" altLang="zh-CN" sz="112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12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</a:t>
            </a:r>
            <a:r>
              <a:rPr lang="en-US" altLang="zh-CN" sz="112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12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为单位，迭代缓慢</a:t>
            </a:r>
            <a:endParaRPr lang="zh-CN" altLang="en-US" sz="112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t="-4167" b="-4167"/>
          <a:stretch>
            <a:fillRect/>
          </a:stretch>
        </p:blipFill>
        <p:spPr>
          <a:xfrm>
            <a:off x="742950" y="2299970"/>
            <a:ext cx="142875" cy="123825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19"/>
            </p:custDataLst>
          </p:nvPr>
        </p:nvSpPr>
        <p:spPr>
          <a:xfrm>
            <a:off x="981075" y="2247900"/>
            <a:ext cx="4791075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sz="1125" b="1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重复劳动：</a:t>
            </a:r>
            <a:r>
              <a:rPr sz="112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大量时间消耗在资料整理与基础撰写</a:t>
            </a:r>
            <a:endParaRPr sz="112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t="-4167" b="-4167"/>
          <a:stretch>
            <a:fillRect/>
          </a:stretch>
        </p:blipFill>
        <p:spPr>
          <a:xfrm>
            <a:off x="742950" y="2576195"/>
            <a:ext cx="142875" cy="123825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23"/>
            </p:custDataLst>
          </p:nvPr>
        </p:nvSpPr>
        <p:spPr>
          <a:xfrm>
            <a:off x="981075" y="2524125"/>
            <a:ext cx="4791075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sz="1125" b="1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执行型为主：</a:t>
            </a:r>
            <a:r>
              <a:rPr sz="112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纯执行岗位占比高，创造性工作受限</a:t>
            </a:r>
            <a:endParaRPr sz="112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24"/>
            </p:custDataLst>
          </p:nvPr>
        </p:nvSpPr>
        <p:spPr>
          <a:xfrm>
            <a:off x="838200" y="2800350"/>
            <a:ext cx="4933950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sz="1125" b="1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成长瓶颈：</a:t>
            </a:r>
            <a:r>
              <a:rPr sz="112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技能更新速度跟不上市场变化节奏</a:t>
            </a:r>
            <a:endParaRPr sz="112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457200" y="3514725"/>
            <a:ext cx="5543550" cy="2038350"/>
            <a:chOff x="720" y="5535"/>
            <a:chExt cx="8730" cy="3210"/>
          </a:xfrm>
          <a:effectLst>
            <a:outerShdw blurRad="285750" dist="38100" dir="5399999" algn="ctr" rotWithShape="0">
              <a:srgbClr val="000000">
                <a:alpha val="3922"/>
              </a:srgbClr>
            </a:outerShdw>
          </a:effectLst>
        </p:grpSpPr>
        <p:sp>
          <p:nvSpPr>
            <p:cNvPr id="19" name="任意多边形 18"/>
            <p:cNvSpPr/>
            <p:nvPr>
              <p:custDataLst>
                <p:tags r:id="rId25"/>
              </p:custDataLst>
            </p:nvPr>
          </p:nvSpPr>
          <p:spPr>
            <a:xfrm>
              <a:off x="720" y="5535"/>
              <a:ext cx="8730" cy="3210"/>
            </a:xfrm>
            <a:custGeom>
              <a:avLst/>
              <a:gdLst>
                <a:gd name="sw" fmla="*/ 1 w 8730"/>
                <a:gd name="sh" fmla="*/ 1 h 3210"/>
                <a:gd name="mins" fmla="min sw sh"/>
                <a:gd name="dsw" fmla="+- 0 sw mins"/>
                <a:gd name="dsh" fmla="+- 0 sh mins"/>
                <a:gd name="p0x0" fmla="*/ 240 w 8730"/>
                <a:gd name="p0y0" fmla="*/ 0 h 3210"/>
                <a:gd name="p0x1" fmla="*/ 8490 w 8730"/>
                <a:gd name="p0y1" fmla="*/ 0 h 3210"/>
                <a:gd name="p0x2" fmla="*/ 8622 w 8730"/>
                <a:gd name="p0y2" fmla="*/ 0 h 3210"/>
                <a:gd name="p0x3" fmla="*/ 8730 w 8730"/>
                <a:gd name="p0y3" fmla="*/ 107 h 3210"/>
                <a:gd name="p0x4" fmla="*/ 8730 w 8730"/>
                <a:gd name="p0y4" fmla="*/ 240 h 3210"/>
                <a:gd name="p0x5" fmla="*/ 8730 w 8730"/>
                <a:gd name="p0y5" fmla="*/ 2970 h 3210"/>
                <a:gd name="p0x6" fmla="*/ 8730 w 8730"/>
                <a:gd name="p0y6" fmla="*/ 3102 h 3210"/>
                <a:gd name="p0x7" fmla="*/ 8622 w 8730"/>
                <a:gd name="p0y7" fmla="*/ 3210 h 3210"/>
                <a:gd name="p0x8" fmla="*/ 8490 w 8730"/>
                <a:gd name="p0y8" fmla="*/ 3210 h 3210"/>
                <a:gd name="p0x9" fmla="*/ 240 w 8730"/>
                <a:gd name="p0y9" fmla="*/ 3210 h 3210"/>
                <a:gd name="p0x10" fmla="*/ 107 w 8730"/>
                <a:gd name="p0y10" fmla="*/ 3210 h 3210"/>
                <a:gd name="p0x11" fmla="*/ 0 w 8730"/>
                <a:gd name="p0y11" fmla="*/ 3102 h 3210"/>
                <a:gd name="p0x12" fmla="*/ 0 w 8730"/>
                <a:gd name="p0y12" fmla="*/ 2970 h 3210"/>
                <a:gd name="p0x13" fmla="*/ 0 w 8730"/>
                <a:gd name="p0y13" fmla="*/ 240 h 3210"/>
                <a:gd name="p0x14" fmla="*/ 0 w 8730"/>
                <a:gd name="p0y14" fmla="*/ 107 h 3210"/>
                <a:gd name="p0x15" fmla="*/ 107 w 8730"/>
                <a:gd name="p0y15" fmla="*/ 0 h 3210"/>
                <a:gd name="p0x16" fmla="*/ 240 w 8730"/>
                <a:gd name="p0y16" fmla="*/ 0 h 32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>
              <p:custDataLst>
                <p:tags r:id="rId26"/>
              </p:custDataLst>
            </p:nvPr>
          </p:nvSpPr>
          <p:spPr>
            <a:xfrm>
              <a:off x="720" y="5535"/>
              <a:ext cx="240" cy="3210"/>
            </a:xfrm>
            <a:custGeom>
              <a:avLst/>
              <a:gdLst>
                <a:gd name="sw" fmla="*/ 1 w 240"/>
                <a:gd name="sh" fmla="*/ 1 h 3210"/>
                <a:gd name="mins" fmla="min sw sh"/>
                <a:gd name="dsw" fmla="+- 0 sw mins"/>
                <a:gd name="dsh" fmla="+- 0 sh mins"/>
                <a:gd name="p0x0" fmla="*/ 0 w 240"/>
                <a:gd name="p0y0" fmla="*/ 2970 h 3210"/>
                <a:gd name="p0x1" fmla="*/ 0 w 240"/>
                <a:gd name="p0y1" fmla="*/ 240 h 3210"/>
                <a:gd name="p0x2" fmla="*/ 0 w 240"/>
                <a:gd name="p0y2" fmla="*/ 107 h 3210"/>
                <a:gd name="p0x3" fmla="*/ 107 w 240"/>
                <a:gd name="p0y3" fmla="*/ 0 h 3210"/>
                <a:gd name="p0x4" fmla="*/ 240 w 240"/>
                <a:gd name="p0y4" fmla="*/ 0 h 3210"/>
                <a:gd name="p0x5" fmla="*/ 157 w 240"/>
                <a:gd name="p0y5" fmla="*/ 0 h 3210"/>
                <a:gd name="p0x6" fmla="*/ 90 w 240"/>
                <a:gd name="p0y6" fmla="*/ 107 h 3210"/>
                <a:gd name="p0x7" fmla="*/ 90 w 240"/>
                <a:gd name="p0y7" fmla="*/ 240 h 3210"/>
                <a:gd name="p0x8" fmla="*/ 90 w 240"/>
                <a:gd name="p0y8" fmla="*/ 2970 h 3210"/>
                <a:gd name="p0x9" fmla="*/ 90 w 240"/>
                <a:gd name="p0y9" fmla="*/ 3102 h 3210"/>
                <a:gd name="p0x10" fmla="*/ 157 w 240"/>
                <a:gd name="p0y10" fmla="*/ 3210 h 3210"/>
                <a:gd name="p0x11" fmla="*/ 240 w 240"/>
                <a:gd name="p0y11" fmla="*/ 3210 h 3210"/>
                <a:gd name="p0x12" fmla="*/ 107 w 240"/>
                <a:gd name="p0y12" fmla="*/ 3210 h 3210"/>
                <a:gd name="p0x13" fmla="*/ 0 w 240"/>
                <a:gd name="p0y13" fmla="*/ 3102 h 3210"/>
                <a:gd name="p0x14" fmla="*/ 0 w 240"/>
                <a:gd name="p0y14" fmla="*/ 2970 h 32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2" name="任意多边形 21"/>
          <p:cNvSpPr/>
          <p:nvPr>
            <p:custDataLst>
              <p:tags r:id="rId27"/>
            </p:custDataLst>
          </p:nvPr>
        </p:nvSpPr>
        <p:spPr>
          <a:xfrm>
            <a:off x="742950" y="3743325"/>
            <a:ext cx="361950" cy="361950"/>
          </a:xfrm>
          <a:custGeom>
            <a:avLst/>
            <a:gdLst>
              <a:gd name="sw" fmla="*/ 1 w 570"/>
              <a:gd name="sh" fmla="*/ 1 h 570"/>
              <a:gd name="mins" fmla="min sw sh"/>
              <a:gd name="dsw" fmla="+- 0 sw mins"/>
              <a:gd name="dsh" fmla="+- 0 sh mins"/>
              <a:gd name="p0x0" fmla="*/ 120 w 570"/>
              <a:gd name="p0y0" fmla="*/ 0 h 570"/>
              <a:gd name="p0x1" fmla="*/ 450 w 570"/>
              <a:gd name="p0y1" fmla="*/ 0 h 570"/>
              <a:gd name="p0x2" fmla="*/ 516 w 570"/>
              <a:gd name="p0y2" fmla="*/ 0 h 570"/>
              <a:gd name="p0x3" fmla="*/ 570 w 570"/>
              <a:gd name="p0y3" fmla="*/ 53 h 570"/>
              <a:gd name="p0x4" fmla="*/ 570 w 570"/>
              <a:gd name="p0y4" fmla="*/ 120 h 570"/>
              <a:gd name="p0x5" fmla="*/ 570 w 570"/>
              <a:gd name="p0y5" fmla="*/ 450 h 570"/>
              <a:gd name="p0x6" fmla="*/ 570 w 570"/>
              <a:gd name="p0y6" fmla="*/ 516 h 570"/>
              <a:gd name="p0x7" fmla="*/ 516 w 570"/>
              <a:gd name="p0y7" fmla="*/ 570 h 570"/>
              <a:gd name="p0x8" fmla="*/ 450 w 570"/>
              <a:gd name="p0y8" fmla="*/ 570 h 570"/>
              <a:gd name="p0x9" fmla="*/ 120 w 570"/>
              <a:gd name="p0y9" fmla="*/ 570 h 570"/>
              <a:gd name="p0x10" fmla="*/ 53 w 570"/>
              <a:gd name="p0y10" fmla="*/ 570 h 570"/>
              <a:gd name="p0x11" fmla="*/ 0 w 570"/>
              <a:gd name="p0y11" fmla="*/ 516 h 570"/>
              <a:gd name="p0x12" fmla="*/ 0 w 570"/>
              <a:gd name="p0y12" fmla="*/ 450 h 570"/>
              <a:gd name="p0x13" fmla="*/ 0 w 570"/>
              <a:gd name="p0y13" fmla="*/ 120 h 570"/>
              <a:gd name="p0x14" fmla="*/ 0 w 570"/>
              <a:gd name="p0y14" fmla="*/ 53 h 570"/>
              <a:gd name="p0x15" fmla="*/ 53 w 570"/>
              <a:gd name="p0y15" fmla="*/ 0 h 570"/>
              <a:gd name="p0x16" fmla="*/ 120 w 570"/>
              <a:gd name="p0y16" fmla="*/ 0 h 57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 l="-2949" t="-2381" r="-2949" b="-2381"/>
          <a:stretch>
            <a:fillRect/>
          </a:stretch>
        </p:blipFill>
        <p:spPr>
          <a:xfrm>
            <a:off x="792480" y="3819525"/>
            <a:ext cx="262255" cy="20955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31"/>
            </p:custDataLst>
          </p:nvPr>
        </p:nvSpPr>
        <p:spPr>
          <a:xfrm>
            <a:off x="1219200" y="3786188"/>
            <a:ext cx="1138238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5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sz="15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赋能模式</a:t>
            </a:r>
            <a:endParaRPr lang="zh-CN" sz="15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32"/>
            </p:custDataLst>
          </p:nvPr>
        </p:nvSpPr>
        <p:spPr>
          <a:xfrm>
            <a:off x="5162550" y="3802380"/>
            <a:ext cx="609600" cy="243205"/>
          </a:xfrm>
          <a:custGeom>
            <a:avLst/>
            <a:gdLst>
              <a:gd name="sw" fmla="*/ 1 w 960"/>
              <a:gd name="sh" fmla="*/ 1 h 382"/>
              <a:gd name="mins" fmla="min sw sh"/>
              <a:gd name="dsw" fmla="+- 0 sw mins"/>
              <a:gd name="dsh" fmla="+- 0 sh mins"/>
              <a:gd name="p0x0" fmla="*/ 60 w 960"/>
              <a:gd name="p0y0" fmla="*/ 0 h 382"/>
              <a:gd name="p0x1" fmla="*/ 900 w 960"/>
              <a:gd name="p0y1" fmla="*/ 0 h 382"/>
              <a:gd name="p0x2" fmla="*/ 933 w 960"/>
              <a:gd name="p0y2" fmla="*/ 0 h 382"/>
              <a:gd name="p0x3" fmla="*/ 960 w 960"/>
              <a:gd name="p0y3" fmla="*/ 26 h 382"/>
              <a:gd name="p0x4" fmla="*/ 960 w 960"/>
              <a:gd name="p0y4" fmla="*/ 60 h 382"/>
              <a:gd name="p0x5" fmla="*/ 960 w 960"/>
              <a:gd name="p0y5" fmla="*/ 322 h 382"/>
              <a:gd name="p0x6" fmla="*/ 960 w 960"/>
              <a:gd name="p0y6" fmla="*/ 355 h 382"/>
              <a:gd name="p0x7" fmla="*/ 933 w 960"/>
              <a:gd name="p0y7" fmla="*/ 382 h 382"/>
              <a:gd name="p0x8" fmla="*/ 900 w 960"/>
              <a:gd name="p0y8" fmla="*/ 382 h 382"/>
              <a:gd name="p0x9" fmla="*/ 60 w 960"/>
              <a:gd name="p0y9" fmla="*/ 382 h 382"/>
              <a:gd name="p0x10" fmla="*/ 26 w 960"/>
              <a:gd name="p0y10" fmla="*/ 382 h 382"/>
              <a:gd name="p0x11" fmla="*/ 0 w 960"/>
              <a:gd name="p0y11" fmla="*/ 355 h 382"/>
              <a:gd name="p0x12" fmla="*/ 0 w 960"/>
              <a:gd name="p0y12" fmla="*/ 322 h 382"/>
              <a:gd name="p0x13" fmla="*/ 0 w 960"/>
              <a:gd name="p0y13" fmla="*/ 60 h 382"/>
              <a:gd name="p0x14" fmla="*/ 0 w 960"/>
              <a:gd name="p0y14" fmla="*/ 26 h 382"/>
              <a:gd name="p0x15" fmla="*/ 26 w 960"/>
              <a:gd name="p0y15" fmla="*/ 0 h 382"/>
              <a:gd name="p0x16" fmla="*/ 60 w 960"/>
              <a:gd name="p0y16" fmla="*/ 0 h 38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33"/>
            </p:custDataLst>
          </p:nvPr>
        </p:nvSpPr>
        <p:spPr>
          <a:xfrm>
            <a:off x="5238750" y="3840956"/>
            <a:ext cx="571500" cy="1666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9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颠覆提效</a:t>
            </a:r>
            <a:endParaRPr sz="9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l="-8148" t="-4167" r="-8148" b="-4167"/>
          <a:stretch>
            <a:fillRect/>
          </a:stretch>
        </p:blipFill>
        <p:spPr>
          <a:xfrm>
            <a:off x="742950" y="4252595"/>
            <a:ext cx="99695" cy="123825"/>
          </a:xfrm>
          <a:prstGeom prst="rect">
            <a:avLst/>
          </a:prstGeom>
        </p:spPr>
      </p:pic>
      <p:sp>
        <p:nvSpPr>
          <p:cNvPr id="28" name="文本框 27"/>
          <p:cNvSpPr txBox="1"/>
          <p:nvPr>
            <p:custDataLst>
              <p:tags r:id="rId37"/>
            </p:custDataLst>
          </p:nvPr>
        </p:nvSpPr>
        <p:spPr>
          <a:xfrm>
            <a:off x="938213" y="4200525"/>
            <a:ext cx="4833938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sz="1125" b="1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分钟级产出：</a:t>
            </a:r>
            <a:r>
              <a:rPr sz="112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复杂方案生成从数周缩短至分钟级</a:t>
            </a:r>
            <a:endParaRPr sz="112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 t="-4167" b="-4167"/>
          <a:stretch>
            <a:fillRect/>
          </a:stretch>
        </p:blipFill>
        <p:spPr>
          <a:xfrm>
            <a:off x="742950" y="4528820"/>
            <a:ext cx="114300" cy="123825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41"/>
            </p:custDataLst>
          </p:nvPr>
        </p:nvSpPr>
        <p:spPr>
          <a:xfrm>
            <a:off x="952500" y="4476750"/>
            <a:ext cx="4819650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sz="1125" b="1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聚焦创新：</a:t>
            </a:r>
            <a:r>
              <a:rPr sz="112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从重复任务中解放，专注战略与创意</a:t>
            </a:r>
            <a:endParaRPr sz="112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 l="-3571" t="-4167" r="-3571" b="-4167"/>
          <a:stretch>
            <a:fillRect/>
          </a:stretch>
        </p:blipFill>
        <p:spPr>
          <a:xfrm>
            <a:off x="742950" y="4805045"/>
            <a:ext cx="142875" cy="123825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45"/>
            </p:custDataLst>
          </p:nvPr>
        </p:nvSpPr>
        <p:spPr>
          <a:xfrm>
            <a:off x="981075" y="4752975"/>
            <a:ext cx="4791075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sz="1125" b="1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复合人才：</a:t>
            </a:r>
            <a:r>
              <a:rPr lang="en-US" sz="112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12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协作型岗位需求激增，跨界能力受重视</a:t>
            </a:r>
            <a:endParaRPr lang="zh-CN" altLang="en-US" sz="112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 t="-4167" b="-4167"/>
          <a:stretch>
            <a:fillRect/>
          </a:stretch>
        </p:blipFill>
        <p:spPr>
          <a:xfrm>
            <a:off x="742950" y="5081270"/>
            <a:ext cx="114300" cy="123825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49"/>
            </p:custDataLst>
          </p:nvPr>
        </p:nvSpPr>
        <p:spPr>
          <a:xfrm>
            <a:off x="952500" y="5029200"/>
            <a:ext cx="4819650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sz="1125" b="1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持续进化：</a:t>
            </a:r>
            <a:r>
              <a:rPr sz="112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人机协作能力成为职场核心竞争力</a:t>
            </a:r>
            <a:endParaRPr sz="112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50"/>
            </p:custDataLst>
          </p:nvPr>
        </p:nvSpPr>
        <p:spPr>
          <a:xfrm>
            <a:off x="6191250" y="1162050"/>
            <a:ext cx="5543550" cy="4514850"/>
          </a:xfrm>
          <a:custGeom>
            <a:avLst/>
            <a:gdLst>
              <a:gd name="sw" fmla="*/ 1 w 8730"/>
              <a:gd name="sh" fmla="*/ 1 h 7110"/>
              <a:gd name="mins" fmla="min sw sh"/>
              <a:gd name="dsw" fmla="+- 0 sw mins"/>
              <a:gd name="dsh" fmla="+- 0 sh mins"/>
              <a:gd name="p0x0" fmla="*/ 240 w 8730"/>
              <a:gd name="p0y0" fmla="*/ 0 h 7110"/>
              <a:gd name="p0x1" fmla="*/ 8490 w 8730"/>
              <a:gd name="p0y1" fmla="*/ 0 h 7110"/>
              <a:gd name="p0x2" fmla="*/ 8622 w 8730"/>
              <a:gd name="p0y2" fmla="*/ 0 h 7110"/>
              <a:gd name="p0x3" fmla="*/ 8730 w 8730"/>
              <a:gd name="p0y3" fmla="*/ 107 h 7110"/>
              <a:gd name="p0x4" fmla="*/ 8730 w 8730"/>
              <a:gd name="p0y4" fmla="*/ 240 h 7110"/>
              <a:gd name="p0x5" fmla="*/ 8730 w 8730"/>
              <a:gd name="p0y5" fmla="*/ 6870 h 7110"/>
              <a:gd name="p0x6" fmla="*/ 8730 w 8730"/>
              <a:gd name="p0y6" fmla="*/ 7002 h 7110"/>
              <a:gd name="p0x7" fmla="*/ 8622 w 8730"/>
              <a:gd name="p0y7" fmla="*/ 7110 h 7110"/>
              <a:gd name="p0x8" fmla="*/ 8490 w 8730"/>
              <a:gd name="p0y8" fmla="*/ 7110 h 7110"/>
              <a:gd name="p0x9" fmla="*/ 240 w 8730"/>
              <a:gd name="p0y9" fmla="*/ 7110 h 7110"/>
              <a:gd name="p0x10" fmla="*/ 107 w 8730"/>
              <a:gd name="p0y10" fmla="*/ 7110 h 7110"/>
              <a:gd name="p0x11" fmla="*/ 0 w 8730"/>
              <a:gd name="p0y11" fmla="*/ 7002 h 7110"/>
              <a:gd name="p0x12" fmla="*/ 0 w 8730"/>
              <a:gd name="p0y12" fmla="*/ 6870 h 7110"/>
              <a:gd name="p0x13" fmla="*/ 0 w 8730"/>
              <a:gd name="p0y13" fmla="*/ 240 h 7110"/>
              <a:gd name="p0x14" fmla="*/ 0 w 8730"/>
              <a:gd name="p0y14" fmla="*/ 107 h 7110"/>
              <a:gd name="p0x15" fmla="*/ 107 w 8730"/>
              <a:gd name="p0y15" fmla="*/ 0 h 7110"/>
              <a:gd name="p0x16" fmla="*/ 240 w 8730"/>
              <a:gd name="p0y16" fmla="*/ 0 h 71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85750" dist="38100" dir="5399999" algn="ctr" rotWithShape="0">
              <a:srgbClr val="000000">
                <a:alpha val="392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51"/>
            </p:custDataLst>
          </p:nvPr>
        </p:nvSpPr>
        <p:spPr>
          <a:xfrm>
            <a:off x="7679531" y="1390650"/>
            <a:ext cx="2566988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en-US" sz="13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sz="13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对职场效率与岗位结构的影响</a:t>
            </a:r>
            <a:endParaRPr lang="zh-CN" sz="135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7" name="图片 36"/>
          <p:cNvPicPr/>
          <p:nvPr>
            <p:custDataLst>
              <p:tags r:id="rId52"/>
            </p:custDataLst>
          </p:nvPr>
        </p:nvPicPr>
        <p:blipFill>
          <a:blip r:embed="rId53"/>
          <a:stretch>
            <a:fillRect/>
          </a:stretch>
        </p:blipFill>
        <p:spPr>
          <a:xfrm>
            <a:off x="6419850" y="1733550"/>
            <a:ext cx="5086350" cy="3714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pic>
      <p:sp>
        <p:nvSpPr>
          <p:cNvPr id="39" name="任意多边形 38"/>
          <p:cNvSpPr/>
          <p:nvPr>
            <p:custDataLst>
              <p:tags r:id="rId54"/>
            </p:custDataLst>
          </p:nvPr>
        </p:nvSpPr>
        <p:spPr>
          <a:xfrm>
            <a:off x="457200" y="5862320"/>
            <a:ext cx="11277600" cy="538480"/>
          </a:xfrm>
          <a:custGeom>
            <a:avLst/>
            <a:gdLst>
              <a:gd name="sw" fmla="*/ 1 w 17760"/>
              <a:gd name="sh" fmla="*/ 1 h 847"/>
              <a:gd name="mins" fmla="min sw sh"/>
              <a:gd name="dsw" fmla="+- 0 sw mins"/>
              <a:gd name="dsh" fmla="+- 0 sh mins"/>
              <a:gd name="p0x0" fmla="*/ 180 w 17760"/>
              <a:gd name="p0y0" fmla="*/ 0 h 847"/>
              <a:gd name="p0x1" fmla="*/ 17580 w 17760"/>
              <a:gd name="p0y1" fmla="*/ 0 h 847"/>
              <a:gd name="p0x2" fmla="*/ 17679 w 17760"/>
              <a:gd name="p0y2" fmla="*/ 0 h 847"/>
              <a:gd name="p0x3" fmla="*/ 17760 w 17760"/>
              <a:gd name="p0y3" fmla="*/ 80 h 847"/>
              <a:gd name="p0x4" fmla="*/ 17760 w 17760"/>
              <a:gd name="p0y4" fmla="*/ 180 h 847"/>
              <a:gd name="p0x5" fmla="*/ 17760 w 17760"/>
              <a:gd name="p0y5" fmla="*/ 667 h 847"/>
              <a:gd name="p0x6" fmla="*/ 17760 w 17760"/>
              <a:gd name="p0y6" fmla="*/ 766 h 847"/>
              <a:gd name="p0x7" fmla="*/ 17679 w 17760"/>
              <a:gd name="p0y7" fmla="*/ 847 h 847"/>
              <a:gd name="p0x8" fmla="*/ 17580 w 17760"/>
              <a:gd name="p0y8" fmla="*/ 847 h 847"/>
              <a:gd name="p0x9" fmla="*/ 180 w 17760"/>
              <a:gd name="p0y9" fmla="*/ 847 h 847"/>
              <a:gd name="p0x10" fmla="*/ 80 w 17760"/>
              <a:gd name="p0y10" fmla="*/ 847 h 847"/>
              <a:gd name="p0x11" fmla="*/ 0 w 17760"/>
              <a:gd name="p0y11" fmla="*/ 766 h 847"/>
              <a:gd name="p0x12" fmla="*/ 0 w 17760"/>
              <a:gd name="p0y12" fmla="*/ 667 h 847"/>
              <a:gd name="p0x13" fmla="*/ 0 w 17760"/>
              <a:gd name="p0y13" fmla="*/ 180 h 847"/>
              <a:gd name="p0x14" fmla="*/ 0 w 17760"/>
              <a:gd name="p0y14" fmla="*/ 80 h 847"/>
              <a:gd name="p0x15" fmla="*/ 80 w 17760"/>
              <a:gd name="p0y15" fmla="*/ 0 h 847"/>
              <a:gd name="p0x16" fmla="*/ 180 w 17760"/>
              <a:gd name="p0y16" fmla="*/ 0 h 84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1E3A8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0" name="图片 39"/>
          <p:cNvPicPr>
            <a:picLocks noChangeAspect="1"/>
          </p:cNvPicPr>
          <p:nvPr>
            <p:custDataLst>
              <p:tags r:id="rId55"/>
            </p:custDataLst>
          </p:nvPr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rcRect l="-9091" t="-4583" r="-9091" b="-4583"/>
          <a:stretch>
            <a:fillRect/>
          </a:stretch>
        </p:blipFill>
        <p:spPr>
          <a:xfrm>
            <a:off x="2621280" y="6045835"/>
            <a:ext cx="123825" cy="166370"/>
          </a:xfrm>
          <a:prstGeom prst="rect">
            <a:avLst/>
          </a:prstGeom>
        </p:spPr>
      </p:pic>
      <p:sp>
        <p:nvSpPr>
          <p:cNvPr id="41" name="文本框 40"/>
          <p:cNvSpPr txBox="1"/>
          <p:nvPr>
            <p:custDataLst>
              <p:tags r:id="rId58"/>
            </p:custDataLst>
          </p:nvPr>
        </p:nvSpPr>
        <p:spPr>
          <a:xfrm>
            <a:off x="2859881" y="6015038"/>
            <a:ext cx="8646319" cy="23336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核心结论：</a:t>
            </a:r>
            <a:r>
              <a:rPr lang="en-US" altLang="zh-CN"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不是替代人，而是替代</a:t>
            </a:r>
            <a:r>
              <a:rPr lang="en-US" altLang="zh-CN"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重复性任务</a:t>
            </a:r>
            <a:r>
              <a:rPr lang="en-US" altLang="zh-CN"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；未来核心竞争力</a:t>
            </a:r>
            <a:r>
              <a:rPr lang="en-US" altLang="zh-CN"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lang="zh-CN" altLang="en-US"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专业能力</a:t>
            </a:r>
            <a:r>
              <a:rPr lang="en-US" altLang="zh-CN"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</a:t>
            </a:r>
            <a:r>
              <a:rPr lang="zh-CN" altLang="en-US"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协作能力</a:t>
            </a:r>
            <a:endParaRPr lang="zh-CN" altLang="en-US" sz="12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57200" y="409575"/>
            <a:ext cx="5519738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3000" b="1" spc="75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人机协作：建立正确的</a:t>
            </a:r>
            <a:r>
              <a:rPr lang="en-US" altLang="zh-CN" sz="3000" b="1" spc="75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"AI</a:t>
            </a:r>
            <a:r>
              <a:rPr lang="zh-CN" altLang="en-US" sz="3000" b="1" spc="75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</a:t>
            </a:r>
            <a:r>
              <a:rPr lang="en-US" altLang="zh-CN" sz="3000" b="1" spc="75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lang="en-US" altLang="zh-CN" sz="3000" b="1" spc="75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 2"/>
          <p:cNvSpPr/>
          <p:nvPr>
            <p:custDataLst>
              <p:tags r:id="rId2"/>
            </p:custDataLst>
          </p:nvPr>
        </p:nvSpPr>
        <p:spPr>
          <a:xfrm>
            <a:off x="461645" y="1166495"/>
            <a:ext cx="5534025" cy="5229225"/>
          </a:xfrm>
          <a:custGeom>
            <a:avLst/>
            <a:gdLst>
              <a:gd name="sw" fmla="*/ 1 w 8715"/>
              <a:gd name="sh" fmla="*/ 1 h 8235"/>
              <a:gd name="mins" fmla="min sw sh"/>
              <a:gd name="dsw" fmla="+- 0 sw mins"/>
              <a:gd name="dsh" fmla="+- 0 sh mins"/>
              <a:gd name="p0x0" fmla="*/ 240 w 8715"/>
              <a:gd name="p0y0" fmla="*/ 0 h 8235"/>
              <a:gd name="p0x1" fmla="*/ 8475 w 8715"/>
              <a:gd name="p0y1" fmla="*/ 0 h 8235"/>
              <a:gd name="p0x2" fmla="*/ 8607 w 8715"/>
              <a:gd name="p0y2" fmla="*/ 0 h 8235"/>
              <a:gd name="p0x3" fmla="*/ 8715 w 8715"/>
              <a:gd name="p0y3" fmla="*/ 107 h 8235"/>
              <a:gd name="p0x4" fmla="*/ 8715 w 8715"/>
              <a:gd name="p0y4" fmla="*/ 240 h 8235"/>
              <a:gd name="p0x5" fmla="*/ 8715 w 8715"/>
              <a:gd name="p0y5" fmla="*/ 7995 h 8235"/>
              <a:gd name="p0x6" fmla="*/ 8715 w 8715"/>
              <a:gd name="p0y6" fmla="*/ 8127 h 8235"/>
              <a:gd name="p0x7" fmla="*/ 8607 w 8715"/>
              <a:gd name="p0y7" fmla="*/ 8235 h 8235"/>
              <a:gd name="p0x8" fmla="*/ 8475 w 8715"/>
              <a:gd name="p0y8" fmla="*/ 8235 h 8235"/>
              <a:gd name="p0x9" fmla="*/ 240 w 8715"/>
              <a:gd name="p0y9" fmla="*/ 8235 h 8235"/>
              <a:gd name="p0x10" fmla="*/ 107 w 8715"/>
              <a:gd name="p0y10" fmla="*/ 8235 h 8235"/>
              <a:gd name="p0x11" fmla="*/ 0 w 8715"/>
              <a:gd name="p0y11" fmla="*/ 8127 h 8235"/>
              <a:gd name="p0x12" fmla="*/ 0 w 8715"/>
              <a:gd name="p0y12" fmla="*/ 7995 h 8235"/>
              <a:gd name="p0x13" fmla="*/ 0 w 8715"/>
              <a:gd name="p0y13" fmla="*/ 240 h 8235"/>
              <a:gd name="p0x14" fmla="*/ 0 w 8715"/>
              <a:gd name="p0y14" fmla="*/ 107 h 8235"/>
              <a:gd name="p0x15" fmla="*/ 107 w 8715"/>
              <a:gd name="p0y15" fmla="*/ 0 h 8235"/>
              <a:gd name="p0x16" fmla="*/ 240 w 8715"/>
              <a:gd name="p0y16" fmla="*/ 0 h 82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2E8F0"/>
            </a:solidFill>
            <a:prstDash val="solid"/>
          </a:ln>
          <a:effectLst>
            <a:outerShdw blurRad="85725" dist="38100" dir="5399999" sx="99656" sy="99636" algn="ctr" rotWithShape="0">
              <a:srgbClr val="000000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98" name="组合 97"/>
          <p:cNvGrpSpPr/>
          <p:nvPr/>
        </p:nvGrpSpPr>
        <p:grpSpPr>
          <a:xfrm>
            <a:off x="466725" y="1171575"/>
            <a:ext cx="5524500" cy="842645"/>
            <a:chOff x="735" y="1845"/>
            <a:chExt cx="8700" cy="1327"/>
          </a:xfrm>
        </p:grpSpPr>
        <p:sp>
          <p:nvSpPr>
            <p:cNvPr id="4" name="任意多边形 3"/>
            <p:cNvSpPr/>
            <p:nvPr>
              <p:custDataLst>
                <p:tags r:id="rId3"/>
              </p:custDataLst>
            </p:nvPr>
          </p:nvSpPr>
          <p:spPr>
            <a:xfrm>
              <a:off x="735" y="1845"/>
              <a:ext cx="8700" cy="1327"/>
            </a:xfrm>
            <a:custGeom>
              <a:avLst/>
              <a:gdLst>
                <a:gd name="sw" fmla="*/ 1 w 8700"/>
                <a:gd name="sh" fmla="*/ 1 h 1327"/>
                <a:gd name="mins" fmla="min sw sh"/>
                <a:gd name="dsw" fmla="+- 0 sw mins"/>
                <a:gd name="dsh" fmla="+- 0 sh mins"/>
                <a:gd name="p0x0" fmla="*/ 0 w 8700"/>
                <a:gd name="p0y0" fmla="*/ 0 h 1327"/>
                <a:gd name="p0x1" fmla="*/ 8700 w 8700"/>
                <a:gd name="p0y1" fmla="*/ 0 h 1327"/>
                <a:gd name="p0x2" fmla="*/ 8700 w 8700"/>
                <a:gd name="p0y2" fmla="*/ 1327 h 1327"/>
                <a:gd name="p0x3" fmla="*/ 0 w 8700"/>
                <a:gd name="p0y3" fmla="*/ 1327 h 1327"/>
                <a:gd name="p0x4" fmla="*/ 0 w 8700"/>
                <a:gd name="p0y4" fmla="*/ 0 h 1327"/>
              </a:gdLst>
              <a:ahLst/>
              <a:cxnLst/>
              <a:pathLst>
                <a:path w="8700" h="1327">
                  <a:moveTo>
                    <a:pt x="240" y="0"/>
                  </a:moveTo>
                  <a:lnTo>
                    <a:pt x="8460" y="0"/>
                  </a:lnTo>
                  <a:cubicBezTo>
                    <a:pt x="8593" y="0"/>
                    <a:pt x="8700" y="107"/>
                    <a:pt x="8700" y="240"/>
                  </a:cubicBezTo>
                  <a:lnTo>
                    <a:pt x="8700" y="1327"/>
                  </a:lnTo>
                  <a:lnTo>
                    <a:pt x="0" y="1327"/>
                  </a:lnTo>
                  <a:lnTo>
                    <a:pt x="0" y="240"/>
                  </a:lnTo>
                  <a:cubicBezTo>
                    <a:pt x="0" y="107"/>
                    <a:pt x="107" y="0"/>
                    <a:pt x="240" y="0"/>
                  </a:cubicBezTo>
                  <a:close/>
                </a:path>
              </a:pathLst>
            </a:custGeom>
            <a:solidFill>
              <a:srgbClr val="DBEAF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5" name="任意多边形 4"/>
            <p:cNvSpPr/>
            <p:nvPr>
              <p:custDataLst>
                <p:tags r:id="rId4"/>
              </p:custDataLst>
            </p:nvPr>
          </p:nvSpPr>
          <p:spPr>
            <a:xfrm>
              <a:off x="735" y="3142"/>
              <a:ext cx="8700" cy="30"/>
            </a:xfrm>
            <a:custGeom>
              <a:avLst/>
              <a:gdLst>
                <a:gd name="sw" fmla="*/ 1 w 8700"/>
                <a:gd name="sh" fmla="*/ 1 h 30"/>
                <a:gd name="mins" fmla="min sw sh"/>
                <a:gd name="dsw" fmla="+- 0 sw mins"/>
                <a:gd name="dsh" fmla="+- 0 sh mins"/>
                <a:gd name="p0x0" fmla="*/ 8700 w 8700"/>
                <a:gd name="p0y0" fmla="*/ 30 h 30"/>
                <a:gd name="p0x1" fmla="*/ 0 w 8700"/>
                <a:gd name="p0y1" fmla="*/ 30 h 30"/>
                <a:gd name="p0x2" fmla="*/ 0 w 8700"/>
                <a:gd name="p0y2" fmla="*/ 0 h 30"/>
                <a:gd name="p0x3" fmla="*/ 8700 w 8700"/>
                <a:gd name="p0y3" fmla="*/ 0 h 30"/>
                <a:gd name="p0x4" fmla="*/ 8700 w 8700"/>
                <a:gd name="p0y4" fmla="*/ 30 h 30"/>
              </a:gdLst>
              <a:ahLst/>
              <a:cxnLst/>
              <a:pathLst>
                <a:path w="8700" h="30">
                  <a:moveTo>
                    <a:pt x="8700" y="0"/>
                  </a:moveTo>
                  <a:lnTo>
                    <a:pt x="8700" y="3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8700" y="0"/>
                  </a:lnTo>
                  <a:close/>
                </a:path>
              </a:pathLst>
            </a:custGeom>
            <a:solidFill>
              <a:srgbClr val="000000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695325" y="1343025"/>
            <a:ext cx="1647825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能力维度</a:t>
            </a:r>
            <a:endParaRPr lang="zh-CN" sz="165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695325" y="1647825"/>
            <a:ext cx="177165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975" spc="75">
                <a:solidFill>
                  <a:srgbClr val="1E3A8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Machine Intelligence</a:t>
            </a:r>
            <a:endParaRPr sz="975" spc="75">
              <a:solidFill>
                <a:srgbClr val="1E3A8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t="-1562" b="-1562"/>
          <a:stretch>
            <a:fillRect/>
          </a:stretch>
        </p:blipFill>
        <p:spPr>
          <a:xfrm>
            <a:off x="5381625" y="1426210"/>
            <a:ext cx="381000" cy="314325"/>
          </a:xfrm>
          <a:prstGeom prst="rect">
            <a:avLst/>
          </a:prstGeom>
        </p:spPr>
      </p:pic>
      <p:sp>
        <p:nvSpPr>
          <p:cNvPr id="10" name="矩形 9"/>
          <p:cNvSpPr/>
          <p:nvPr>
            <p:custDataLst>
              <p:tags r:id="rId10"/>
            </p:custDataLst>
          </p:nvPr>
        </p:nvSpPr>
        <p:spPr>
          <a:xfrm>
            <a:off x="904875" y="2433320"/>
            <a:ext cx="38100" cy="23431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03" name="组合 102"/>
          <p:cNvGrpSpPr/>
          <p:nvPr/>
        </p:nvGrpSpPr>
        <p:grpSpPr>
          <a:xfrm>
            <a:off x="695325" y="5543550"/>
            <a:ext cx="5067300" cy="618490"/>
            <a:chOff x="1095" y="8730"/>
            <a:chExt cx="7980" cy="974"/>
          </a:xfrm>
        </p:grpSpPr>
        <p:sp>
          <p:nvSpPr>
            <p:cNvPr id="39" name="任意多边形 38"/>
            <p:cNvSpPr/>
            <p:nvPr>
              <p:custDataLst>
                <p:tags r:id="rId11"/>
              </p:custDataLst>
            </p:nvPr>
          </p:nvSpPr>
          <p:spPr>
            <a:xfrm>
              <a:off x="1095" y="8730"/>
              <a:ext cx="7980" cy="975"/>
            </a:xfrm>
            <a:custGeom>
              <a:avLst/>
              <a:gdLst>
                <a:gd name="sw" fmla="*/ 1 w 7980"/>
                <a:gd name="sh" fmla="*/ 1 h 975"/>
                <a:gd name="mins" fmla="min sw sh"/>
                <a:gd name="dsw" fmla="+- 0 sw mins"/>
                <a:gd name="dsh" fmla="+- 0 sh mins"/>
                <a:gd name="p0x0" fmla="*/ 0 w 7980"/>
                <a:gd name="p0y0" fmla="*/ 0 h 975"/>
                <a:gd name="p0x1" fmla="*/ 7980 w 7980"/>
                <a:gd name="p0y1" fmla="*/ 0 h 975"/>
                <a:gd name="p0x2" fmla="*/ 7980 w 7980"/>
                <a:gd name="p0y2" fmla="*/ 975 h 975"/>
                <a:gd name="p0x3" fmla="*/ 0 w 7980"/>
                <a:gd name="p0y3" fmla="*/ 975 h 975"/>
                <a:gd name="p0x4" fmla="*/ 0 w 7980"/>
                <a:gd name="p0y4" fmla="*/ 0 h 9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0" name="任意多边形 39"/>
            <p:cNvSpPr/>
            <p:nvPr>
              <p:custDataLst>
                <p:tags r:id="rId12"/>
              </p:custDataLst>
            </p:nvPr>
          </p:nvSpPr>
          <p:spPr>
            <a:xfrm>
              <a:off x="1095" y="8730"/>
              <a:ext cx="7980" cy="30"/>
            </a:xfrm>
            <a:custGeom>
              <a:avLst/>
              <a:gdLst>
                <a:gd name="sw" fmla="*/ 1 w 7980"/>
                <a:gd name="sh" fmla="*/ 1 h 30"/>
                <a:gd name="mins" fmla="min sw sh"/>
                <a:gd name="dsw" fmla="+- 0 sw mins"/>
                <a:gd name="dsh" fmla="+- 0 sh mins"/>
                <a:gd name="p0x0" fmla="*/ 0 w 7980"/>
                <a:gd name="p0y0" fmla="*/ 0 h 30"/>
                <a:gd name="p0x1" fmla="*/ 60 w 7980"/>
                <a:gd name="p0y1" fmla="*/ 0 h 30"/>
                <a:gd name="p0x2" fmla="*/ 60 w 7980"/>
                <a:gd name="p0y2" fmla="*/ 30 h 30"/>
                <a:gd name="p0x3" fmla="*/ 0 w 7980"/>
                <a:gd name="p0y3" fmla="*/ 30 h 30"/>
                <a:gd name="p0x4" fmla="*/ 0 w 7980"/>
                <a:gd name="p0y4" fmla="*/ 0 h 30"/>
                <a:gd name="p0x5" fmla="*/ 90 w 7980"/>
                <a:gd name="p0y5" fmla="*/ 0 h 30"/>
                <a:gd name="p0x6" fmla="*/ 149 w 7980"/>
                <a:gd name="p0y6" fmla="*/ 0 h 30"/>
                <a:gd name="p0x7" fmla="*/ 150 w 7980"/>
                <a:gd name="p0y7" fmla="*/ 30 h 30"/>
                <a:gd name="p0x8" fmla="*/ 90 w 7980"/>
                <a:gd name="p0y8" fmla="*/ 30 h 30"/>
                <a:gd name="p0x9" fmla="*/ 90 w 7980"/>
                <a:gd name="p0y9" fmla="*/ 0 h 30"/>
                <a:gd name="p0x10" fmla="*/ 180 w 7980"/>
                <a:gd name="p0y10" fmla="*/ 0 h 30"/>
                <a:gd name="p0x11" fmla="*/ 240 w 7980"/>
                <a:gd name="p0y11" fmla="*/ 0 h 30"/>
                <a:gd name="p0x12" fmla="*/ 240 w 7980"/>
                <a:gd name="p0y12" fmla="*/ 30 h 30"/>
                <a:gd name="p0x13" fmla="*/ 180 w 7980"/>
                <a:gd name="p0y13" fmla="*/ 30 h 30"/>
                <a:gd name="p0x14" fmla="*/ 180 w 7980"/>
                <a:gd name="p0y14" fmla="*/ 0 h 30"/>
                <a:gd name="p0x15" fmla="*/ 270 w 7980"/>
                <a:gd name="p0y15" fmla="*/ 0 h 30"/>
                <a:gd name="p0x16" fmla="*/ 330 w 7980"/>
                <a:gd name="p0y16" fmla="*/ 0 h 30"/>
                <a:gd name="p0x17" fmla="*/ 330 w 7980"/>
                <a:gd name="p0y17" fmla="*/ 30 h 30"/>
                <a:gd name="p0x18" fmla="*/ 270 w 7980"/>
                <a:gd name="p0y18" fmla="*/ 30 h 30"/>
                <a:gd name="p0x19" fmla="*/ 270 w 7980"/>
                <a:gd name="p0y19" fmla="*/ 0 h 30"/>
                <a:gd name="p0x20" fmla="*/ 360 w 7980"/>
                <a:gd name="p0y20" fmla="*/ 0 h 30"/>
                <a:gd name="p0x21" fmla="*/ 420 w 7980"/>
                <a:gd name="p0y21" fmla="*/ 0 h 30"/>
                <a:gd name="p0x22" fmla="*/ 420 w 7980"/>
                <a:gd name="p0y22" fmla="*/ 30 h 30"/>
                <a:gd name="p0x23" fmla="*/ 360 w 7980"/>
                <a:gd name="p0y23" fmla="*/ 30 h 30"/>
                <a:gd name="p0x24" fmla="*/ 360 w 7980"/>
                <a:gd name="p0y24" fmla="*/ 0 h 30"/>
                <a:gd name="p0x25" fmla="*/ 450 w 7980"/>
                <a:gd name="p0y25" fmla="*/ 0 h 30"/>
                <a:gd name="p0x26" fmla="*/ 509 w 7980"/>
                <a:gd name="p0y26" fmla="*/ 0 h 30"/>
                <a:gd name="p0x27" fmla="*/ 510 w 7980"/>
                <a:gd name="p0y27" fmla="*/ 30 h 30"/>
                <a:gd name="p0x28" fmla="*/ 449 w 7980"/>
                <a:gd name="p0y28" fmla="*/ 30 h 30"/>
                <a:gd name="p0x29" fmla="*/ 450 w 7980"/>
                <a:gd name="p0y29" fmla="*/ 0 h 30"/>
                <a:gd name="p0x30" fmla="*/ 539 w 7980"/>
                <a:gd name="p0y30" fmla="*/ 0 h 30"/>
                <a:gd name="p0x31" fmla="*/ 600 w 7980"/>
                <a:gd name="p0y31" fmla="*/ 0 h 30"/>
                <a:gd name="p0x32" fmla="*/ 600 w 7980"/>
                <a:gd name="p0y32" fmla="*/ 30 h 30"/>
                <a:gd name="p0x33" fmla="*/ 540 w 7980"/>
                <a:gd name="p0y33" fmla="*/ 30 h 30"/>
                <a:gd name="p0x34" fmla="*/ 539 w 7980"/>
                <a:gd name="p0y34" fmla="*/ 0 h 30"/>
                <a:gd name="p0x35" fmla="*/ 629 w 7980"/>
                <a:gd name="p0y35" fmla="*/ 0 h 30"/>
                <a:gd name="p0x36" fmla="*/ 690 w 7980"/>
                <a:gd name="p0y36" fmla="*/ 0 h 30"/>
                <a:gd name="p0x37" fmla="*/ 690 w 7980"/>
                <a:gd name="p0y37" fmla="*/ 30 h 30"/>
                <a:gd name="p0x38" fmla="*/ 630 w 7980"/>
                <a:gd name="p0y38" fmla="*/ 30 h 30"/>
                <a:gd name="p0x39" fmla="*/ 629 w 7980"/>
                <a:gd name="p0y39" fmla="*/ 0 h 30"/>
                <a:gd name="p0x40" fmla="*/ 720 w 7980"/>
                <a:gd name="p0y40" fmla="*/ 0 h 30"/>
                <a:gd name="p0x41" fmla="*/ 779 w 7980"/>
                <a:gd name="p0y41" fmla="*/ 0 h 30"/>
                <a:gd name="p0x42" fmla="*/ 780 w 7980"/>
                <a:gd name="p0y42" fmla="*/ 30 h 30"/>
                <a:gd name="p0x43" fmla="*/ 720 w 7980"/>
                <a:gd name="p0y43" fmla="*/ 30 h 30"/>
                <a:gd name="p0x44" fmla="*/ 720 w 7980"/>
                <a:gd name="p0y44" fmla="*/ 0 h 30"/>
                <a:gd name="p0x45" fmla="*/ 810 w 7980"/>
                <a:gd name="p0y45" fmla="*/ 0 h 30"/>
                <a:gd name="p0x46" fmla="*/ 870 w 7980"/>
                <a:gd name="p0y46" fmla="*/ 0 h 30"/>
                <a:gd name="p0x47" fmla="*/ 870 w 7980"/>
                <a:gd name="p0y47" fmla="*/ 30 h 30"/>
                <a:gd name="p0x48" fmla="*/ 810 w 7980"/>
                <a:gd name="p0y48" fmla="*/ 30 h 30"/>
                <a:gd name="p0x49" fmla="*/ 810 w 7980"/>
                <a:gd name="p0y49" fmla="*/ 0 h 30"/>
                <a:gd name="p0x50" fmla="*/ 900 w 7980"/>
                <a:gd name="p0y50" fmla="*/ 0 h 30"/>
                <a:gd name="p0x51" fmla="*/ 960 w 7980"/>
                <a:gd name="p0y51" fmla="*/ 0 h 30"/>
                <a:gd name="p0x52" fmla="*/ 960 w 7980"/>
                <a:gd name="p0y52" fmla="*/ 30 h 30"/>
                <a:gd name="p0x53" fmla="*/ 900 w 7980"/>
                <a:gd name="p0y53" fmla="*/ 30 h 30"/>
                <a:gd name="p0x54" fmla="*/ 900 w 7980"/>
                <a:gd name="p0y54" fmla="*/ 0 h 30"/>
                <a:gd name="p0x55" fmla="*/ 990 w 7980"/>
                <a:gd name="p0y55" fmla="*/ 0 h 30"/>
                <a:gd name="p0x56" fmla="*/ 1050 w 7980"/>
                <a:gd name="p0y56" fmla="*/ 0 h 30"/>
                <a:gd name="p0x57" fmla="*/ 1050 w 7980"/>
                <a:gd name="p0y57" fmla="*/ 30 h 30"/>
                <a:gd name="p0x58" fmla="*/ 990 w 7980"/>
                <a:gd name="p0y58" fmla="*/ 30 h 30"/>
                <a:gd name="p0x59" fmla="*/ 990 w 7980"/>
                <a:gd name="p0y59" fmla="*/ 0 h 30"/>
                <a:gd name="p0x60" fmla="*/ 1080 w 7980"/>
                <a:gd name="p0y60" fmla="*/ 0 h 30"/>
                <a:gd name="p0x61" fmla="*/ 1140 w 7980"/>
                <a:gd name="p0y61" fmla="*/ 0 h 30"/>
                <a:gd name="p0x62" fmla="*/ 1140 w 7980"/>
                <a:gd name="p0y62" fmla="*/ 30 h 30"/>
                <a:gd name="p0x63" fmla="*/ 1080 w 7980"/>
                <a:gd name="p0y63" fmla="*/ 30 h 30"/>
                <a:gd name="p0x64" fmla="*/ 1080 w 7980"/>
                <a:gd name="p0y64" fmla="*/ 0 h 30"/>
                <a:gd name="p0x65" fmla="*/ 1170 w 7980"/>
                <a:gd name="p0y65" fmla="*/ 0 h 30"/>
                <a:gd name="p0x66" fmla="*/ 1230 w 7980"/>
                <a:gd name="p0y66" fmla="*/ 0 h 30"/>
                <a:gd name="p0x67" fmla="*/ 1230 w 7980"/>
                <a:gd name="p0y67" fmla="*/ 30 h 30"/>
                <a:gd name="p0x68" fmla="*/ 1170 w 7980"/>
                <a:gd name="p0y68" fmla="*/ 30 h 30"/>
                <a:gd name="p0x69" fmla="*/ 1170 w 7980"/>
                <a:gd name="p0y69" fmla="*/ 0 h 30"/>
                <a:gd name="p0x70" fmla="*/ 1260 w 7980"/>
                <a:gd name="p0y70" fmla="*/ 0 h 30"/>
                <a:gd name="p0x71" fmla="*/ 1320 w 7980"/>
                <a:gd name="p0y71" fmla="*/ 0 h 30"/>
                <a:gd name="p0x72" fmla="*/ 1320 w 7980"/>
                <a:gd name="p0y72" fmla="*/ 30 h 30"/>
                <a:gd name="p0x73" fmla="*/ 1260 w 7980"/>
                <a:gd name="p0y73" fmla="*/ 30 h 30"/>
                <a:gd name="p0x74" fmla="*/ 1260 w 7980"/>
                <a:gd name="p0y74" fmla="*/ 0 h 30"/>
                <a:gd name="p0x75" fmla="*/ 1350 w 7980"/>
                <a:gd name="p0y75" fmla="*/ 0 h 30"/>
                <a:gd name="p0x76" fmla="*/ 1410 w 7980"/>
                <a:gd name="p0y76" fmla="*/ 0 h 30"/>
                <a:gd name="p0x77" fmla="*/ 1410 w 7980"/>
                <a:gd name="p0y77" fmla="*/ 30 h 30"/>
                <a:gd name="p0x78" fmla="*/ 1350 w 7980"/>
                <a:gd name="p0y78" fmla="*/ 30 h 30"/>
                <a:gd name="p0x79" fmla="*/ 1350 w 7980"/>
                <a:gd name="p0y79" fmla="*/ 0 h 30"/>
                <a:gd name="p0x80" fmla="*/ 1440 w 7980"/>
                <a:gd name="p0y80" fmla="*/ 0 h 30"/>
                <a:gd name="p0x81" fmla="*/ 1500 w 7980"/>
                <a:gd name="p0y81" fmla="*/ 0 h 30"/>
                <a:gd name="p0x82" fmla="*/ 1500 w 7980"/>
                <a:gd name="p0y82" fmla="*/ 30 h 30"/>
                <a:gd name="p0x83" fmla="*/ 1440 w 7980"/>
                <a:gd name="p0y83" fmla="*/ 30 h 30"/>
                <a:gd name="p0x84" fmla="*/ 1440 w 7980"/>
                <a:gd name="p0y84" fmla="*/ 0 h 30"/>
                <a:gd name="p0x85" fmla="*/ 1530 w 7980"/>
                <a:gd name="p0y85" fmla="*/ 0 h 30"/>
                <a:gd name="p0x86" fmla="*/ 1590 w 7980"/>
                <a:gd name="p0y86" fmla="*/ 0 h 30"/>
                <a:gd name="p0x87" fmla="*/ 1590 w 7980"/>
                <a:gd name="p0y87" fmla="*/ 30 h 30"/>
                <a:gd name="p0x88" fmla="*/ 1530 w 7980"/>
                <a:gd name="p0y88" fmla="*/ 30 h 30"/>
                <a:gd name="p0x89" fmla="*/ 1530 w 7980"/>
                <a:gd name="p0y89" fmla="*/ 0 h 30"/>
                <a:gd name="p0x90" fmla="*/ 1620 w 7980"/>
                <a:gd name="p0y90" fmla="*/ 0 h 30"/>
                <a:gd name="p0x91" fmla="*/ 1680 w 7980"/>
                <a:gd name="p0y91" fmla="*/ 0 h 30"/>
                <a:gd name="p0x92" fmla="*/ 1680 w 7980"/>
                <a:gd name="p0y92" fmla="*/ 30 h 30"/>
                <a:gd name="p0x93" fmla="*/ 1620 w 7980"/>
                <a:gd name="p0y93" fmla="*/ 30 h 30"/>
                <a:gd name="p0x94" fmla="*/ 1620 w 7980"/>
                <a:gd name="p0y94" fmla="*/ 0 h 30"/>
                <a:gd name="p0x95" fmla="*/ 1710 w 7980"/>
                <a:gd name="p0y95" fmla="*/ 0 h 30"/>
                <a:gd name="p0x96" fmla="*/ 1770 w 7980"/>
                <a:gd name="p0y96" fmla="*/ 0 h 30"/>
                <a:gd name="p0x97" fmla="*/ 1770 w 7980"/>
                <a:gd name="p0y97" fmla="*/ 30 h 30"/>
                <a:gd name="p0x98" fmla="*/ 1710 w 7980"/>
                <a:gd name="p0y98" fmla="*/ 30 h 30"/>
                <a:gd name="p0x99" fmla="*/ 1710 w 7980"/>
                <a:gd name="p0y99" fmla="*/ 0 h 30"/>
                <a:gd name="p0x100" fmla="*/ 1800 w 7980"/>
                <a:gd name="p0y100" fmla="*/ 0 h 30"/>
                <a:gd name="p0x101" fmla="*/ 1860 w 7980"/>
                <a:gd name="p0y101" fmla="*/ 0 h 30"/>
                <a:gd name="p0x102" fmla="*/ 1860 w 7980"/>
                <a:gd name="p0y102" fmla="*/ 30 h 30"/>
                <a:gd name="p0x103" fmla="*/ 1800 w 7980"/>
                <a:gd name="p0y103" fmla="*/ 30 h 30"/>
                <a:gd name="p0x104" fmla="*/ 1800 w 7980"/>
                <a:gd name="p0y104" fmla="*/ 0 h 30"/>
                <a:gd name="p0x105" fmla="*/ 1890 w 7980"/>
                <a:gd name="p0y105" fmla="*/ 0 h 30"/>
                <a:gd name="p0x106" fmla="*/ 1950 w 7980"/>
                <a:gd name="p0y106" fmla="*/ 0 h 30"/>
                <a:gd name="p0x107" fmla="*/ 1950 w 7980"/>
                <a:gd name="p0y107" fmla="*/ 30 h 30"/>
                <a:gd name="p0x108" fmla="*/ 1890 w 7980"/>
                <a:gd name="p0y108" fmla="*/ 30 h 30"/>
                <a:gd name="p0x109" fmla="*/ 1890 w 7980"/>
                <a:gd name="p0y109" fmla="*/ 0 h 30"/>
                <a:gd name="p0x110" fmla="*/ 1980 w 7980"/>
                <a:gd name="p0y110" fmla="*/ 0 h 30"/>
                <a:gd name="p0x111" fmla="*/ 2040 w 7980"/>
                <a:gd name="p0y111" fmla="*/ 0 h 30"/>
                <a:gd name="p0x112" fmla="*/ 2040 w 7980"/>
                <a:gd name="p0y112" fmla="*/ 30 h 30"/>
                <a:gd name="p0x113" fmla="*/ 1980 w 7980"/>
                <a:gd name="p0y113" fmla="*/ 30 h 30"/>
                <a:gd name="p0x114" fmla="*/ 1980 w 7980"/>
                <a:gd name="p0y114" fmla="*/ 0 h 30"/>
                <a:gd name="p0x115" fmla="*/ 2070 w 7980"/>
                <a:gd name="p0y115" fmla="*/ 0 h 30"/>
                <a:gd name="p0x116" fmla="*/ 2130 w 7980"/>
                <a:gd name="p0y116" fmla="*/ 0 h 30"/>
                <a:gd name="p0x117" fmla="*/ 2130 w 7980"/>
                <a:gd name="p0y117" fmla="*/ 30 h 30"/>
                <a:gd name="p0x118" fmla="*/ 2070 w 7980"/>
                <a:gd name="p0y118" fmla="*/ 30 h 30"/>
                <a:gd name="p0x119" fmla="*/ 2070 w 7980"/>
                <a:gd name="p0y119" fmla="*/ 0 h 30"/>
                <a:gd name="p0x120" fmla="*/ 2160 w 7980"/>
                <a:gd name="p0y120" fmla="*/ 0 h 30"/>
                <a:gd name="p0x121" fmla="*/ 2220 w 7980"/>
                <a:gd name="p0y121" fmla="*/ 0 h 30"/>
                <a:gd name="p0x122" fmla="*/ 2220 w 7980"/>
                <a:gd name="p0y122" fmla="*/ 30 h 30"/>
                <a:gd name="p0x123" fmla="*/ 2160 w 7980"/>
                <a:gd name="p0y123" fmla="*/ 30 h 30"/>
                <a:gd name="p0x124" fmla="*/ 2160 w 7980"/>
                <a:gd name="p0y124" fmla="*/ 0 h 30"/>
                <a:gd name="p0x125" fmla="*/ 2250 w 7980"/>
                <a:gd name="p0y125" fmla="*/ 0 h 30"/>
                <a:gd name="p0x126" fmla="*/ 2310 w 7980"/>
                <a:gd name="p0y126" fmla="*/ 0 h 30"/>
                <a:gd name="p0x127" fmla="*/ 2310 w 7980"/>
                <a:gd name="p0y127" fmla="*/ 30 h 30"/>
                <a:gd name="p0x128" fmla="*/ 2250 w 7980"/>
                <a:gd name="p0y128" fmla="*/ 30 h 30"/>
                <a:gd name="p0x129" fmla="*/ 2250 w 7980"/>
                <a:gd name="p0y129" fmla="*/ 0 h 30"/>
                <a:gd name="p0x130" fmla="*/ 2340 w 7980"/>
                <a:gd name="p0y130" fmla="*/ 0 h 30"/>
                <a:gd name="p0x131" fmla="*/ 2400 w 7980"/>
                <a:gd name="p0y131" fmla="*/ 0 h 30"/>
                <a:gd name="p0x132" fmla="*/ 2400 w 7980"/>
                <a:gd name="p0y132" fmla="*/ 30 h 30"/>
                <a:gd name="p0x133" fmla="*/ 2340 w 7980"/>
                <a:gd name="p0y133" fmla="*/ 30 h 30"/>
                <a:gd name="p0x134" fmla="*/ 2340 w 7980"/>
                <a:gd name="p0y134" fmla="*/ 0 h 30"/>
                <a:gd name="p0x135" fmla="*/ 2430 w 7980"/>
                <a:gd name="p0y135" fmla="*/ 0 h 30"/>
                <a:gd name="p0x136" fmla="*/ 2490 w 7980"/>
                <a:gd name="p0y136" fmla="*/ 0 h 30"/>
                <a:gd name="p0x137" fmla="*/ 2490 w 7980"/>
                <a:gd name="p0y137" fmla="*/ 30 h 30"/>
                <a:gd name="p0x138" fmla="*/ 2430 w 7980"/>
                <a:gd name="p0y138" fmla="*/ 30 h 30"/>
                <a:gd name="p0x139" fmla="*/ 2430 w 7980"/>
                <a:gd name="p0y139" fmla="*/ 0 h 30"/>
                <a:gd name="p0x140" fmla="*/ 2520 w 7980"/>
                <a:gd name="p0y140" fmla="*/ 0 h 30"/>
                <a:gd name="p0x141" fmla="*/ 2580 w 7980"/>
                <a:gd name="p0y141" fmla="*/ 0 h 30"/>
                <a:gd name="p0x142" fmla="*/ 2580 w 7980"/>
                <a:gd name="p0y142" fmla="*/ 30 h 30"/>
                <a:gd name="p0x143" fmla="*/ 2520 w 7980"/>
                <a:gd name="p0y143" fmla="*/ 30 h 30"/>
                <a:gd name="p0x144" fmla="*/ 2520 w 7980"/>
                <a:gd name="p0y144" fmla="*/ 0 h 30"/>
                <a:gd name="p0x145" fmla="*/ 2610 w 7980"/>
                <a:gd name="p0y145" fmla="*/ 0 h 30"/>
                <a:gd name="p0x146" fmla="*/ 2670 w 7980"/>
                <a:gd name="p0y146" fmla="*/ 0 h 30"/>
                <a:gd name="p0x147" fmla="*/ 2670 w 7980"/>
                <a:gd name="p0y147" fmla="*/ 30 h 30"/>
                <a:gd name="p0x148" fmla="*/ 2610 w 7980"/>
                <a:gd name="p0y148" fmla="*/ 30 h 30"/>
                <a:gd name="p0x149" fmla="*/ 2610 w 7980"/>
                <a:gd name="p0y149" fmla="*/ 0 h 30"/>
                <a:gd name="p0x150" fmla="*/ 2700 w 7980"/>
                <a:gd name="p0y150" fmla="*/ 0 h 30"/>
                <a:gd name="p0x151" fmla="*/ 2760 w 7980"/>
                <a:gd name="p0y151" fmla="*/ 0 h 30"/>
                <a:gd name="p0x152" fmla="*/ 2760 w 7980"/>
                <a:gd name="p0y152" fmla="*/ 30 h 30"/>
                <a:gd name="p0x153" fmla="*/ 2700 w 7980"/>
                <a:gd name="p0y153" fmla="*/ 30 h 30"/>
                <a:gd name="p0x154" fmla="*/ 2700 w 7980"/>
                <a:gd name="p0y154" fmla="*/ 0 h 30"/>
                <a:gd name="p0x155" fmla="*/ 2790 w 7980"/>
                <a:gd name="p0y155" fmla="*/ 0 h 30"/>
                <a:gd name="p0x156" fmla="*/ 2850 w 7980"/>
                <a:gd name="p0y156" fmla="*/ 0 h 30"/>
                <a:gd name="p0x157" fmla="*/ 2850 w 7980"/>
                <a:gd name="p0y157" fmla="*/ 30 h 30"/>
                <a:gd name="p0x158" fmla="*/ 2790 w 7980"/>
                <a:gd name="p0y158" fmla="*/ 30 h 30"/>
                <a:gd name="p0x159" fmla="*/ 2790 w 7980"/>
                <a:gd name="p0y159" fmla="*/ 0 h 30"/>
                <a:gd name="p0x160" fmla="*/ 2880 w 7980"/>
                <a:gd name="p0y160" fmla="*/ 0 h 30"/>
                <a:gd name="p0x161" fmla="*/ 2940 w 7980"/>
                <a:gd name="p0y161" fmla="*/ 0 h 30"/>
                <a:gd name="p0x162" fmla="*/ 2940 w 7980"/>
                <a:gd name="p0y162" fmla="*/ 30 h 30"/>
                <a:gd name="p0x163" fmla="*/ 2880 w 7980"/>
                <a:gd name="p0y163" fmla="*/ 30 h 30"/>
                <a:gd name="p0x164" fmla="*/ 2880 w 7980"/>
                <a:gd name="p0y164" fmla="*/ 0 h 30"/>
                <a:gd name="p0x165" fmla="*/ 2970 w 7980"/>
                <a:gd name="p0y165" fmla="*/ 0 h 30"/>
                <a:gd name="p0x166" fmla="*/ 3030 w 7980"/>
                <a:gd name="p0y166" fmla="*/ 0 h 30"/>
                <a:gd name="p0x167" fmla="*/ 3030 w 7980"/>
                <a:gd name="p0y167" fmla="*/ 30 h 30"/>
                <a:gd name="p0x168" fmla="*/ 2970 w 7980"/>
                <a:gd name="p0y168" fmla="*/ 30 h 30"/>
                <a:gd name="p0x169" fmla="*/ 2970 w 7980"/>
                <a:gd name="p0y169" fmla="*/ 0 h 30"/>
                <a:gd name="p0x170" fmla="*/ 3060 w 7980"/>
                <a:gd name="p0y170" fmla="*/ 0 h 30"/>
                <a:gd name="p0x171" fmla="*/ 3120 w 7980"/>
                <a:gd name="p0y171" fmla="*/ 0 h 30"/>
                <a:gd name="p0x172" fmla="*/ 3120 w 7980"/>
                <a:gd name="p0y172" fmla="*/ 30 h 30"/>
                <a:gd name="p0x173" fmla="*/ 3060 w 7980"/>
                <a:gd name="p0y173" fmla="*/ 30 h 30"/>
                <a:gd name="p0x174" fmla="*/ 3060 w 7980"/>
                <a:gd name="p0y174" fmla="*/ 0 h 30"/>
                <a:gd name="p0x175" fmla="*/ 3150 w 7980"/>
                <a:gd name="p0y175" fmla="*/ 0 h 30"/>
                <a:gd name="p0x176" fmla="*/ 3210 w 7980"/>
                <a:gd name="p0y176" fmla="*/ 0 h 30"/>
                <a:gd name="p0x177" fmla="*/ 3210 w 7980"/>
                <a:gd name="p0y177" fmla="*/ 30 h 30"/>
                <a:gd name="p0x178" fmla="*/ 3150 w 7980"/>
                <a:gd name="p0y178" fmla="*/ 30 h 30"/>
                <a:gd name="p0x179" fmla="*/ 3150 w 7980"/>
                <a:gd name="p0y179" fmla="*/ 0 h 30"/>
                <a:gd name="p0x180" fmla="*/ 3240 w 7980"/>
                <a:gd name="p0y180" fmla="*/ 0 h 30"/>
                <a:gd name="p0x181" fmla="*/ 3300 w 7980"/>
                <a:gd name="p0y181" fmla="*/ 0 h 30"/>
                <a:gd name="p0x182" fmla="*/ 3300 w 7980"/>
                <a:gd name="p0y182" fmla="*/ 30 h 30"/>
                <a:gd name="p0x183" fmla="*/ 3240 w 7980"/>
                <a:gd name="p0y183" fmla="*/ 30 h 30"/>
                <a:gd name="p0x184" fmla="*/ 3240 w 7980"/>
                <a:gd name="p0y184" fmla="*/ 0 h 30"/>
                <a:gd name="p0x185" fmla="*/ 3330 w 7980"/>
                <a:gd name="p0y185" fmla="*/ 0 h 30"/>
                <a:gd name="p0x186" fmla="*/ 3390 w 7980"/>
                <a:gd name="p0y186" fmla="*/ 0 h 30"/>
                <a:gd name="p0x187" fmla="*/ 3390 w 7980"/>
                <a:gd name="p0y187" fmla="*/ 30 h 30"/>
                <a:gd name="p0x188" fmla="*/ 3330 w 7980"/>
                <a:gd name="p0y188" fmla="*/ 30 h 30"/>
                <a:gd name="p0x189" fmla="*/ 3330 w 7980"/>
                <a:gd name="p0y189" fmla="*/ 0 h 30"/>
                <a:gd name="p0x190" fmla="*/ 3420 w 7980"/>
                <a:gd name="p0y190" fmla="*/ 0 h 30"/>
                <a:gd name="p0x191" fmla="*/ 3480 w 7980"/>
                <a:gd name="p0y191" fmla="*/ 0 h 30"/>
                <a:gd name="p0x192" fmla="*/ 3480 w 7980"/>
                <a:gd name="p0y192" fmla="*/ 30 h 30"/>
                <a:gd name="p0x193" fmla="*/ 3420 w 7980"/>
                <a:gd name="p0y193" fmla="*/ 30 h 30"/>
                <a:gd name="p0x194" fmla="*/ 3420 w 7980"/>
                <a:gd name="p0y194" fmla="*/ 0 h 30"/>
                <a:gd name="p0x195" fmla="*/ 3510 w 7980"/>
                <a:gd name="p0y195" fmla="*/ 0 h 30"/>
                <a:gd name="p0x196" fmla="*/ 3570 w 7980"/>
                <a:gd name="p0y196" fmla="*/ 0 h 30"/>
                <a:gd name="p0x197" fmla="*/ 3570 w 7980"/>
                <a:gd name="p0y197" fmla="*/ 30 h 30"/>
                <a:gd name="p0x198" fmla="*/ 3510 w 7980"/>
                <a:gd name="p0y198" fmla="*/ 30 h 30"/>
                <a:gd name="p0x199" fmla="*/ 3510 w 7980"/>
                <a:gd name="p0y199" fmla="*/ 0 h 30"/>
                <a:gd name="p0x200" fmla="*/ 3600 w 7980"/>
                <a:gd name="p0y200" fmla="*/ 0 h 30"/>
                <a:gd name="p0x201" fmla="*/ 3660 w 7980"/>
                <a:gd name="p0y201" fmla="*/ 0 h 30"/>
                <a:gd name="p0x202" fmla="*/ 3660 w 7980"/>
                <a:gd name="p0y202" fmla="*/ 30 h 30"/>
                <a:gd name="p0x203" fmla="*/ 3600 w 7980"/>
                <a:gd name="p0y203" fmla="*/ 30 h 30"/>
                <a:gd name="p0x204" fmla="*/ 3600 w 7980"/>
                <a:gd name="p0y204" fmla="*/ 0 h 30"/>
                <a:gd name="p0x205" fmla="*/ 3690 w 7980"/>
                <a:gd name="p0y205" fmla="*/ 0 h 30"/>
                <a:gd name="p0x206" fmla="*/ 3750 w 7980"/>
                <a:gd name="p0y206" fmla="*/ 0 h 30"/>
                <a:gd name="p0x207" fmla="*/ 3750 w 7980"/>
                <a:gd name="p0y207" fmla="*/ 30 h 30"/>
                <a:gd name="p0x208" fmla="*/ 3690 w 7980"/>
                <a:gd name="p0y208" fmla="*/ 30 h 30"/>
                <a:gd name="p0x209" fmla="*/ 3690 w 7980"/>
                <a:gd name="p0y209" fmla="*/ 0 h 30"/>
                <a:gd name="p0x210" fmla="*/ 3780 w 7980"/>
                <a:gd name="p0y210" fmla="*/ 0 h 30"/>
                <a:gd name="p0x211" fmla="*/ 3840 w 7980"/>
                <a:gd name="p0y211" fmla="*/ 0 h 30"/>
                <a:gd name="p0x212" fmla="*/ 3840 w 7980"/>
                <a:gd name="p0y212" fmla="*/ 30 h 30"/>
                <a:gd name="p0x213" fmla="*/ 3780 w 7980"/>
                <a:gd name="p0y213" fmla="*/ 30 h 30"/>
                <a:gd name="p0x214" fmla="*/ 3780 w 7980"/>
                <a:gd name="p0y214" fmla="*/ 0 h 30"/>
                <a:gd name="p0x215" fmla="*/ 3870 w 7980"/>
                <a:gd name="p0y215" fmla="*/ 0 h 30"/>
                <a:gd name="p0x216" fmla="*/ 3930 w 7980"/>
                <a:gd name="p0y216" fmla="*/ 0 h 30"/>
                <a:gd name="p0x217" fmla="*/ 3930 w 7980"/>
                <a:gd name="p0y217" fmla="*/ 30 h 30"/>
                <a:gd name="p0x218" fmla="*/ 3870 w 7980"/>
                <a:gd name="p0y218" fmla="*/ 30 h 30"/>
                <a:gd name="p0x219" fmla="*/ 3870 w 7980"/>
                <a:gd name="p0y219" fmla="*/ 0 h 30"/>
                <a:gd name="p0x220" fmla="*/ 3960 w 7980"/>
                <a:gd name="p0y220" fmla="*/ 0 h 30"/>
                <a:gd name="p0x221" fmla="*/ 4020 w 7980"/>
                <a:gd name="p0y221" fmla="*/ 0 h 30"/>
                <a:gd name="p0x222" fmla="*/ 4020 w 7980"/>
                <a:gd name="p0y222" fmla="*/ 30 h 30"/>
                <a:gd name="p0x223" fmla="*/ 3960 w 7980"/>
                <a:gd name="p0y223" fmla="*/ 30 h 30"/>
                <a:gd name="p0x224" fmla="*/ 3960 w 7980"/>
                <a:gd name="p0y224" fmla="*/ 0 h 30"/>
                <a:gd name="p0x225" fmla="*/ 4050 w 7980"/>
                <a:gd name="p0y225" fmla="*/ 0 h 30"/>
                <a:gd name="p0x226" fmla="*/ 4110 w 7980"/>
                <a:gd name="p0y226" fmla="*/ 0 h 30"/>
                <a:gd name="p0x227" fmla="*/ 4110 w 7980"/>
                <a:gd name="p0y227" fmla="*/ 30 h 30"/>
                <a:gd name="p0x228" fmla="*/ 4050 w 7980"/>
                <a:gd name="p0y228" fmla="*/ 30 h 30"/>
                <a:gd name="p0x229" fmla="*/ 4050 w 7980"/>
                <a:gd name="p0y229" fmla="*/ 0 h 30"/>
                <a:gd name="p0x230" fmla="*/ 4140 w 7980"/>
                <a:gd name="p0y230" fmla="*/ 0 h 30"/>
                <a:gd name="p0x231" fmla="*/ 4200 w 7980"/>
                <a:gd name="p0y231" fmla="*/ 0 h 30"/>
                <a:gd name="p0x232" fmla="*/ 4200 w 7980"/>
                <a:gd name="p0y232" fmla="*/ 30 h 30"/>
                <a:gd name="p0x233" fmla="*/ 4140 w 7980"/>
                <a:gd name="p0y233" fmla="*/ 30 h 30"/>
                <a:gd name="p0x234" fmla="*/ 4140 w 7980"/>
                <a:gd name="p0y234" fmla="*/ 0 h 30"/>
                <a:gd name="p0x235" fmla="*/ 4230 w 7980"/>
                <a:gd name="p0y235" fmla="*/ 0 h 30"/>
                <a:gd name="p0x236" fmla="*/ 4290 w 7980"/>
                <a:gd name="p0y236" fmla="*/ 0 h 30"/>
                <a:gd name="p0x237" fmla="*/ 4290 w 7980"/>
                <a:gd name="p0y237" fmla="*/ 30 h 30"/>
                <a:gd name="p0x238" fmla="*/ 4230 w 7980"/>
                <a:gd name="p0y238" fmla="*/ 30 h 30"/>
                <a:gd name="p0x239" fmla="*/ 4230 w 7980"/>
                <a:gd name="p0y239" fmla="*/ 0 h 30"/>
                <a:gd name="p0x240" fmla="*/ 4320 w 7980"/>
                <a:gd name="p0y240" fmla="*/ 0 h 30"/>
                <a:gd name="p0x241" fmla="*/ 4380 w 7980"/>
                <a:gd name="p0y241" fmla="*/ 0 h 30"/>
                <a:gd name="p0x242" fmla="*/ 4380 w 7980"/>
                <a:gd name="p0y242" fmla="*/ 30 h 30"/>
                <a:gd name="p0x243" fmla="*/ 4320 w 7980"/>
                <a:gd name="p0y243" fmla="*/ 30 h 30"/>
                <a:gd name="p0x244" fmla="*/ 4320 w 7980"/>
                <a:gd name="p0y244" fmla="*/ 0 h 30"/>
                <a:gd name="p0x245" fmla="*/ 4410 w 7980"/>
                <a:gd name="p0y245" fmla="*/ 0 h 30"/>
                <a:gd name="p0x246" fmla="*/ 4470 w 7980"/>
                <a:gd name="p0y246" fmla="*/ 0 h 30"/>
                <a:gd name="p0x247" fmla="*/ 4470 w 7980"/>
                <a:gd name="p0y247" fmla="*/ 30 h 30"/>
                <a:gd name="p0x248" fmla="*/ 4410 w 7980"/>
                <a:gd name="p0y248" fmla="*/ 30 h 30"/>
                <a:gd name="p0x249" fmla="*/ 4410 w 7980"/>
                <a:gd name="p0y249" fmla="*/ 0 h 30"/>
                <a:gd name="p0x250" fmla="*/ 4500 w 7980"/>
                <a:gd name="p0y250" fmla="*/ 0 h 30"/>
                <a:gd name="p0x251" fmla="*/ 4560 w 7980"/>
                <a:gd name="p0y251" fmla="*/ 0 h 30"/>
                <a:gd name="p0x252" fmla="*/ 4560 w 7980"/>
                <a:gd name="p0y252" fmla="*/ 30 h 30"/>
                <a:gd name="p0x253" fmla="*/ 4500 w 7980"/>
                <a:gd name="p0y253" fmla="*/ 30 h 30"/>
                <a:gd name="p0x254" fmla="*/ 4500 w 7980"/>
                <a:gd name="p0y254" fmla="*/ 0 h 30"/>
                <a:gd name="p0x255" fmla="*/ 4590 w 7980"/>
                <a:gd name="p0y255" fmla="*/ 0 h 30"/>
                <a:gd name="p0x256" fmla="*/ 4650 w 7980"/>
                <a:gd name="p0y256" fmla="*/ 0 h 30"/>
                <a:gd name="p0x257" fmla="*/ 4650 w 7980"/>
                <a:gd name="p0y257" fmla="*/ 30 h 30"/>
                <a:gd name="p0x258" fmla="*/ 4590 w 7980"/>
                <a:gd name="p0y258" fmla="*/ 30 h 30"/>
                <a:gd name="p0x259" fmla="*/ 4590 w 7980"/>
                <a:gd name="p0y259" fmla="*/ 0 h 30"/>
                <a:gd name="p0x260" fmla="*/ 4680 w 7980"/>
                <a:gd name="p0y260" fmla="*/ 0 h 30"/>
                <a:gd name="p0x261" fmla="*/ 4740 w 7980"/>
                <a:gd name="p0y261" fmla="*/ 0 h 30"/>
                <a:gd name="p0x262" fmla="*/ 4740 w 7980"/>
                <a:gd name="p0y262" fmla="*/ 30 h 30"/>
                <a:gd name="p0x263" fmla="*/ 4680 w 7980"/>
                <a:gd name="p0y263" fmla="*/ 30 h 30"/>
                <a:gd name="p0x264" fmla="*/ 4680 w 7980"/>
                <a:gd name="p0y264" fmla="*/ 0 h 30"/>
                <a:gd name="p0x265" fmla="*/ 4770 w 7980"/>
                <a:gd name="p0y265" fmla="*/ 0 h 30"/>
                <a:gd name="p0x266" fmla="*/ 4830 w 7980"/>
                <a:gd name="p0y266" fmla="*/ 0 h 30"/>
                <a:gd name="p0x267" fmla="*/ 4830 w 7980"/>
                <a:gd name="p0y267" fmla="*/ 30 h 30"/>
                <a:gd name="p0x268" fmla="*/ 4770 w 7980"/>
                <a:gd name="p0y268" fmla="*/ 30 h 30"/>
                <a:gd name="p0x269" fmla="*/ 4770 w 7980"/>
                <a:gd name="p0y269" fmla="*/ 0 h 30"/>
                <a:gd name="p0x270" fmla="*/ 4860 w 7980"/>
                <a:gd name="p0y270" fmla="*/ 0 h 30"/>
                <a:gd name="p0x271" fmla="*/ 4920 w 7980"/>
                <a:gd name="p0y271" fmla="*/ 0 h 30"/>
                <a:gd name="p0x272" fmla="*/ 4920 w 7980"/>
                <a:gd name="p0y272" fmla="*/ 30 h 30"/>
                <a:gd name="p0x273" fmla="*/ 4860 w 7980"/>
                <a:gd name="p0y273" fmla="*/ 30 h 30"/>
                <a:gd name="p0x274" fmla="*/ 4860 w 7980"/>
                <a:gd name="p0y274" fmla="*/ 0 h 30"/>
                <a:gd name="p0x275" fmla="*/ 4950 w 7980"/>
                <a:gd name="p0y275" fmla="*/ 0 h 30"/>
                <a:gd name="p0x276" fmla="*/ 5010 w 7980"/>
                <a:gd name="p0y276" fmla="*/ 0 h 30"/>
                <a:gd name="p0x277" fmla="*/ 5010 w 7980"/>
                <a:gd name="p0y277" fmla="*/ 30 h 30"/>
                <a:gd name="p0x278" fmla="*/ 4950 w 7980"/>
                <a:gd name="p0y278" fmla="*/ 30 h 30"/>
                <a:gd name="p0x279" fmla="*/ 4950 w 7980"/>
                <a:gd name="p0y279" fmla="*/ 0 h 30"/>
                <a:gd name="p0x280" fmla="*/ 5040 w 7980"/>
                <a:gd name="p0y280" fmla="*/ 0 h 30"/>
                <a:gd name="p0x281" fmla="*/ 5100 w 7980"/>
                <a:gd name="p0y281" fmla="*/ 0 h 30"/>
                <a:gd name="p0x282" fmla="*/ 5100 w 7980"/>
                <a:gd name="p0y282" fmla="*/ 30 h 30"/>
                <a:gd name="p0x283" fmla="*/ 5040 w 7980"/>
                <a:gd name="p0y283" fmla="*/ 30 h 30"/>
                <a:gd name="p0x284" fmla="*/ 5040 w 7980"/>
                <a:gd name="p0y284" fmla="*/ 0 h 30"/>
                <a:gd name="p0x285" fmla="*/ 5130 w 7980"/>
                <a:gd name="p0y285" fmla="*/ 0 h 30"/>
                <a:gd name="p0x286" fmla="*/ 5190 w 7980"/>
                <a:gd name="p0y286" fmla="*/ 0 h 30"/>
                <a:gd name="p0x287" fmla="*/ 5190 w 7980"/>
                <a:gd name="p0y287" fmla="*/ 30 h 30"/>
                <a:gd name="p0x288" fmla="*/ 5130 w 7980"/>
                <a:gd name="p0y288" fmla="*/ 30 h 30"/>
                <a:gd name="p0x289" fmla="*/ 5130 w 7980"/>
                <a:gd name="p0y289" fmla="*/ 0 h 30"/>
                <a:gd name="p0x290" fmla="*/ 5220 w 7980"/>
                <a:gd name="p0y290" fmla="*/ 0 h 30"/>
                <a:gd name="p0x291" fmla="*/ 5280 w 7980"/>
                <a:gd name="p0y291" fmla="*/ 0 h 30"/>
                <a:gd name="p0x292" fmla="*/ 5280 w 7980"/>
                <a:gd name="p0y292" fmla="*/ 30 h 30"/>
                <a:gd name="p0x293" fmla="*/ 5220 w 7980"/>
                <a:gd name="p0y293" fmla="*/ 30 h 30"/>
                <a:gd name="p0x294" fmla="*/ 5220 w 7980"/>
                <a:gd name="p0y294" fmla="*/ 0 h 30"/>
                <a:gd name="p0x295" fmla="*/ 5310 w 7980"/>
                <a:gd name="p0y295" fmla="*/ 0 h 30"/>
                <a:gd name="p0x296" fmla="*/ 5370 w 7980"/>
                <a:gd name="p0y296" fmla="*/ 0 h 30"/>
                <a:gd name="p0x297" fmla="*/ 5370 w 7980"/>
                <a:gd name="p0y297" fmla="*/ 30 h 30"/>
                <a:gd name="p0x298" fmla="*/ 5310 w 7980"/>
                <a:gd name="p0y298" fmla="*/ 30 h 30"/>
                <a:gd name="p0x299" fmla="*/ 5310 w 7980"/>
                <a:gd name="p0y299" fmla="*/ 0 h 30"/>
                <a:gd name="p0x300" fmla="*/ 5400 w 7980"/>
                <a:gd name="p0y300" fmla="*/ 0 h 30"/>
                <a:gd name="p0x301" fmla="*/ 5460 w 7980"/>
                <a:gd name="p0y301" fmla="*/ 0 h 30"/>
                <a:gd name="p0x302" fmla="*/ 5460 w 7980"/>
                <a:gd name="p0y302" fmla="*/ 30 h 30"/>
                <a:gd name="p0x303" fmla="*/ 5400 w 7980"/>
                <a:gd name="p0y303" fmla="*/ 30 h 30"/>
                <a:gd name="p0x304" fmla="*/ 5400 w 7980"/>
                <a:gd name="p0y304" fmla="*/ 0 h 30"/>
                <a:gd name="p0x305" fmla="*/ 5490 w 7980"/>
                <a:gd name="p0y305" fmla="*/ 0 h 30"/>
                <a:gd name="p0x306" fmla="*/ 5550 w 7980"/>
                <a:gd name="p0y306" fmla="*/ 0 h 30"/>
                <a:gd name="p0x307" fmla="*/ 5550 w 7980"/>
                <a:gd name="p0y307" fmla="*/ 30 h 30"/>
                <a:gd name="p0x308" fmla="*/ 5490 w 7980"/>
                <a:gd name="p0y308" fmla="*/ 30 h 30"/>
                <a:gd name="p0x309" fmla="*/ 5490 w 7980"/>
                <a:gd name="p0y309" fmla="*/ 0 h 30"/>
                <a:gd name="p0x310" fmla="*/ 5580 w 7980"/>
                <a:gd name="p0y310" fmla="*/ 0 h 30"/>
                <a:gd name="p0x311" fmla="*/ 5640 w 7980"/>
                <a:gd name="p0y311" fmla="*/ 0 h 30"/>
                <a:gd name="p0x312" fmla="*/ 5640 w 7980"/>
                <a:gd name="p0y312" fmla="*/ 30 h 30"/>
                <a:gd name="p0x313" fmla="*/ 5580 w 7980"/>
                <a:gd name="p0y313" fmla="*/ 30 h 30"/>
                <a:gd name="p0x314" fmla="*/ 5580 w 7980"/>
                <a:gd name="p0y314" fmla="*/ 0 h 30"/>
                <a:gd name="p0x315" fmla="*/ 5670 w 7980"/>
                <a:gd name="p0y315" fmla="*/ 0 h 30"/>
                <a:gd name="p0x316" fmla="*/ 5730 w 7980"/>
                <a:gd name="p0y316" fmla="*/ 0 h 30"/>
                <a:gd name="p0x317" fmla="*/ 5730 w 7980"/>
                <a:gd name="p0y317" fmla="*/ 30 h 30"/>
                <a:gd name="p0x318" fmla="*/ 5670 w 7980"/>
                <a:gd name="p0y318" fmla="*/ 30 h 30"/>
                <a:gd name="p0x319" fmla="*/ 5670 w 7980"/>
                <a:gd name="p0y319" fmla="*/ 0 h 30"/>
                <a:gd name="p0x320" fmla="*/ 5760 w 7980"/>
                <a:gd name="p0y320" fmla="*/ 0 h 30"/>
                <a:gd name="p0x321" fmla="*/ 5820 w 7980"/>
                <a:gd name="p0y321" fmla="*/ 0 h 30"/>
                <a:gd name="p0x322" fmla="*/ 5820 w 7980"/>
                <a:gd name="p0y322" fmla="*/ 30 h 30"/>
                <a:gd name="p0x323" fmla="*/ 5760 w 7980"/>
                <a:gd name="p0y323" fmla="*/ 30 h 30"/>
                <a:gd name="p0x324" fmla="*/ 5760 w 7980"/>
                <a:gd name="p0y324" fmla="*/ 0 h 30"/>
                <a:gd name="p0x325" fmla="*/ 5850 w 7980"/>
                <a:gd name="p0y325" fmla="*/ 0 h 30"/>
                <a:gd name="p0x326" fmla="*/ 5910 w 7980"/>
                <a:gd name="p0y326" fmla="*/ 0 h 30"/>
                <a:gd name="p0x327" fmla="*/ 5910 w 7980"/>
                <a:gd name="p0y327" fmla="*/ 30 h 30"/>
                <a:gd name="p0x328" fmla="*/ 5850 w 7980"/>
                <a:gd name="p0y328" fmla="*/ 30 h 30"/>
                <a:gd name="p0x329" fmla="*/ 5850 w 7980"/>
                <a:gd name="p0y329" fmla="*/ 0 h 30"/>
                <a:gd name="p0x330" fmla="*/ 5940 w 7980"/>
                <a:gd name="p0y330" fmla="*/ 0 h 30"/>
                <a:gd name="p0x331" fmla="*/ 6000 w 7980"/>
                <a:gd name="p0y331" fmla="*/ 0 h 30"/>
                <a:gd name="p0x332" fmla="*/ 6000 w 7980"/>
                <a:gd name="p0y332" fmla="*/ 30 h 30"/>
                <a:gd name="p0x333" fmla="*/ 5940 w 7980"/>
                <a:gd name="p0y333" fmla="*/ 30 h 30"/>
                <a:gd name="p0x334" fmla="*/ 5940 w 7980"/>
                <a:gd name="p0y334" fmla="*/ 0 h 30"/>
                <a:gd name="p0x335" fmla="*/ 6030 w 7980"/>
                <a:gd name="p0y335" fmla="*/ 0 h 30"/>
                <a:gd name="p0x336" fmla="*/ 6090 w 7980"/>
                <a:gd name="p0y336" fmla="*/ 0 h 30"/>
                <a:gd name="p0x337" fmla="*/ 6090 w 7980"/>
                <a:gd name="p0y337" fmla="*/ 30 h 30"/>
                <a:gd name="p0x338" fmla="*/ 6030 w 7980"/>
                <a:gd name="p0y338" fmla="*/ 30 h 30"/>
                <a:gd name="p0x339" fmla="*/ 6030 w 7980"/>
                <a:gd name="p0y339" fmla="*/ 0 h 30"/>
                <a:gd name="p0x340" fmla="*/ 6120 w 7980"/>
                <a:gd name="p0y340" fmla="*/ 0 h 30"/>
                <a:gd name="p0x341" fmla="*/ 6180 w 7980"/>
                <a:gd name="p0y341" fmla="*/ 0 h 30"/>
                <a:gd name="p0x342" fmla="*/ 6180 w 7980"/>
                <a:gd name="p0y342" fmla="*/ 30 h 30"/>
                <a:gd name="p0x343" fmla="*/ 6120 w 7980"/>
                <a:gd name="p0y343" fmla="*/ 30 h 30"/>
                <a:gd name="p0x344" fmla="*/ 6120 w 7980"/>
                <a:gd name="p0y344" fmla="*/ 0 h 30"/>
                <a:gd name="p0x345" fmla="*/ 6210 w 7980"/>
                <a:gd name="p0y345" fmla="*/ 0 h 30"/>
                <a:gd name="p0x346" fmla="*/ 6270 w 7980"/>
                <a:gd name="p0y346" fmla="*/ 0 h 30"/>
                <a:gd name="p0x347" fmla="*/ 6270 w 7980"/>
                <a:gd name="p0y347" fmla="*/ 30 h 30"/>
                <a:gd name="p0x348" fmla="*/ 6210 w 7980"/>
                <a:gd name="p0y348" fmla="*/ 30 h 30"/>
                <a:gd name="p0x349" fmla="*/ 6210 w 7980"/>
                <a:gd name="p0y349" fmla="*/ 0 h 30"/>
                <a:gd name="p0x350" fmla="*/ 6300 w 7980"/>
                <a:gd name="p0y350" fmla="*/ 0 h 30"/>
                <a:gd name="p0x351" fmla="*/ 6360 w 7980"/>
                <a:gd name="p0y351" fmla="*/ 0 h 30"/>
                <a:gd name="p0x352" fmla="*/ 6360 w 7980"/>
                <a:gd name="p0y352" fmla="*/ 30 h 30"/>
                <a:gd name="p0x353" fmla="*/ 6300 w 7980"/>
                <a:gd name="p0y353" fmla="*/ 30 h 30"/>
                <a:gd name="p0x354" fmla="*/ 6300 w 7980"/>
                <a:gd name="p0y354" fmla="*/ 0 h 30"/>
                <a:gd name="p0x355" fmla="*/ 6390 w 7980"/>
                <a:gd name="p0y355" fmla="*/ 0 h 30"/>
                <a:gd name="p0x356" fmla="*/ 6450 w 7980"/>
                <a:gd name="p0y356" fmla="*/ 0 h 30"/>
                <a:gd name="p0x357" fmla="*/ 6450 w 7980"/>
                <a:gd name="p0y357" fmla="*/ 30 h 30"/>
                <a:gd name="p0x358" fmla="*/ 6390 w 7980"/>
                <a:gd name="p0y358" fmla="*/ 30 h 30"/>
                <a:gd name="p0x359" fmla="*/ 6390 w 7980"/>
                <a:gd name="p0y359" fmla="*/ 0 h 30"/>
                <a:gd name="p0x360" fmla="*/ 6480 w 7980"/>
                <a:gd name="p0y360" fmla="*/ 0 h 30"/>
                <a:gd name="p0x361" fmla="*/ 6540 w 7980"/>
                <a:gd name="p0y361" fmla="*/ 0 h 30"/>
                <a:gd name="p0x362" fmla="*/ 6540 w 7980"/>
                <a:gd name="p0y362" fmla="*/ 30 h 30"/>
                <a:gd name="p0x363" fmla="*/ 6480 w 7980"/>
                <a:gd name="p0y363" fmla="*/ 30 h 30"/>
                <a:gd name="p0x364" fmla="*/ 6480 w 7980"/>
                <a:gd name="p0y364" fmla="*/ 0 h 30"/>
                <a:gd name="p0x365" fmla="*/ 6570 w 7980"/>
                <a:gd name="p0y365" fmla="*/ 0 h 30"/>
                <a:gd name="p0x366" fmla="*/ 6630 w 7980"/>
                <a:gd name="p0y366" fmla="*/ 0 h 30"/>
                <a:gd name="p0x367" fmla="*/ 6630 w 7980"/>
                <a:gd name="p0y367" fmla="*/ 30 h 30"/>
                <a:gd name="p0x368" fmla="*/ 6570 w 7980"/>
                <a:gd name="p0y368" fmla="*/ 30 h 30"/>
                <a:gd name="p0x369" fmla="*/ 6570 w 7980"/>
                <a:gd name="p0y369" fmla="*/ 0 h 30"/>
                <a:gd name="p0x370" fmla="*/ 6660 w 7980"/>
                <a:gd name="p0y370" fmla="*/ 0 h 30"/>
                <a:gd name="p0x371" fmla="*/ 6719 w 7980"/>
                <a:gd name="p0y371" fmla="*/ 0 h 30"/>
                <a:gd name="p0x372" fmla="*/ 6719 w 7980"/>
                <a:gd name="p0y372" fmla="*/ 30 h 30"/>
                <a:gd name="p0x373" fmla="*/ 6660 w 7980"/>
                <a:gd name="p0y373" fmla="*/ 30 h 30"/>
                <a:gd name="p0x374" fmla="*/ 6660 w 7980"/>
                <a:gd name="p0y374" fmla="*/ 0 h 30"/>
                <a:gd name="p0x375" fmla="*/ 6750 w 7980"/>
                <a:gd name="p0y375" fmla="*/ 0 h 30"/>
                <a:gd name="p0x376" fmla="*/ 6810 w 7980"/>
                <a:gd name="p0y376" fmla="*/ 0 h 30"/>
                <a:gd name="p0x377" fmla="*/ 6810 w 7980"/>
                <a:gd name="p0y377" fmla="*/ 30 h 30"/>
                <a:gd name="p0x378" fmla="*/ 6750 w 7980"/>
                <a:gd name="p0y378" fmla="*/ 30 h 30"/>
                <a:gd name="p0x379" fmla="*/ 6750 w 7980"/>
                <a:gd name="p0y379" fmla="*/ 0 h 30"/>
                <a:gd name="p0x380" fmla="*/ 6840 w 7980"/>
                <a:gd name="p0y380" fmla="*/ 0 h 30"/>
                <a:gd name="p0x381" fmla="*/ 6900 w 7980"/>
                <a:gd name="p0y381" fmla="*/ 0 h 30"/>
                <a:gd name="p0x382" fmla="*/ 6900 w 7980"/>
                <a:gd name="p0y382" fmla="*/ 30 h 30"/>
                <a:gd name="p0x383" fmla="*/ 6840 w 7980"/>
                <a:gd name="p0y383" fmla="*/ 30 h 30"/>
                <a:gd name="p0x384" fmla="*/ 6840 w 7980"/>
                <a:gd name="p0y384" fmla="*/ 0 h 30"/>
                <a:gd name="p0x385" fmla="*/ 6930 w 7980"/>
                <a:gd name="p0y385" fmla="*/ 0 h 30"/>
                <a:gd name="p0x386" fmla="*/ 6990 w 7980"/>
                <a:gd name="p0y386" fmla="*/ 0 h 30"/>
                <a:gd name="p0x387" fmla="*/ 6990 w 7980"/>
                <a:gd name="p0y387" fmla="*/ 30 h 30"/>
                <a:gd name="p0x388" fmla="*/ 6930 w 7980"/>
                <a:gd name="p0y388" fmla="*/ 30 h 30"/>
                <a:gd name="p0x389" fmla="*/ 6930 w 7980"/>
                <a:gd name="p0y389" fmla="*/ 0 h 30"/>
                <a:gd name="p0x390" fmla="*/ 7020 w 7980"/>
                <a:gd name="p0y390" fmla="*/ 0 h 30"/>
                <a:gd name="p0x391" fmla="*/ 7080 w 7980"/>
                <a:gd name="p0y391" fmla="*/ 0 h 30"/>
                <a:gd name="p0x392" fmla="*/ 7080 w 7980"/>
                <a:gd name="p0y392" fmla="*/ 30 h 30"/>
                <a:gd name="p0x393" fmla="*/ 7020 w 7980"/>
                <a:gd name="p0y393" fmla="*/ 30 h 30"/>
                <a:gd name="p0x394" fmla="*/ 7020 w 7980"/>
                <a:gd name="p0y394" fmla="*/ 0 h 30"/>
                <a:gd name="p0x395" fmla="*/ 7110 w 7980"/>
                <a:gd name="p0y395" fmla="*/ 0 h 30"/>
                <a:gd name="p0x396" fmla="*/ 7170 w 7980"/>
                <a:gd name="p0y396" fmla="*/ 0 h 30"/>
                <a:gd name="p0x397" fmla="*/ 7170 w 7980"/>
                <a:gd name="p0y397" fmla="*/ 30 h 30"/>
                <a:gd name="p0x398" fmla="*/ 7110 w 7980"/>
                <a:gd name="p0y398" fmla="*/ 30 h 30"/>
                <a:gd name="p0x399" fmla="*/ 7110 w 7980"/>
                <a:gd name="p0y399" fmla="*/ 0 h 30"/>
                <a:gd name="p0x400" fmla="*/ 7200 w 7980"/>
                <a:gd name="p0y400" fmla="*/ 0 h 30"/>
                <a:gd name="p0x401" fmla="*/ 7260 w 7980"/>
                <a:gd name="p0y401" fmla="*/ 0 h 30"/>
                <a:gd name="p0x402" fmla="*/ 7260 w 7980"/>
                <a:gd name="p0y402" fmla="*/ 30 h 30"/>
                <a:gd name="p0x403" fmla="*/ 7200 w 7980"/>
                <a:gd name="p0y403" fmla="*/ 30 h 30"/>
                <a:gd name="p0x404" fmla="*/ 7200 w 7980"/>
                <a:gd name="p0y404" fmla="*/ 0 h 30"/>
                <a:gd name="p0x405" fmla="*/ 7290 w 7980"/>
                <a:gd name="p0y405" fmla="*/ 0 h 30"/>
                <a:gd name="p0x406" fmla="*/ 7350 w 7980"/>
                <a:gd name="p0y406" fmla="*/ 0 h 30"/>
                <a:gd name="p0x407" fmla="*/ 7350 w 7980"/>
                <a:gd name="p0y407" fmla="*/ 30 h 30"/>
                <a:gd name="p0x408" fmla="*/ 7290 w 7980"/>
                <a:gd name="p0y408" fmla="*/ 30 h 30"/>
                <a:gd name="p0x409" fmla="*/ 7290 w 7980"/>
                <a:gd name="p0y409" fmla="*/ 0 h 30"/>
                <a:gd name="p0x410" fmla="*/ 7380 w 7980"/>
                <a:gd name="p0y410" fmla="*/ 0 h 30"/>
                <a:gd name="p0x411" fmla="*/ 7440 w 7980"/>
                <a:gd name="p0y411" fmla="*/ 0 h 30"/>
                <a:gd name="p0x412" fmla="*/ 7440 w 7980"/>
                <a:gd name="p0y412" fmla="*/ 30 h 30"/>
                <a:gd name="p0x413" fmla="*/ 7380 w 7980"/>
                <a:gd name="p0y413" fmla="*/ 30 h 30"/>
                <a:gd name="p0x414" fmla="*/ 7380 w 7980"/>
                <a:gd name="p0y414" fmla="*/ 0 h 30"/>
                <a:gd name="p0x415" fmla="*/ 7470 w 7980"/>
                <a:gd name="p0y415" fmla="*/ 0 h 30"/>
                <a:gd name="p0x416" fmla="*/ 7530 w 7980"/>
                <a:gd name="p0y416" fmla="*/ 0 h 30"/>
                <a:gd name="p0x417" fmla="*/ 7530 w 7980"/>
                <a:gd name="p0y417" fmla="*/ 30 h 30"/>
                <a:gd name="p0x418" fmla="*/ 7470 w 7980"/>
                <a:gd name="p0y418" fmla="*/ 30 h 30"/>
                <a:gd name="p0x419" fmla="*/ 7470 w 7980"/>
                <a:gd name="p0y419" fmla="*/ 0 h 30"/>
                <a:gd name="p0x420" fmla="*/ 7560 w 7980"/>
                <a:gd name="p0y420" fmla="*/ 0 h 30"/>
                <a:gd name="p0x421" fmla="*/ 7620 w 7980"/>
                <a:gd name="p0y421" fmla="*/ 0 h 30"/>
                <a:gd name="p0x422" fmla="*/ 7620 w 7980"/>
                <a:gd name="p0y422" fmla="*/ 30 h 30"/>
                <a:gd name="p0x423" fmla="*/ 7560 w 7980"/>
                <a:gd name="p0y423" fmla="*/ 30 h 30"/>
                <a:gd name="p0x424" fmla="*/ 7560 w 7980"/>
                <a:gd name="p0y424" fmla="*/ 0 h 30"/>
                <a:gd name="p0x425" fmla="*/ 7650 w 7980"/>
                <a:gd name="p0y425" fmla="*/ 0 h 30"/>
                <a:gd name="p0x426" fmla="*/ 7709 w 7980"/>
                <a:gd name="p0y426" fmla="*/ 0 h 30"/>
                <a:gd name="p0x427" fmla="*/ 7709 w 7980"/>
                <a:gd name="p0y427" fmla="*/ 30 h 30"/>
                <a:gd name="p0x428" fmla="*/ 7650 w 7980"/>
                <a:gd name="p0y428" fmla="*/ 30 h 30"/>
                <a:gd name="p0x429" fmla="*/ 7650 w 7980"/>
                <a:gd name="p0y429" fmla="*/ 0 h 30"/>
                <a:gd name="p0x430" fmla="*/ 7740 w 7980"/>
                <a:gd name="p0y430" fmla="*/ 0 h 30"/>
                <a:gd name="p0x431" fmla="*/ 7800 w 7980"/>
                <a:gd name="p0y431" fmla="*/ 0 h 30"/>
                <a:gd name="p0x432" fmla="*/ 7800 w 7980"/>
                <a:gd name="p0y432" fmla="*/ 30 h 30"/>
                <a:gd name="p0x433" fmla="*/ 7740 w 7980"/>
                <a:gd name="p0y433" fmla="*/ 30 h 30"/>
                <a:gd name="p0x434" fmla="*/ 7740 w 7980"/>
                <a:gd name="p0y434" fmla="*/ 0 h 30"/>
                <a:gd name="p0x435" fmla="*/ 7830 w 7980"/>
                <a:gd name="p0y435" fmla="*/ 0 h 30"/>
                <a:gd name="p0x436" fmla="*/ 7890 w 7980"/>
                <a:gd name="p0y436" fmla="*/ 0 h 30"/>
                <a:gd name="p0x437" fmla="*/ 7890 w 7980"/>
                <a:gd name="p0y437" fmla="*/ 30 h 30"/>
                <a:gd name="p0x438" fmla="*/ 7830 w 7980"/>
                <a:gd name="p0y438" fmla="*/ 30 h 30"/>
                <a:gd name="p0x439" fmla="*/ 7830 w 7980"/>
                <a:gd name="p0y439" fmla="*/ 0 h 30"/>
                <a:gd name="p0x440" fmla="*/ 7920 w 7980"/>
                <a:gd name="p0y440" fmla="*/ 0 h 30"/>
                <a:gd name="p0x441" fmla="*/ 7980 w 7980"/>
                <a:gd name="p0y441" fmla="*/ 0 h 30"/>
                <a:gd name="p0x442" fmla="*/ 7980 w 7980"/>
                <a:gd name="p0y442" fmla="*/ 30 h 30"/>
                <a:gd name="p0x443" fmla="*/ 7920 w 7980"/>
                <a:gd name="p0y443" fmla="*/ 30 h 30"/>
                <a:gd name="p0x444" fmla="*/ 7920 w 7980"/>
                <a:gd name="p0y444" fmla="*/ 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moveTo>
                    <a:pt x="p0x5" y="p0y5"/>
                  </a:moveTo>
                  <a:lnTo>
                    <a:pt x="p0x6" y="p0y6"/>
                  </a:lnTo>
                  <a:lnTo>
                    <a:pt x="p0x7" y="p0y7"/>
                  </a:lnTo>
                  <a:lnTo>
                    <a:pt x="p0x8" y="p0y8"/>
                  </a:lnTo>
                  <a:lnTo>
                    <a:pt x="p0x9" y="p0y9"/>
                  </a:lnTo>
                  <a:moveTo>
                    <a:pt x="p0x10" y="p0y10"/>
                  </a:moveTo>
                  <a:lnTo>
                    <a:pt x="p0x11" y="p0y11"/>
                  </a:lnTo>
                  <a:lnTo>
                    <a:pt x="p0x12" y="p0y12"/>
                  </a:lnTo>
                  <a:lnTo>
                    <a:pt x="p0x13" y="p0y13"/>
                  </a:lnTo>
                  <a:lnTo>
                    <a:pt x="p0x14" y="p0y14"/>
                  </a:lnTo>
                  <a:moveTo>
                    <a:pt x="p0x15" y="p0y15"/>
                  </a:moveTo>
                  <a:lnTo>
                    <a:pt x="p0x16" y="p0y16"/>
                  </a:lnTo>
                  <a:lnTo>
                    <a:pt x="p0x17" y="p0y17"/>
                  </a:lnTo>
                  <a:lnTo>
                    <a:pt x="p0x18" y="p0y18"/>
                  </a:lnTo>
                  <a:lnTo>
                    <a:pt x="p0x19" y="p0y19"/>
                  </a:lnTo>
                  <a:moveTo>
                    <a:pt x="p0x20" y="p0y20"/>
                  </a:moveTo>
                  <a:lnTo>
                    <a:pt x="p0x21" y="p0y21"/>
                  </a:lnTo>
                  <a:lnTo>
                    <a:pt x="p0x22" y="p0y22"/>
                  </a:lnTo>
                  <a:lnTo>
                    <a:pt x="p0x23" y="p0y23"/>
                  </a:lnTo>
                  <a:lnTo>
                    <a:pt x="p0x24" y="p0y24"/>
                  </a:lnTo>
                  <a:moveTo>
                    <a:pt x="p0x25" y="p0y25"/>
                  </a:moveTo>
                  <a:lnTo>
                    <a:pt x="p0x26" y="p0y26"/>
                  </a:lnTo>
                  <a:lnTo>
                    <a:pt x="p0x27" y="p0y27"/>
                  </a:lnTo>
                  <a:lnTo>
                    <a:pt x="p0x28" y="p0y28"/>
                  </a:lnTo>
                  <a:lnTo>
                    <a:pt x="p0x29" y="p0y29"/>
                  </a:lnTo>
                  <a:moveTo>
                    <a:pt x="p0x30" y="p0y30"/>
                  </a:moveTo>
                  <a:lnTo>
                    <a:pt x="p0x31" y="p0y31"/>
                  </a:lnTo>
                  <a:lnTo>
                    <a:pt x="p0x32" y="p0y32"/>
                  </a:lnTo>
                  <a:lnTo>
                    <a:pt x="p0x33" y="p0y33"/>
                  </a:lnTo>
                  <a:lnTo>
                    <a:pt x="p0x34" y="p0y34"/>
                  </a:lnTo>
                  <a:moveTo>
                    <a:pt x="p0x35" y="p0y35"/>
                  </a:moveTo>
                  <a:lnTo>
                    <a:pt x="p0x36" y="p0y36"/>
                  </a:lnTo>
                  <a:lnTo>
                    <a:pt x="p0x37" y="p0y37"/>
                  </a:lnTo>
                  <a:lnTo>
                    <a:pt x="p0x38" y="p0y38"/>
                  </a:lnTo>
                  <a:lnTo>
                    <a:pt x="p0x39" y="p0y39"/>
                  </a:lnTo>
                  <a:moveTo>
                    <a:pt x="p0x40" y="p0y40"/>
                  </a:moveTo>
                  <a:lnTo>
                    <a:pt x="p0x41" y="p0y41"/>
                  </a:lnTo>
                  <a:lnTo>
                    <a:pt x="p0x42" y="p0y42"/>
                  </a:lnTo>
                  <a:lnTo>
                    <a:pt x="p0x43" y="p0y43"/>
                  </a:lnTo>
                  <a:lnTo>
                    <a:pt x="p0x44" y="p0y44"/>
                  </a:lnTo>
                  <a:moveTo>
                    <a:pt x="p0x45" y="p0y45"/>
                  </a:moveTo>
                  <a:lnTo>
                    <a:pt x="p0x46" y="p0y46"/>
                  </a:lnTo>
                  <a:lnTo>
                    <a:pt x="p0x47" y="p0y47"/>
                  </a:lnTo>
                  <a:lnTo>
                    <a:pt x="p0x48" y="p0y48"/>
                  </a:lnTo>
                  <a:lnTo>
                    <a:pt x="p0x49" y="p0y49"/>
                  </a:lnTo>
                  <a:moveTo>
                    <a:pt x="p0x50" y="p0y50"/>
                  </a:moveTo>
                  <a:lnTo>
                    <a:pt x="p0x51" y="p0y51"/>
                  </a:lnTo>
                  <a:lnTo>
                    <a:pt x="p0x52" y="p0y52"/>
                  </a:lnTo>
                  <a:lnTo>
                    <a:pt x="p0x53" y="p0y53"/>
                  </a:lnTo>
                  <a:lnTo>
                    <a:pt x="p0x54" y="p0y54"/>
                  </a:lnTo>
                  <a:moveTo>
                    <a:pt x="p0x55" y="p0y55"/>
                  </a:moveTo>
                  <a:lnTo>
                    <a:pt x="p0x56" y="p0y56"/>
                  </a:lnTo>
                  <a:lnTo>
                    <a:pt x="p0x57" y="p0y57"/>
                  </a:lnTo>
                  <a:lnTo>
                    <a:pt x="p0x58" y="p0y58"/>
                  </a:lnTo>
                  <a:lnTo>
                    <a:pt x="p0x59" y="p0y59"/>
                  </a:lnTo>
                  <a:moveTo>
                    <a:pt x="p0x60" y="p0y60"/>
                  </a:moveTo>
                  <a:lnTo>
                    <a:pt x="p0x61" y="p0y61"/>
                  </a:lnTo>
                  <a:lnTo>
                    <a:pt x="p0x62" y="p0y62"/>
                  </a:lnTo>
                  <a:lnTo>
                    <a:pt x="p0x63" y="p0y63"/>
                  </a:lnTo>
                  <a:lnTo>
                    <a:pt x="p0x64" y="p0y64"/>
                  </a:lnTo>
                  <a:moveTo>
                    <a:pt x="p0x65" y="p0y65"/>
                  </a:moveTo>
                  <a:lnTo>
                    <a:pt x="p0x66" y="p0y66"/>
                  </a:lnTo>
                  <a:lnTo>
                    <a:pt x="p0x67" y="p0y67"/>
                  </a:lnTo>
                  <a:lnTo>
                    <a:pt x="p0x68" y="p0y68"/>
                  </a:lnTo>
                  <a:lnTo>
                    <a:pt x="p0x69" y="p0y69"/>
                  </a:lnTo>
                  <a:moveTo>
                    <a:pt x="p0x70" y="p0y70"/>
                  </a:moveTo>
                  <a:lnTo>
                    <a:pt x="p0x71" y="p0y71"/>
                  </a:lnTo>
                  <a:lnTo>
                    <a:pt x="p0x72" y="p0y72"/>
                  </a:lnTo>
                  <a:lnTo>
                    <a:pt x="p0x73" y="p0y73"/>
                  </a:lnTo>
                  <a:lnTo>
                    <a:pt x="p0x74" y="p0y74"/>
                  </a:lnTo>
                  <a:moveTo>
                    <a:pt x="p0x75" y="p0y75"/>
                  </a:moveTo>
                  <a:lnTo>
                    <a:pt x="p0x76" y="p0y76"/>
                  </a:lnTo>
                  <a:lnTo>
                    <a:pt x="p0x77" y="p0y77"/>
                  </a:lnTo>
                  <a:lnTo>
                    <a:pt x="p0x78" y="p0y78"/>
                  </a:lnTo>
                  <a:lnTo>
                    <a:pt x="p0x79" y="p0y79"/>
                  </a:lnTo>
                  <a:moveTo>
                    <a:pt x="p0x80" y="p0y80"/>
                  </a:moveTo>
                  <a:lnTo>
                    <a:pt x="p0x81" y="p0y81"/>
                  </a:lnTo>
                  <a:lnTo>
                    <a:pt x="p0x82" y="p0y82"/>
                  </a:lnTo>
                  <a:lnTo>
                    <a:pt x="p0x83" y="p0y83"/>
                  </a:lnTo>
                  <a:lnTo>
                    <a:pt x="p0x84" y="p0y84"/>
                  </a:lnTo>
                  <a:moveTo>
                    <a:pt x="p0x85" y="p0y85"/>
                  </a:moveTo>
                  <a:lnTo>
                    <a:pt x="p0x86" y="p0y86"/>
                  </a:lnTo>
                  <a:lnTo>
                    <a:pt x="p0x87" y="p0y87"/>
                  </a:lnTo>
                  <a:lnTo>
                    <a:pt x="p0x88" y="p0y88"/>
                  </a:lnTo>
                  <a:lnTo>
                    <a:pt x="p0x89" y="p0y89"/>
                  </a:lnTo>
                  <a:moveTo>
                    <a:pt x="p0x90" y="p0y90"/>
                  </a:moveTo>
                  <a:lnTo>
                    <a:pt x="p0x91" y="p0y91"/>
                  </a:lnTo>
                  <a:lnTo>
                    <a:pt x="p0x92" y="p0y92"/>
                  </a:lnTo>
                  <a:lnTo>
                    <a:pt x="p0x93" y="p0y93"/>
                  </a:lnTo>
                  <a:lnTo>
                    <a:pt x="p0x94" y="p0y94"/>
                  </a:lnTo>
                  <a:moveTo>
                    <a:pt x="p0x95" y="p0y95"/>
                  </a:moveTo>
                  <a:lnTo>
                    <a:pt x="p0x96" y="p0y96"/>
                  </a:lnTo>
                  <a:lnTo>
                    <a:pt x="p0x97" y="p0y97"/>
                  </a:lnTo>
                  <a:lnTo>
                    <a:pt x="p0x98" y="p0y98"/>
                  </a:lnTo>
                  <a:lnTo>
                    <a:pt x="p0x99" y="p0y99"/>
                  </a:lnTo>
                  <a:moveTo>
                    <a:pt x="p0x100" y="p0y100"/>
                  </a:moveTo>
                  <a:lnTo>
                    <a:pt x="p0x101" y="p0y101"/>
                  </a:lnTo>
                  <a:lnTo>
                    <a:pt x="p0x102" y="p0y102"/>
                  </a:lnTo>
                  <a:lnTo>
                    <a:pt x="p0x103" y="p0y103"/>
                  </a:lnTo>
                  <a:lnTo>
                    <a:pt x="p0x104" y="p0y104"/>
                  </a:lnTo>
                  <a:moveTo>
                    <a:pt x="p0x105" y="p0y105"/>
                  </a:moveTo>
                  <a:lnTo>
                    <a:pt x="p0x106" y="p0y106"/>
                  </a:lnTo>
                  <a:lnTo>
                    <a:pt x="p0x107" y="p0y107"/>
                  </a:lnTo>
                  <a:lnTo>
                    <a:pt x="p0x108" y="p0y108"/>
                  </a:lnTo>
                  <a:lnTo>
                    <a:pt x="p0x109" y="p0y109"/>
                  </a:lnTo>
                  <a:moveTo>
                    <a:pt x="p0x110" y="p0y110"/>
                  </a:moveTo>
                  <a:lnTo>
                    <a:pt x="p0x111" y="p0y111"/>
                  </a:lnTo>
                  <a:lnTo>
                    <a:pt x="p0x112" y="p0y112"/>
                  </a:lnTo>
                  <a:lnTo>
                    <a:pt x="p0x113" y="p0y113"/>
                  </a:lnTo>
                  <a:lnTo>
                    <a:pt x="p0x114" y="p0y114"/>
                  </a:lnTo>
                  <a:moveTo>
                    <a:pt x="p0x115" y="p0y115"/>
                  </a:moveTo>
                  <a:lnTo>
                    <a:pt x="p0x116" y="p0y116"/>
                  </a:lnTo>
                  <a:lnTo>
                    <a:pt x="p0x117" y="p0y117"/>
                  </a:lnTo>
                  <a:lnTo>
                    <a:pt x="p0x118" y="p0y118"/>
                  </a:lnTo>
                  <a:lnTo>
                    <a:pt x="p0x119" y="p0y119"/>
                  </a:lnTo>
                  <a:moveTo>
                    <a:pt x="p0x120" y="p0y120"/>
                  </a:moveTo>
                  <a:lnTo>
                    <a:pt x="p0x121" y="p0y121"/>
                  </a:lnTo>
                  <a:lnTo>
                    <a:pt x="p0x122" y="p0y122"/>
                  </a:lnTo>
                  <a:lnTo>
                    <a:pt x="p0x123" y="p0y123"/>
                  </a:lnTo>
                  <a:lnTo>
                    <a:pt x="p0x124" y="p0y124"/>
                  </a:lnTo>
                  <a:moveTo>
                    <a:pt x="p0x125" y="p0y125"/>
                  </a:moveTo>
                  <a:lnTo>
                    <a:pt x="p0x126" y="p0y126"/>
                  </a:lnTo>
                  <a:lnTo>
                    <a:pt x="p0x127" y="p0y127"/>
                  </a:lnTo>
                  <a:lnTo>
                    <a:pt x="p0x128" y="p0y128"/>
                  </a:lnTo>
                  <a:lnTo>
                    <a:pt x="p0x129" y="p0y129"/>
                  </a:lnTo>
                  <a:moveTo>
                    <a:pt x="p0x130" y="p0y130"/>
                  </a:moveTo>
                  <a:lnTo>
                    <a:pt x="p0x131" y="p0y131"/>
                  </a:lnTo>
                  <a:lnTo>
                    <a:pt x="p0x132" y="p0y132"/>
                  </a:lnTo>
                  <a:lnTo>
                    <a:pt x="p0x133" y="p0y133"/>
                  </a:lnTo>
                  <a:lnTo>
                    <a:pt x="p0x134" y="p0y134"/>
                  </a:lnTo>
                  <a:moveTo>
                    <a:pt x="p0x135" y="p0y135"/>
                  </a:moveTo>
                  <a:lnTo>
                    <a:pt x="p0x136" y="p0y136"/>
                  </a:lnTo>
                  <a:lnTo>
                    <a:pt x="p0x137" y="p0y137"/>
                  </a:lnTo>
                  <a:lnTo>
                    <a:pt x="p0x138" y="p0y138"/>
                  </a:lnTo>
                  <a:lnTo>
                    <a:pt x="p0x139" y="p0y139"/>
                  </a:lnTo>
                  <a:moveTo>
                    <a:pt x="p0x140" y="p0y140"/>
                  </a:moveTo>
                  <a:lnTo>
                    <a:pt x="p0x141" y="p0y141"/>
                  </a:lnTo>
                  <a:lnTo>
                    <a:pt x="p0x142" y="p0y142"/>
                  </a:lnTo>
                  <a:lnTo>
                    <a:pt x="p0x143" y="p0y143"/>
                  </a:lnTo>
                  <a:lnTo>
                    <a:pt x="p0x144" y="p0y144"/>
                  </a:lnTo>
                  <a:moveTo>
                    <a:pt x="p0x145" y="p0y145"/>
                  </a:moveTo>
                  <a:lnTo>
                    <a:pt x="p0x146" y="p0y146"/>
                  </a:lnTo>
                  <a:lnTo>
                    <a:pt x="p0x147" y="p0y147"/>
                  </a:lnTo>
                  <a:lnTo>
                    <a:pt x="p0x148" y="p0y148"/>
                  </a:lnTo>
                  <a:lnTo>
                    <a:pt x="p0x149" y="p0y149"/>
                  </a:lnTo>
                  <a:moveTo>
                    <a:pt x="p0x150" y="p0y150"/>
                  </a:moveTo>
                  <a:lnTo>
                    <a:pt x="p0x151" y="p0y151"/>
                  </a:lnTo>
                  <a:lnTo>
                    <a:pt x="p0x152" y="p0y152"/>
                  </a:lnTo>
                  <a:lnTo>
                    <a:pt x="p0x153" y="p0y153"/>
                  </a:lnTo>
                  <a:lnTo>
                    <a:pt x="p0x154" y="p0y154"/>
                  </a:lnTo>
                  <a:moveTo>
                    <a:pt x="p0x155" y="p0y155"/>
                  </a:moveTo>
                  <a:lnTo>
                    <a:pt x="p0x156" y="p0y156"/>
                  </a:lnTo>
                  <a:lnTo>
                    <a:pt x="p0x157" y="p0y157"/>
                  </a:lnTo>
                  <a:lnTo>
                    <a:pt x="p0x158" y="p0y158"/>
                  </a:lnTo>
                  <a:lnTo>
                    <a:pt x="p0x159" y="p0y159"/>
                  </a:lnTo>
                  <a:moveTo>
                    <a:pt x="p0x160" y="p0y160"/>
                  </a:moveTo>
                  <a:lnTo>
                    <a:pt x="p0x161" y="p0y161"/>
                  </a:lnTo>
                  <a:lnTo>
                    <a:pt x="p0x162" y="p0y162"/>
                  </a:lnTo>
                  <a:lnTo>
                    <a:pt x="p0x163" y="p0y163"/>
                  </a:lnTo>
                  <a:lnTo>
                    <a:pt x="p0x164" y="p0y164"/>
                  </a:lnTo>
                  <a:moveTo>
                    <a:pt x="p0x165" y="p0y165"/>
                  </a:moveTo>
                  <a:lnTo>
                    <a:pt x="p0x166" y="p0y166"/>
                  </a:lnTo>
                  <a:lnTo>
                    <a:pt x="p0x167" y="p0y167"/>
                  </a:lnTo>
                  <a:lnTo>
                    <a:pt x="p0x168" y="p0y168"/>
                  </a:lnTo>
                  <a:lnTo>
                    <a:pt x="p0x169" y="p0y169"/>
                  </a:lnTo>
                  <a:moveTo>
                    <a:pt x="p0x170" y="p0y170"/>
                  </a:moveTo>
                  <a:lnTo>
                    <a:pt x="p0x171" y="p0y171"/>
                  </a:lnTo>
                  <a:lnTo>
                    <a:pt x="p0x172" y="p0y172"/>
                  </a:lnTo>
                  <a:lnTo>
                    <a:pt x="p0x173" y="p0y173"/>
                  </a:lnTo>
                  <a:lnTo>
                    <a:pt x="p0x174" y="p0y174"/>
                  </a:lnTo>
                  <a:moveTo>
                    <a:pt x="p0x175" y="p0y175"/>
                  </a:moveTo>
                  <a:lnTo>
                    <a:pt x="p0x176" y="p0y176"/>
                  </a:lnTo>
                  <a:lnTo>
                    <a:pt x="p0x177" y="p0y177"/>
                  </a:lnTo>
                  <a:lnTo>
                    <a:pt x="p0x178" y="p0y178"/>
                  </a:lnTo>
                  <a:lnTo>
                    <a:pt x="p0x179" y="p0y179"/>
                  </a:lnTo>
                  <a:moveTo>
                    <a:pt x="p0x180" y="p0y180"/>
                  </a:moveTo>
                  <a:lnTo>
                    <a:pt x="p0x181" y="p0y181"/>
                  </a:lnTo>
                  <a:lnTo>
                    <a:pt x="p0x182" y="p0y182"/>
                  </a:lnTo>
                  <a:lnTo>
                    <a:pt x="p0x183" y="p0y183"/>
                  </a:lnTo>
                  <a:lnTo>
                    <a:pt x="p0x184" y="p0y184"/>
                  </a:lnTo>
                  <a:moveTo>
                    <a:pt x="p0x185" y="p0y185"/>
                  </a:moveTo>
                  <a:lnTo>
                    <a:pt x="p0x186" y="p0y186"/>
                  </a:lnTo>
                  <a:lnTo>
                    <a:pt x="p0x187" y="p0y187"/>
                  </a:lnTo>
                  <a:lnTo>
                    <a:pt x="p0x188" y="p0y188"/>
                  </a:lnTo>
                  <a:lnTo>
                    <a:pt x="p0x189" y="p0y189"/>
                  </a:lnTo>
                  <a:moveTo>
                    <a:pt x="p0x190" y="p0y190"/>
                  </a:moveTo>
                  <a:lnTo>
                    <a:pt x="p0x191" y="p0y191"/>
                  </a:lnTo>
                  <a:lnTo>
                    <a:pt x="p0x192" y="p0y192"/>
                  </a:lnTo>
                  <a:lnTo>
                    <a:pt x="p0x193" y="p0y193"/>
                  </a:lnTo>
                  <a:lnTo>
                    <a:pt x="p0x194" y="p0y194"/>
                  </a:lnTo>
                  <a:moveTo>
                    <a:pt x="p0x195" y="p0y195"/>
                  </a:moveTo>
                  <a:lnTo>
                    <a:pt x="p0x196" y="p0y196"/>
                  </a:lnTo>
                  <a:lnTo>
                    <a:pt x="p0x197" y="p0y197"/>
                  </a:lnTo>
                  <a:lnTo>
                    <a:pt x="p0x198" y="p0y198"/>
                  </a:lnTo>
                  <a:lnTo>
                    <a:pt x="p0x199" y="p0y199"/>
                  </a:lnTo>
                  <a:moveTo>
                    <a:pt x="p0x200" y="p0y200"/>
                  </a:moveTo>
                  <a:lnTo>
                    <a:pt x="p0x201" y="p0y201"/>
                  </a:lnTo>
                  <a:lnTo>
                    <a:pt x="p0x202" y="p0y202"/>
                  </a:lnTo>
                  <a:lnTo>
                    <a:pt x="p0x203" y="p0y203"/>
                  </a:lnTo>
                  <a:lnTo>
                    <a:pt x="p0x204" y="p0y204"/>
                  </a:lnTo>
                  <a:moveTo>
                    <a:pt x="p0x205" y="p0y205"/>
                  </a:moveTo>
                  <a:lnTo>
                    <a:pt x="p0x206" y="p0y206"/>
                  </a:lnTo>
                  <a:lnTo>
                    <a:pt x="p0x207" y="p0y207"/>
                  </a:lnTo>
                  <a:lnTo>
                    <a:pt x="p0x208" y="p0y208"/>
                  </a:lnTo>
                  <a:lnTo>
                    <a:pt x="p0x209" y="p0y209"/>
                  </a:lnTo>
                  <a:moveTo>
                    <a:pt x="p0x210" y="p0y210"/>
                  </a:moveTo>
                  <a:lnTo>
                    <a:pt x="p0x211" y="p0y211"/>
                  </a:lnTo>
                  <a:lnTo>
                    <a:pt x="p0x212" y="p0y212"/>
                  </a:lnTo>
                  <a:lnTo>
                    <a:pt x="p0x213" y="p0y213"/>
                  </a:lnTo>
                  <a:lnTo>
                    <a:pt x="p0x214" y="p0y214"/>
                  </a:lnTo>
                  <a:moveTo>
                    <a:pt x="p0x215" y="p0y215"/>
                  </a:moveTo>
                  <a:lnTo>
                    <a:pt x="p0x216" y="p0y216"/>
                  </a:lnTo>
                  <a:lnTo>
                    <a:pt x="p0x217" y="p0y217"/>
                  </a:lnTo>
                  <a:lnTo>
                    <a:pt x="p0x218" y="p0y218"/>
                  </a:lnTo>
                  <a:lnTo>
                    <a:pt x="p0x219" y="p0y219"/>
                  </a:lnTo>
                  <a:moveTo>
                    <a:pt x="p0x220" y="p0y220"/>
                  </a:moveTo>
                  <a:lnTo>
                    <a:pt x="p0x221" y="p0y221"/>
                  </a:lnTo>
                  <a:lnTo>
                    <a:pt x="p0x222" y="p0y222"/>
                  </a:lnTo>
                  <a:lnTo>
                    <a:pt x="p0x223" y="p0y223"/>
                  </a:lnTo>
                  <a:lnTo>
                    <a:pt x="p0x224" y="p0y224"/>
                  </a:lnTo>
                  <a:moveTo>
                    <a:pt x="p0x225" y="p0y225"/>
                  </a:moveTo>
                  <a:lnTo>
                    <a:pt x="p0x226" y="p0y226"/>
                  </a:lnTo>
                  <a:lnTo>
                    <a:pt x="p0x227" y="p0y227"/>
                  </a:lnTo>
                  <a:lnTo>
                    <a:pt x="p0x228" y="p0y228"/>
                  </a:lnTo>
                  <a:lnTo>
                    <a:pt x="p0x229" y="p0y229"/>
                  </a:lnTo>
                  <a:moveTo>
                    <a:pt x="p0x230" y="p0y230"/>
                  </a:moveTo>
                  <a:lnTo>
                    <a:pt x="p0x231" y="p0y231"/>
                  </a:lnTo>
                  <a:lnTo>
                    <a:pt x="p0x232" y="p0y232"/>
                  </a:lnTo>
                  <a:lnTo>
                    <a:pt x="p0x233" y="p0y233"/>
                  </a:lnTo>
                  <a:lnTo>
                    <a:pt x="p0x234" y="p0y234"/>
                  </a:lnTo>
                  <a:moveTo>
                    <a:pt x="p0x235" y="p0y235"/>
                  </a:moveTo>
                  <a:lnTo>
                    <a:pt x="p0x236" y="p0y236"/>
                  </a:lnTo>
                  <a:lnTo>
                    <a:pt x="p0x237" y="p0y237"/>
                  </a:lnTo>
                  <a:lnTo>
                    <a:pt x="p0x238" y="p0y238"/>
                  </a:lnTo>
                  <a:lnTo>
                    <a:pt x="p0x239" y="p0y239"/>
                  </a:lnTo>
                  <a:moveTo>
                    <a:pt x="p0x240" y="p0y240"/>
                  </a:moveTo>
                  <a:lnTo>
                    <a:pt x="p0x241" y="p0y241"/>
                  </a:lnTo>
                  <a:lnTo>
                    <a:pt x="p0x242" y="p0y242"/>
                  </a:lnTo>
                  <a:lnTo>
                    <a:pt x="p0x243" y="p0y243"/>
                  </a:lnTo>
                  <a:lnTo>
                    <a:pt x="p0x244" y="p0y244"/>
                  </a:lnTo>
                  <a:moveTo>
                    <a:pt x="p0x245" y="p0y245"/>
                  </a:moveTo>
                  <a:lnTo>
                    <a:pt x="p0x246" y="p0y246"/>
                  </a:lnTo>
                  <a:lnTo>
                    <a:pt x="p0x247" y="p0y247"/>
                  </a:lnTo>
                  <a:lnTo>
                    <a:pt x="p0x248" y="p0y248"/>
                  </a:lnTo>
                  <a:lnTo>
                    <a:pt x="p0x249" y="p0y249"/>
                  </a:lnTo>
                  <a:moveTo>
                    <a:pt x="p0x250" y="p0y250"/>
                  </a:moveTo>
                  <a:lnTo>
                    <a:pt x="p0x251" y="p0y251"/>
                  </a:lnTo>
                  <a:lnTo>
                    <a:pt x="p0x252" y="p0y252"/>
                  </a:lnTo>
                  <a:lnTo>
                    <a:pt x="p0x253" y="p0y253"/>
                  </a:lnTo>
                  <a:lnTo>
                    <a:pt x="p0x254" y="p0y254"/>
                  </a:lnTo>
                  <a:moveTo>
                    <a:pt x="p0x255" y="p0y255"/>
                  </a:moveTo>
                  <a:lnTo>
                    <a:pt x="p0x256" y="p0y256"/>
                  </a:lnTo>
                  <a:lnTo>
                    <a:pt x="p0x257" y="p0y257"/>
                  </a:lnTo>
                  <a:lnTo>
                    <a:pt x="p0x258" y="p0y258"/>
                  </a:lnTo>
                  <a:lnTo>
                    <a:pt x="p0x259" y="p0y259"/>
                  </a:lnTo>
                  <a:moveTo>
                    <a:pt x="p0x260" y="p0y260"/>
                  </a:moveTo>
                  <a:lnTo>
                    <a:pt x="p0x261" y="p0y261"/>
                  </a:lnTo>
                  <a:lnTo>
                    <a:pt x="p0x262" y="p0y262"/>
                  </a:lnTo>
                  <a:lnTo>
                    <a:pt x="p0x263" y="p0y263"/>
                  </a:lnTo>
                  <a:lnTo>
                    <a:pt x="p0x264" y="p0y264"/>
                  </a:lnTo>
                  <a:moveTo>
                    <a:pt x="p0x265" y="p0y265"/>
                  </a:moveTo>
                  <a:lnTo>
                    <a:pt x="p0x266" y="p0y266"/>
                  </a:lnTo>
                  <a:lnTo>
                    <a:pt x="p0x267" y="p0y267"/>
                  </a:lnTo>
                  <a:lnTo>
                    <a:pt x="p0x268" y="p0y268"/>
                  </a:lnTo>
                  <a:lnTo>
                    <a:pt x="p0x269" y="p0y269"/>
                  </a:lnTo>
                  <a:moveTo>
                    <a:pt x="p0x270" y="p0y270"/>
                  </a:moveTo>
                  <a:lnTo>
                    <a:pt x="p0x271" y="p0y271"/>
                  </a:lnTo>
                  <a:lnTo>
                    <a:pt x="p0x272" y="p0y272"/>
                  </a:lnTo>
                  <a:lnTo>
                    <a:pt x="p0x273" y="p0y273"/>
                  </a:lnTo>
                  <a:lnTo>
                    <a:pt x="p0x274" y="p0y274"/>
                  </a:lnTo>
                  <a:moveTo>
                    <a:pt x="p0x275" y="p0y275"/>
                  </a:moveTo>
                  <a:lnTo>
                    <a:pt x="p0x276" y="p0y276"/>
                  </a:lnTo>
                  <a:lnTo>
                    <a:pt x="p0x277" y="p0y277"/>
                  </a:lnTo>
                  <a:lnTo>
                    <a:pt x="p0x278" y="p0y278"/>
                  </a:lnTo>
                  <a:lnTo>
                    <a:pt x="p0x279" y="p0y279"/>
                  </a:lnTo>
                  <a:moveTo>
                    <a:pt x="p0x280" y="p0y280"/>
                  </a:moveTo>
                  <a:lnTo>
                    <a:pt x="p0x281" y="p0y281"/>
                  </a:lnTo>
                  <a:lnTo>
                    <a:pt x="p0x282" y="p0y282"/>
                  </a:lnTo>
                  <a:lnTo>
                    <a:pt x="p0x283" y="p0y283"/>
                  </a:lnTo>
                  <a:lnTo>
                    <a:pt x="p0x284" y="p0y284"/>
                  </a:lnTo>
                  <a:moveTo>
                    <a:pt x="p0x285" y="p0y285"/>
                  </a:moveTo>
                  <a:lnTo>
                    <a:pt x="p0x286" y="p0y286"/>
                  </a:lnTo>
                  <a:lnTo>
                    <a:pt x="p0x287" y="p0y287"/>
                  </a:lnTo>
                  <a:lnTo>
                    <a:pt x="p0x288" y="p0y288"/>
                  </a:lnTo>
                  <a:lnTo>
                    <a:pt x="p0x289" y="p0y289"/>
                  </a:lnTo>
                  <a:moveTo>
                    <a:pt x="p0x290" y="p0y290"/>
                  </a:moveTo>
                  <a:lnTo>
                    <a:pt x="p0x291" y="p0y291"/>
                  </a:lnTo>
                  <a:lnTo>
                    <a:pt x="p0x292" y="p0y292"/>
                  </a:lnTo>
                  <a:lnTo>
                    <a:pt x="p0x293" y="p0y293"/>
                  </a:lnTo>
                  <a:lnTo>
                    <a:pt x="p0x294" y="p0y294"/>
                  </a:lnTo>
                  <a:moveTo>
                    <a:pt x="p0x295" y="p0y295"/>
                  </a:moveTo>
                  <a:lnTo>
                    <a:pt x="p0x296" y="p0y296"/>
                  </a:lnTo>
                  <a:lnTo>
                    <a:pt x="p0x297" y="p0y297"/>
                  </a:lnTo>
                  <a:lnTo>
                    <a:pt x="p0x298" y="p0y298"/>
                  </a:lnTo>
                  <a:lnTo>
                    <a:pt x="p0x299" y="p0y299"/>
                  </a:lnTo>
                  <a:moveTo>
                    <a:pt x="p0x300" y="p0y300"/>
                  </a:moveTo>
                  <a:lnTo>
                    <a:pt x="p0x301" y="p0y301"/>
                  </a:lnTo>
                  <a:lnTo>
                    <a:pt x="p0x302" y="p0y302"/>
                  </a:lnTo>
                  <a:lnTo>
                    <a:pt x="p0x303" y="p0y303"/>
                  </a:lnTo>
                  <a:lnTo>
                    <a:pt x="p0x304" y="p0y304"/>
                  </a:lnTo>
                  <a:moveTo>
                    <a:pt x="p0x305" y="p0y305"/>
                  </a:moveTo>
                  <a:lnTo>
                    <a:pt x="p0x306" y="p0y306"/>
                  </a:lnTo>
                  <a:lnTo>
                    <a:pt x="p0x307" y="p0y307"/>
                  </a:lnTo>
                  <a:lnTo>
                    <a:pt x="p0x308" y="p0y308"/>
                  </a:lnTo>
                  <a:lnTo>
                    <a:pt x="p0x309" y="p0y309"/>
                  </a:lnTo>
                  <a:moveTo>
                    <a:pt x="p0x310" y="p0y310"/>
                  </a:moveTo>
                  <a:lnTo>
                    <a:pt x="p0x311" y="p0y311"/>
                  </a:lnTo>
                  <a:lnTo>
                    <a:pt x="p0x312" y="p0y312"/>
                  </a:lnTo>
                  <a:lnTo>
                    <a:pt x="p0x313" y="p0y313"/>
                  </a:lnTo>
                  <a:lnTo>
                    <a:pt x="p0x314" y="p0y314"/>
                  </a:lnTo>
                  <a:moveTo>
                    <a:pt x="p0x315" y="p0y315"/>
                  </a:moveTo>
                  <a:lnTo>
                    <a:pt x="p0x316" y="p0y316"/>
                  </a:lnTo>
                  <a:lnTo>
                    <a:pt x="p0x317" y="p0y317"/>
                  </a:lnTo>
                  <a:lnTo>
                    <a:pt x="p0x318" y="p0y318"/>
                  </a:lnTo>
                  <a:lnTo>
                    <a:pt x="p0x319" y="p0y319"/>
                  </a:lnTo>
                  <a:moveTo>
                    <a:pt x="p0x320" y="p0y320"/>
                  </a:moveTo>
                  <a:lnTo>
                    <a:pt x="p0x321" y="p0y321"/>
                  </a:lnTo>
                  <a:lnTo>
                    <a:pt x="p0x322" y="p0y322"/>
                  </a:lnTo>
                  <a:lnTo>
                    <a:pt x="p0x323" y="p0y323"/>
                  </a:lnTo>
                  <a:lnTo>
                    <a:pt x="p0x324" y="p0y324"/>
                  </a:lnTo>
                  <a:moveTo>
                    <a:pt x="p0x325" y="p0y325"/>
                  </a:moveTo>
                  <a:lnTo>
                    <a:pt x="p0x326" y="p0y326"/>
                  </a:lnTo>
                  <a:lnTo>
                    <a:pt x="p0x327" y="p0y327"/>
                  </a:lnTo>
                  <a:lnTo>
                    <a:pt x="p0x328" y="p0y328"/>
                  </a:lnTo>
                  <a:lnTo>
                    <a:pt x="p0x329" y="p0y329"/>
                  </a:lnTo>
                  <a:moveTo>
                    <a:pt x="p0x330" y="p0y330"/>
                  </a:moveTo>
                  <a:lnTo>
                    <a:pt x="p0x331" y="p0y331"/>
                  </a:lnTo>
                  <a:lnTo>
                    <a:pt x="p0x332" y="p0y332"/>
                  </a:lnTo>
                  <a:lnTo>
                    <a:pt x="p0x333" y="p0y333"/>
                  </a:lnTo>
                  <a:lnTo>
                    <a:pt x="p0x334" y="p0y334"/>
                  </a:lnTo>
                  <a:moveTo>
                    <a:pt x="p0x335" y="p0y335"/>
                  </a:moveTo>
                  <a:lnTo>
                    <a:pt x="p0x336" y="p0y336"/>
                  </a:lnTo>
                  <a:lnTo>
                    <a:pt x="p0x337" y="p0y337"/>
                  </a:lnTo>
                  <a:lnTo>
                    <a:pt x="p0x338" y="p0y338"/>
                  </a:lnTo>
                  <a:lnTo>
                    <a:pt x="p0x339" y="p0y339"/>
                  </a:lnTo>
                  <a:moveTo>
                    <a:pt x="p0x340" y="p0y340"/>
                  </a:moveTo>
                  <a:lnTo>
                    <a:pt x="p0x341" y="p0y341"/>
                  </a:lnTo>
                  <a:lnTo>
                    <a:pt x="p0x342" y="p0y342"/>
                  </a:lnTo>
                  <a:lnTo>
                    <a:pt x="p0x343" y="p0y343"/>
                  </a:lnTo>
                  <a:lnTo>
                    <a:pt x="p0x344" y="p0y344"/>
                  </a:lnTo>
                  <a:moveTo>
                    <a:pt x="p0x345" y="p0y345"/>
                  </a:moveTo>
                  <a:lnTo>
                    <a:pt x="p0x346" y="p0y346"/>
                  </a:lnTo>
                  <a:lnTo>
                    <a:pt x="p0x347" y="p0y347"/>
                  </a:lnTo>
                  <a:lnTo>
                    <a:pt x="p0x348" y="p0y348"/>
                  </a:lnTo>
                  <a:lnTo>
                    <a:pt x="p0x349" y="p0y349"/>
                  </a:lnTo>
                  <a:moveTo>
                    <a:pt x="p0x350" y="p0y350"/>
                  </a:moveTo>
                  <a:lnTo>
                    <a:pt x="p0x351" y="p0y351"/>
                  </a:lnTo>
                  <a:lnTo>
                    <a:pt x="p0x352" y="p0y352"/>
                  </a:lnTo>
                  <a:lnTo>
                    <a:pt x="p0x353" y="p0y353"/>
                  </a:lnTo>
                  <a:lnTo>
                    <a:pt x="p0x354" y="p0y354"/>
                  </a:lnTo>
                  <a:moveTo>
                    <a:pt x="p0x355" y="p0y355"/>
                  </a:moveTo>
                  <a:lnTo>
                    <a:pt x="p0x356" y="p0y356"/>
                  </a:lnTo>
                  <a:lnTo>
                    <a:pt x="p0x357" y="p0y357"/>
                  </a:lnTo>
                  <a:lnTo>
                    <a:pt x="p0x358" y="p0y358"/>
                  </a:lnTo>
                  <a:lnTo>
                    <a:pt x="p0x359" y="p0y359"/>
                  </a:lnTo>
                  <a:moveTo>
                    <a:pt x="p0x360" y="p0y360"/>
                  </a:moveTo>
                  <a:lnTo>
                    <a:pt x="p0x361" y="p0y361"/>
                  </a:lnTo>
                  <a:lnTo>
                    <a:pt x="p0x362" y="p0y362"/>
                  </a:lnTo>
                  <a:lnTo>
                    <a:pt x="p0x363" y="p0y363"/>
                  </a:lnTo>
                  <a:lnTo>
                    <a:pt x="p0x364" y="p0y364"/>
                  </a:lnTo>
                  <a:moveTo>
                    <a:pt x="p0x365" y="p0y365"/>
                  </a:moveTo>
                  <a:lnTo>
                    <a:pt x="p0x366" y="p0y366"/>
                  </a:lnTo>
                  <a:lnTo>
                    <a:pt x="p0x367" y="p0y367"/>
                  </a:lnTo>
                  <a:lnTo>
                    <a:pt x="p0x368" y="p0y368"/>
                  </a:lnTo>
                  <a:lnTo>
                    <a:pt x="p0x369" y="p0y369"/>
                  </a:lnTo>
                  <a:moveTo>
                    <a:pt x="p0x370" y="p0y370"/>
                  </a:moveTo>
                  <a:lnTo>
                    <a:pt x="p0x371" y="p0y371"/>
                  </a:lnTo>
                  <a:lnTo>
                    <a:pt x="p0x372" y="p0y372"/>
                  </a:lnTo>
                  <a:lnTo>
                    <a:pt x="p0x373" y="p0y373"/>
                  </a:lnTo>
                  <a:lnTo>
                    <a:pt x="p0x374" y="p0y374"/>
                  </a:lnTo>
                  <a:moveTo>
                    <a:pt x="p0x375" y="p0y375"/>
                  </a:moveTo>
                  <a:lnTo>
                    <a:pt x="p0x376" y="p0y376"/>
                  </a:lnTo>
                  <a:lnTo>
                    <a:pt x="p0x377" y="p0y377"/>
                  </a:lnTo>
                  <a:lnTo>
                    <a:pt x="p0x378" y="p0y378"/>
                  </a:lnTo>
                  <a:lnTo>
                    <a:pt x="p0x379" y="p0y379"/>
                  </a:lnTo>
                  <a:moveTo>
                    <a:pt x="p0x380" y="p0y380"/>
                  </a:moveTo>
                  <a:lnTo>
                    <a:pt x="p0x381" y="p0y381"/>
                  </a:lnTo>
                  <a:lnTo>
                    <a:pt x="p0x382" y="p0y382"/>
                  </a:lnTo>
                  <a:lnTo>
                    <a:pt x="p0x383" y="p0y383"/>
                  </a:lnTo>
                  <a:lnTo>
                    <a:pt x="p0x384" y="p0y384"/>
                  </a:lnTo>
                  <a:moveTo>
                    <a:pt x="p0x385" y="p0y385"/>
                  </a:moveTo>
                  <a:lnTo>
                    <a:pt x="p0x386" y="p0y386"/>
                  </a:lnTo>
                  <a:lnTo>
                    <a:pt x="p0x387" y="p0y387"/>
                  </a:lnTo>
                  <a:lnTo>
                    <a:pt x="p0x388" y="p0y388"/>
                  </a:lnTo>
                  <a:lnTo>
                    <a:pt x="p0x389" y="p0y389"/>
                  </a:lnTo>
                  <a:moveTo>
                    <a:pt x="p0x390" y="p0y390"/>
                  </a:moveTo>
                  <a:lnTo>
                    <a:pt x="p0x391" y="p0y391"/>
                  </a:lnTo>
                  <a:lnTo>
                    <a:pt x="p0x392" y="p0y392"/>
                  </a:lnTo>
                  <a:lnTo>
                    <a:pt x="p0x393" y="p0y393"/>
                  </a:lnTo>
                  <a:lnTo>
                    <a:pt x="p0x394" y="p0y394"/>
                  </a:lnTo>
                  <a:moveTo>
                    <a:pt x="p0x395" y="p0y395"/>
                  </a:moveTo>
                  <a:lnTo>
                    <a:pt x="p0x396" y="p0y396"/>
                  </a:lnTo>
                  <a:lnTo>
                    <a:pt x="p0x397" y="p0y397"/>
                  </a:lnTo>
                  <a:lnTo>
                    <a:pt x="p0x398" y="p0y398"/>
                  </a:lnTo>
                  <a:lnTo>
                    <a:pt x="p0x399" y="p0y399"/>
                  </a:lnTo>
                  <a:moveTo>
                    <a:pt x="p0x400" y="p0y400"/>
                  </a:moveTo>
                  <a:lnTo>
                    <a:pt x="p0x401" y="p0y401"/>
                  </a:lnTo>
                  <a:lnTo>
                    <a:pt x="p0x402" y="p0y402"/>
                  </a:lnTo>
                  <a:lnTo>
                    <a:pt x="p0x403" y="p0y403"/>
                  </a:lnTo>
                  <a:lnTo>
                    <a:pt x="p0x404" y="p0y404"/>
                  </a:lnTo>
                  <a:moveTo>
                    <a:pt x="p0x405" y="p0y405"/>
                  </a:moveTo>
                  <a:lnTo>
                    <a:pt x="p0x406" y="p0y406"/>
                  </a:lnTo>
                  <a:lnTo>
                    <a:pt x="p0x407" y="p0y407"/>
                  </a:lnTo>
                  <a:lnTo>
                    <a:pt x="p0x408" y="p0y408"/>
                  </a:lnTo>
                  <a:lnTo>
                    <a:pt x="p0x409" y="p0y409"/>
                  </a:lnTo>
                  <a:moveTo>
                    <a:pt x="p0x410" y="p0y410"/>
                  </a:moveTo>
                  <a:lnTo>
                    <a:pt x="p0x411" y="p0y411"/>
                  </a:lnTo>
                  <a:lnTo>
                    <a:pt x="p0x412" y="p0y412"/>
                  </a:lnTo>
                  <a:lnTo>
                    <a:pt x="p0x413" y="p0y413"/>
                  </a:lnTo>
                  <a:lnTo>
                    <a:pt x="p0x414" y="p0y414"/>
                  </a:lnTo>
                  <a:moveTo>
                    <a:pt x="p0x415" y="p0y415"/>
                  </a:moveTo>
                  <a:lnTo>
                    <a:pt x="p0x416" y="p0y416"/>
                  </a:lnTo>
                  <a:lnTo>
                    <a:pt x="p0x417" y="p0y417"/>
                  </a:lnTo>
                  <a:lnTo>
                    <a:pt x="p0x418" y="p0y418"/>
                  </a:lnTo>
                  <a:lnTo>
                    <a:pt x="p0x419" y="p0y419"/>
                  </a:lnTo>
                  <a:moveTo>
                    <a:pt x="p0x420" y="p0y420"/>
                  </a:moveTo>
                  <a:lnTo>
                    <a:pt x="p0x421" y="p0y421"/>
                  </a:lnTo>
                  <a:lnTo>
                    <a:pt x="p0x422" y="p0y422"/>
                  </a:lnTo>
                  <a:lnTo>
                    <a:pt x="p0x423" y="p0y423"/>
                  </a:lnTo>
                  <a:lnTo>
                    <a:pt x="p0x424" y="p0y424"/>
                  </a:lnTo>
                  <a:moveTo>
                    <a:pt x="p0x425" y="p0y425"/>
                  </a:moveTo>
                  <a:lnTo>
                    <a:pt x="p0x426" y="p0y426"/>
                  </a:lnTo>
                  <a:lnTo>
                    <a:pt x="p0x427" y="p0y427"/>
                  </a:lnTo>
                  <a:lnTo>
                    <a:pt x="p0x428" y="p0y428"/>
                  </a:lnTo>
                  <a:lnTo>
                    <a:pt x="p0x429" y="p0y429"/>
                  </a:lnTo>
                  <a:moveTo>
                    <a:pt x="p0x430" y="p0y430"/>
                  </a:moveTo>
                  <a:lnTo>
                    <a:pt x="p0x431" y="p0y431"/>
                  </a:lnTo>
                  <a:lnTo>
                    <a:pt x="p0x432" y="p0y432"/>
                  </a:lnTo>
                  <a:lnTo>
                    <a:pt x="p0x433" y="p0y433"/>
                  </a:lnTo>
                  <a:lnTo>
                    <a:pt x="p0x434" y="p0y434"/>
                  </a:lnTo>
                  <a:moveTo>
                    <a:pt x="p0x435" y="p0y435"/>
                  </a:moveTo>
                  <a:lnTo>
                    <a:pt x="p0x436" y="p0y436"/>
                  </a:lnTo>
                  <a:lnTo>
                    <a:pt x="p0x437" y="p0y437"/>
                  </a:lnTo>
                  <a:lnTo>
                    <a:pt x="p0x438" y="p0y438"/>
                  </a:lnTo>
                  <a:lnTo>
                    <a:pt x="p0x439" y="p0y439"/>
                  </a:lnTo>
                  <a:moveTo>
                    <a:pt x="p0x440" y="p0y440"/>
                  </a:moveTo>
                  <a:lnTo>
                    <a:pt x="p0x441" y="p0y441"/>
                  </a:lnTo>
                  <a:lnTo>
                    <a:pt x="p0x442" y="p0y442"/>
                  </a:lnTo>
                  <a:lnTo>
                    <a:pt x="p0x443" y="p0y443"/>
                  </a:lnTo>
                  <a:lnTo>
                    <a:pt x="p0x444" y="p0y444"/>
                  </a:lnTo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42" name="图片 41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-4889" t="-6389" r="-4889" b="-6389"/>
          <a:stretch>
            <a:fillRect/>
          </a:stretch>
        </p:blipFill>
        <p:spPr>
          <a:xfrm>
            <a:off x="711835" y="5735955"/>
            <a:ext cx="156845" cy="128905"/>
          </a:xfrm>
          <a:prstGeom prst="rect">
            <a:avLst/>
          </a:prstGeom>
        </p:spPr>
      </p:pic>
      <p:sp>
        <p:nvSpPr>
          <p:cNvPr id="43" name="文本框 42"/>
          <p:cNvSpPr txBox="1"/>
          <p:nvPr>
            <p:custDataLst>
              <p:tags r:id="rId16"/>
            </p:custDataLst>
          </p:nvPr>
        </p:nvSpPr>
        <p:spPr>
          <a:xfrm>
            <a:off x="962025" y="5715000"/>
            <a:ext cx="1300163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模式</a:t>
            </a:r>
            <a:r>
              <a:rPr lang="en-US" altLang="zh-CN"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1:</a:t>
            </a:r>
            <a:r>
              <a:rPr sz="300"/>
              <a:t> </a:t>
            </a:r>
            <a:r>
              <a:rPr 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</a:t>
            </a:r>
            <a:r>
              <a:rPr lang="en-US" alt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人审核</a:t>
            </a:r>
            <a:endParaRPr lang="zh-CN" altLang="en-US"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4" name="图片 43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l="-8810" t="-6389" r="-8810" b="-6389"/>
          <a:stretch>
            <a:fillRect/>
          </a:stretch>
        </p:blipFill>
        <p:spPr>
          <a:xfrm>
            <a:off x="3293110" y="5735955"/>
            <a:ext cx="156845" cy="128905"/>
          </a:xfrm>
          <a:prstGeom prst="rect">
            <a:avLst/>
          </a:prstGeom>
        </p:spPr>
      </p:pic>
      <p:sp>
        <p:nvSpPr>
          <p:cNvPr id="45" name="文本框 44"/>
          <p:cNvSpPr txBox="1"/>
          <p:nvPr>
            <p:custDataLst>
              <p:tags r:id="rId20"/>
            </p:custDataLst>
          </p:nvPr>
        </p:nvSpPr>
        <p:spPr>
          <a:xfrm>
            <a:off x="3543300" y="5715000"/>
            <a:ext cx="1300163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模式</a:t>
            </a:r>
            <a:r>
              <a:rPr lang="en-US" altLang="zh-CN"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2:</a:t>
            </a:r>
            <a:r>
              <a:rPr sz="300"/>
              <a:t> </a:t>
            </a:r>
            <a:r>
              <a:rPr 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人主导</a:t>
            </a:r>
            <a:r>
              <a:rPr lang="en-US" alt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/AI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</a:t>
            </a:r>
            <a:endParaRPr lang="zh-CN" altLang="en-US"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6" name="图片 45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-4889" t="-34167" r="-4889" b="-34167"/>
          <a:stretch>
            <a:fillRect/>
          </a:stretch>
        </p:blipFill>
        <p:spPr>
          <a:xfrm>
            <a:off x="711835" y="6007735"/>
            <a:ext cx="156845" cy="128270"/>
          </a:xfrm>
          <a:prstGeom prst="rect">
            <a:avLst/>
          </a:prstGeom>
        </p:spPr>
      </p:pic>
      <p:sp>
        <p:nvSpPr>
          <p:cNvPr id="47" name="文本框 46"/>
          <p:cNvSpPr txBox="1"/>
          <p:nvPr>
            <p:custDataLst>
              <p:tags r:id="rId24"/>
            </p:custDataLst>
          </p:nvPr>
        </p:nvSpPr>
        <p:spPr>
          <a:xfrm>
            <a:off x="962025" y="5986463"/>
            <a:ext cx="1262063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模式</a:t>
            </a:r>
            <a:r>
              <a:rPr lang="en-US" altLang="zh-CN"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3:</a:t>
            </a:r>
            <a:r>
              <a:rPr sz="300"/>
              <a:t> </a:t>
            </a:r>
            <a:r>
              <a:rPr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人机协同共创</a:t>
            </a:r>
            <a:endParaRPr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8" name="图片 47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4167" t="-6111" r="-4167" b="-6111"/>
          <a:stretch>
            <a:fillRect/>
          </a:stretch>
        </p:blipFill>
        <p:spPr>
          <a:xfrm>
            <a:off x="3309620" y="6007735"/>
            <a:ext cx="123825" cy="128270"/>
          </a:xfrm>
          <a:prstGeom prst="rect">
            <a:avLst/>
          </a:prstGeom>
        </p:spPr>
      </p:pic>
      <p:sp>
        <p:nvSpPr>
          <p:cNvPr id="49" name="文本框 48"/>
          <p:cNvSpPr txBox="1"/>
          <p:nvPr>
            <p:custDataLst>
              <p:tags r:id="rId28"/>
            </p:custDataLst>
          </p:nvPr>
        </p:nvSpPr>
        <p:spPr>
          <a:xfrm>
            <a:off x="3543300" y="5986463"/>
            <a:ext cx="106680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</a:t>
            </a:r>
            <a:r>
              <a:rPr lang="en-US" altLang="zh-CN"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sz="300"/>
              <a:t> </a:t>
            </a:r>
            <a:r>
              <a:rPr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能力放大器</a:t>
            </a:r>
            <a:endParaRPr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任意多边形 50"/>
          <p:cNvSpPr/>
          <p:nvPr>
            <p:custDataLst>
              <p:tags r:id="rId29"/>
            </p:custDataLst>
          </p:nvPr>
        </p:nvSpPr>
        <p:spPr>
          <a:xfrm>
            <a:off x="6195695" y="1166495"/>
            <a:ext cx="5534025" cy="5229225"/>
          </a:xfrm>
          <a:custGeom>
            <a:avLst/>
            <a:gdLst>
              <a:gd name="sw" fmla="*/ 1 w 8715"/>
              <a:gd name="sh" fmla="*/ 1 h 8235"/>
              <a:gd name="mins" fmla="min sw sh"/>
              <a:gd name="dsw" fmla="+- 0 sw mins"/>
              <a:gd name="dsh" fmla="+- 0 sh mins"/>
              <a:gd name="p0x0" fmla="*/ 240 w 8715"/>
              <a:gd name="p0y0" fmla="*/ 0 h 8235"/>
              <a:gd name="p0x1" fmla="*/ 8475 w 8715"/>
              <a:gd name="p0y1" fmla="*/ 0 h 8235"/>
              <a:gd name="p0x2" fmla="*/ 8607 w 8715"/>
              <a:gd name="p0y2" fmla="*/ 0 h 8235"/>
              <a:gd name="p0x3" fmla="*/ 8715 w 8715"/>
              <a:gd name="p0y3" fmla="*/ 107 h 8235"/>
              <a:gd name="p0x4" fmla="*/ 8715 w 8715"/>
              <a:gd name="p0y4" fmla="*/ 240 h 8235"/>
              <a:gd name="p0x5" fmla="*/ 8715 w 8715"/>
              <a:gd name="p0y5" fmla="*/ 7995 h 8235"/>
              <a:gd name="p0x6" fmla="*/ 8715 w 8715"/>
              <a:gd name="p0y6" fmla="*/ 8127 h 8235"/>
              <a:gd name="p0x7" fmla="*/ 8607 w 8715"/>
              <a:gd name="p0y7" fmla="*/ 8235 h 8235"/>
              <a:gd name="p0x8" fmla="*/ 8475 w 8715"/>
              <a:gd name="p0y8" fmla="*/ 8235 h 8235"/>
              <a:gd name="p0x9" fmla="*/ 240 w 8715"/>
              <a:gd name="p0y9" fmla="*/ 8235 h 8235"/>
              <a:gd name="p0x10" fmla="*/ 107 w 8715"/>
              <a:gd name="p0y10" fmla="*/ 8235 h 8235"/>
              <a:gd name="p0x11" fmla="*/ 0 w 8715"/>
              <a:gd name="p0y11" fmla="*/ 8127 h 8235"/>
              <a:gd name="p0x12" fmla="*/ 0 w 8715"/>
              <a:gd name="p0y12" fmla="*/ 7995 h 8235"/>
              <a:gd name="p0x13" fmla="*/ 0 w 8715"/>
              <a:gd name="p0y13" fmla="*/ 240 h 8235"/>
              <a:gd name="p0x14" fmla="*/ 0 w 8715"/>
              <a:gd name="p0y14" fmla="*/ 107 h 8235"/>
              <a:gd name="p0x15" fmla="*/ 107 w 8715"/>
              <a:gd name="p0y15" fmla="*/ 0 h 8235"/>
              <a:gd name="p0x16" fmla="*/ 240 w 8715"/>
              <a:gd name="p0y16" fmla="*/ 0 h 82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2E8F0"/>
            </a:solidFill>
            <a:prstDash val="solid"/>
          </a:ln>
          <a:effectLst>
            <a:outerShdw blurRad="85725" dist="38100" dir="5399999" sx="99656" sy="99636" algn="ctr" rotWithShape="0">
              <a:srgbClr val="000000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04" name="组合 103"/>
          <p:cNvGrpSpPr/>
          <p:nvPr/>
        </p:nvGrpSpPr>
        <p:grpSpPr>
          <a:xfrm>
            <a:off x="6200775" y="1171575"/>
            <a:ext cx="5524500" cy="842645"/>
            <a:chOff x="9765" y="1845"/>
            <a:chExt cx="8700" cy="1327"/>
          </a:xfrm>
        </p:grpSpPr>
        <p:sp>
          <p:nvSpPr>
            <p:cNvPr id="52" name="任意多边形 51"/>
            <p:cNvSpPr/>
            <p:nvPr>
              <p:custDataLst>
                <p:tags r:id="rId30"/>
              </p:custDataLst>
            </p:nvPr>
          </p:nvSpPr>
          <p:spPr>
            <a:xfrm>
              <a:off x="9765" y="1845"/>
              <a:ext cx="8700" cy="1327"/>
            </a:xfrm>
            <a:custGeom>
              <a:avLst/>
              <a:gdLst>
                <a:gd name="sw" fmla="*/ 1 w 8700"/>
                <a:gd name="sh" fmla="*/ 1 h 1327"/>
                <a:gd name="mins" fmla="min sw sh"/>
                <a:gd name="dsw" fmla="+- 0 sw mins"/>
                <a:gd name="dsh" fmla="+- 0 sh mins"/>
                <a:gd name="p0x0" fmla="*/ 0 w 8700"/>
                <a:gd name="p0y0" fmla="*/ 0 h 1327"/>
                <a:gd name="p0x1" fmla="*/ 8700 w 8700"/>
                <a:gd name="p0y1" fmla="*/ 0 h 1327"/>
                <a:gd name="p0x2" fmla="*/ 8700 w 8700"/>
                <a:gd name="p0y2" fmla="*/ 1327 h 1327"/>
                <a:gd name="p0x3" fmla="*/ 0 w 8700"/>
                <a:gd name="p0y3" fmla="*/ 1327 h 1327"/>
                <a:gd name="p0x4" fmla="*/ 0 w 8700"/>
                <a:gd name="p0y4" fmla="*/ 0 h 1327"/>
              </a:gdLst>
              <a:ahLst/>
              <a:cxnLst/>
              <a:pathLst>
                <a:path w="8700" h="1327">
                  <a:moveTo>
                    <a:pt x="240" y="0"/>
                  </a:moveTo>
                  <a:lnTo>
                    <a:pt x="8460" y="0"/>
                  </a:lnTo>
                  <a:cubicBezTo>
                    <a:pt x="8593" y="0"/>
                    <a:pt x="8700" y="107"/>
                    <a:pt x="8700" y="240"/>
                  </a:cubicBezTo>
                  <a:lnTo>
                    <a:pt x="8700" y="1327"/>
                  </a:lnTo>
                  <a:lnTo>
                    <a:pt x="0" y="1327"/>
                  </a:lnTo>
                  <a:lnTo>
                    <a:pt x="0" y="240"/>
                  </a:lnTo>
                  <a:cubicBezTo>
                    <a:pt x="0" y="107"/>
                    <a:pt x="107" y="0"/>
                    <a:pt x="240" y="0"/>
                  </a:cubicBezTo>
                  <a:close/>
                </a:path>
              </a:pathLst>
            </a:custGeom>
            <a:solidFill>
              <a:srgbClr val="ECFE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53" name="任意多边形 52"/>
            <p:cNvSpPr/>
            <p:nvPr>
              <p:custDataLst>
                <p:tags r:id="rId31"/>
              </p:custDataLst>
            </p:nvPr>
          </p:nvSpPr>
          <p:spPr>
            <a:xfrm>
              <a:off x="9765" y="3142"/>
              <a:ext cx="8700" cy="30"/>
            </a:xfrm>
            <a:custGeom>
              <a:avLst/>
              <a:gdLst>
                <a:gd name="sw" fmla="*/ 1 w 8700"/>
                <a:gd name="sh" fmla="*/ 1 h 30"/>
                <a:gd name="mins" fmla="min sw sh"/>
                <a:gd name="dsw" fmla="+- 0 sw mins"/>
                <a:gd name="dsh" fmla="+- 0 sh mins"/>
                <a:gd name="p0x0" fmla="*/ 8700 w 8700"/>
                <a:gd name="p0y0" fmla="*/ 30 h 30"/>
                <a:gd name="p0x1" fmla="*/ 0 w 8700"/>
                <a:gd name="p0y1" fmla="*/ 30 h 30"/>
                <a:gd name="p0x2" fmla="*/ 0 w 8700"/>
                <a:gd name="p0y2" fmla="*/ 0 h 30"/>
                <a:gd name="p0x3" fmla="*/ 8700 w 8700"/>
                <a:gd name="p0y3" fmla="*/ 0 h 30"/>
                <a:gd name="p0x4" fmla="*/ 8700 w 8700"/>
                <a:gd name="p0y4" fmla="*/ 30 h 30"/>
              </a:gdLst>
              <a:ahLst/>
              <a:cxnLst/>
              <a:pathLst>
                <a:path w="8700" h="30">
                  <a:moveTo>
                    <a:pt x="8700" y="0"/>
                  </a:moveTo>
                  <a:lnTo>
                    <a:pt x="8700" y="3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8700" y="0"/>
                  </a:lnTo>
                  <a:close/>
                </a:path>
              </a:pathLst>
            </a:custGeom>
            <a:solidFill>
              <a:srgbClr val="000000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55" name="文本框 54"/>
          <p:cNvSpPr txBox="1"/>
          <p:nvPr>
            <p:custDataLst>
              <p:tags r:id="rId32"/>
            </p:custDataLst>
          </p:nvPr>
        </p:nvSpPr>
        <p:spPr>
          <a:xfrm>
            <a:off x="6429375" y="1343025"/>
            <a:ext cx="1524000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650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人类</a:t>
            </a:r>
            <a:r>
              <a:rPr lang="en-US" altLang="zh-CN" sz="1650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50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价值维度</a:t>
            </a:r>
            <a:endParaRPr lang="zh-CN" altLang="en-US" sz="1650" b="1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33"/>
            </p:custDataLst>
          </p:nvPr>
        </p:nvSpPr>
        <p:spPr>
          <a:xfrm>
            <a:off x="6429375" y="1647825"/>
            <a:ext cx="1647825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975" spc="75">
                <a:solidFill>
                  <a:srgbClr val="06B6D4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Human Intelligence</a:t>
            </a:r>
            <a:endParaRPr sz="975" spc="75">
              <a:solidFill>
                <a:srgbClr val="06B6D4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l="-1282" t="-1562" r="-1282" b="-1562"/>
          <a:stretch>
            <a:fillRect/>
          </a:stretch>
        </p:blipFill>
        <p:spPr>
          <a:xfrm>
            <a:off x="11115675" y="1426210"/>
            <a:ext cx="381000" cy="314325"/>
          </a:xfrm>
          <a:prstGeom prst="rect">
            <a:avLst/>
          </a:prstGeom>
        </p:spPr>
      </p:pic>
      <p:sp>
        <p:nvSpPr>
          <p:cNvPr id="58" name="矩形 57"/>
          <p:cNvSpPr/>
          <p:nvPr>
            <p:custDataLst>
              <p:tags r:id="rId37"/>
            </p:custDataLst>
          </p:nvPr>
        </p:nvSpPr>
        <p:spPr>
          <a:xfrm>
            <a:off x="6638925" y="2433320"/>
            <a:ext cx="38100" cy="23431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09" name="组合 108"/>
          <p:cNvGrpSpPr/>
          <p:nvPr/>
        </p:nvGrpSpPr>
        <p:grpSpPr>
          <a:xfrm>
            <a:off x="6429375" y="5543550"/>
            <a:ext cx="5067300" cy="618490"/>
            <a:chOff x="10125" y="8730"/>
            <a:chExt cx="7980" cy="974"/>
          </a:xfrm>
        </p:grpSpPr>
        <p:sp>
          <p:nvSpPr>
            <p:cNvPr id="87" name="任意多边形 86"/>
            <p:cNvSpPr/>
            <p:nvPr>
              <p:custDataLst>
                <p:tags r:id="rId38"/>
              </p:custDataLst>
            </p:nvPr>
          </p:nvSpPr>
          <p:spPr>
            <a:xfrm>
              <a:off x="10125" y="8730"/>
              <a:ext cx="7980" cy="975"/>
            </a:xfrm>
            <a:custGeom>
              <a:avLst/>
              <a:gdLst>
                <a:gd name="sw" fmla="*/ 1 w 7980"/>
                <a:gd name="sh" fmla="*/ 1 h 975"/>
                <a:gd name="mins" fmla="min sw sh"/>
                <a:gd name="dsw" fmla="+- 0 sw mins"/>
                <a:gd name="dsh" fmla="+- 0 sh mins"/>
                <a:gd name="p0x0" fmla="*/ 0 w 7980"/>
                <a:gd name="p0y0" fmla="*/ 0 h 975"/>
                <a:gd name="p0x1" fmla="*/ 7980 w 7980"/>
                <a:gd name="p0y1" fmla="*/ 0 h 975"/>
                <a:gd name="p0x2" fmla="*/ 7980 w 7980"/>
                <a:gd name="p0y2" fmla="*/ 975 h 975"/>
                <a:gd name="p0x3" fmla="*/ 0 w 7980"/>
                <a:gd name="p0y3" fmla="*/ 975 h 975"/>
                <a:gd name="p0x4" fmla="*/ 0 w 7980"/>
                <a:gd name="p0y4" fmla="*/ 0 h 9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8" name="任意多边形 87"/>
            <p:cNvSpPr/>
            <p:nvPr>
              <p:custDataLst>
                <p:tags r:id="rId39"/>
              </p:custDataLst>
            </p:nvPr>
          </p:nvSpPr>
          <p:spPr>
            <a:xfrm>
              <a:off x="10125" y="8730"/>
              <a:ext cx="7980" cy="30"/>
            </a:xfrm>
            <a:custGeom>
              <a:avLst/>
              <a:gdLst>
                <a:gd name="sw" fmla="*/ 1 w 7980"/>
                <a:gd name="sh" fmla="*/ 1 h 30"/>
                <a:gd name="mins" fmla="min sw sh"/>
                <a:gd name="dsw" fmla="+- 0 sw mins"/>
                <a:gd name="dsh" fmla="+- 0 sh mins"/>
                <a:gd name="p0x0" fmla="*/ 0 w 7980"/>
                <a:gd name="p0y0" fmla="*/ 0 h 30"/>
                <a:gd name="p0x1" fmla="*/ 59 w 7980"/>
                <a:gd name="p0y1" fmla="*/ 0 h 30"/>
                <a:gd name="p0x2" fmla="*/ 59 w 7980"/>
                <a:gd name="p0y2" fmla="*/ 30 h 30"/>
                <a:gd name="p0x3" fmla="*/ 0 w 7980"/>
                <a:gd name="p0y3" fmla="*/ 30 h 30"/>
                <a:gd name="p0x4" fmla="*/ 0 w 7980"/>
                <a:gd name="p0y4" fmla="*/ 0 h 30"/>
                <a:gd name="p0x5" fmla="*/ 90 w 7980"/>
                <a:gd name="p0y5" fmla="*/ 0 h 30"/>
                <a:gd name="p0x6" fmla="*/ 150 w 7980"/>
                <a:gd name="p0y6" fmla="*/ 0 h 30"/>
                <a:gd name="p0x7" fmla="*/ 150 w 7980"/>
                <a:gd name="p0y7" fmla="*/ 30 h 30"/>
                <a:gd name="p0x8" fmla="*/ 90 w 7980"/>
                <a:gd name="p0y8" fmla="*/ 30 h 30"/>
                <a:gd name="p0x9" fmla="*/ 90 w 7980"/>
                <a:gd name="p0y9" fmla="*/ 0 h 30"/>
                <a:gd name="p0x10" fmla="*/ 180 w 7980"/>
                <a:gd name="p0y10" fmla="*/ 0 h 30"/>
                <a:gd name="p0x11" fmla="*/ 240 w 7980"/>
                <a:gd name="p0y11" fmla="*/ 0 h 30"/>
                <a:gd name="p0x12" fmla="*/ 240 w 7980"/>
                <a:gd name="p0y12" fmla="*/ 30 h 30"/>
                <a:gd name="p0x13" fmla="*/ 180 w 7980"/>
                <a:gd name="p0y13" fmla="*/ 30 h 30"/>
                <a:gd name="p0x14" fmla="*/ 180 w 7980"/>
                <a:gd name="p0y14" fmla="*/ 0 h 30"/>
                <a:gd name="p0x15" fmla="*/ 270 w 7980"/>
                <a:gd name="p0y15" fmla="*/ 0 h 30"/>
                <a:gd name="p0x16" fmla="*/ 330 w 7980"/>
                <a:gd name="p0y16" fmla="*/ 0 h 30"/>
                <a:gd name="p0x17" fmla="*/ 330 w 7980"/>
                <a:gd name="p0y17" fmla="*/ 30 h 30"/>
                <a:gd name="p0x18" fmla="*/ 270 w 7980"/>
                <a:gd name="p0y18" fmla="*/ 30 h 30"/>
                <a:gd name="p0x19" fmla="*/ 270 w 7980"/>
                <a:gd name="p0y19" fmla="*/ 0 h 30"/>
                <a:gd name="p0x20" fmla="*/ 360 w 7980"/>
                <a:gd name="p0y20" fmla="*/ 0 h 30"/>
                <a:gd name="p0x21" fmla="*/ 420 w 7980"/>
                <a:gd name="p0y21" fmla="*/ 0 h 30"/>
                <a:gd name="p0x22" fmla="*/ 420 w 7980"/>
                <a:gd name="p0y22" fmla="*/ 30 h 30"/>
                <a:gd name="p0x23" fmla="*/ 360 w 7980"/>
                <a:gd name="p0y23" fmla="*/ 30 h 30"/>
                <a:gd name="p0x24" fmla="*/ 360 w 7980"/>
                <a:gd name="p0y24" fmla="*/ 0 h 30"/>
                <a:gd name="p0x25" fmla="*/ 450 w 7980"/>
                <a:gd name="p0y25" fmla="*/ 0 h 30"/>
                <a:gd name="p0x26" fmla="*/ 510 w 7980"/>
                <a:gd name="p0y26" fmla="*/ 0 h 30"/>
                <a:gd name="p0x27" fmla="*/ 510 w 7980"/>
                <a:gd name="p0y27" fmla="*/ 30 h 30"/>
                <a:gd name="p0x28" fmla="*/ 449 w 7980"/>
                <a:gd name="p0y28" fmla="*/ 30 h 30"/>
                <a:gd name="p0x29" fmla="*/ 450 w 7980"/>
                <a:gd name="p0y29" fmla="*/ 0 h 30"/>
                <a:gd name="p0x30" fmla="*/ 540 w 7980"/>
                <a:gd name="p0y30" fmla="*/ 0 h 30"/>
                <a:gd name="p0x31" fmla="*/ 600 w 7980"/>
                <a:gd name="p0y31" fmla="*/ 0 h 30"/>
                <a:gd name="p0x32" fmla="*/ 600 w 7980"/>
                <a:gd name="p0y32" fmla="*/ 30 h 30"/>
                <a:gd name="p0x33" fmla="*/ 540 w 7980"/>
                <a:gd name="p0y33" fmla="*/ 30 h 30"/>
                <a:gd name="p0x34" fmla="*/ 540 w 7980"/>
                <a:gd name="p0y34" fmla="*/ 0 h 30"/>
                <a:gd name="p0x35" fmla="*/ 629 w 7980"/>
                <a:gd name="p0y35" fmla="*/ 0 h 30"/>
                <a:gd name="p0x36" fmla="*/ 690 w 7980"/>
                <a:gd name="p0y36" fmla="*/ 0 h 30"/>
                <a:gd name="p0x37" fmla="*/ 690 w 7980"/>
                <a:gd name="p0y37" fmla="*/ 30 h 30"/>
                <a:gd name="p0x38" fmla="*/ 629 w 7980"/>
                <a:gd name="p0y38" fmla="*/ 30 h 30"/>
                <a:gd name="p0x39" fmla="*/ 629 w 7980"/>
                <a:gd name="p0y39" fmla="*/ 0 h 30"/>
                <a:gd name="p0x40" fmla="*/ 720 w 7980"/>
                <a:gd name="p0y40" fmla="*/ 0 h 30"/>
                <a:gd name="p0x41" fmla="*/ 779 w 7980"/>
                <a:gd name="p0y41" fmla="*/ 0 h 30"/>
                <a:gd name="p0x42" fmla="*/ 779 w 7980"/>
                <a:gd name="p0y42" fmla="*/ 30 h 30"/>
                <a:gd name="p0x43" fmla="*/ 720 w 7980"/>
                <a:gd name="p0y43" fmla="*/ 30 h 30"/>
                <a:gd name="p0x44" fmla="*/ 720 w 7980"/>
                <a:gd name="p0y44" fmla="*/ 0 h 30"/>
                <a:gd name="p0x45" fmla="*/ 810 w 7980"/>
                <a:gd name="p0y45" fmla="*/ 0 h 30"/>
                <a:gd name="p0x46" fmla="*/ 870 w 7980"/>
                <a:gd name="p0y46" fmla="*/ 0 h 30"/>
                <a:gd name="p0x47" fmla="*/ 870 w 7980"/>
                <a:gd name="p0y47" fmla="*/ 30 h 30"/>
                <a:gd name="p0x48" fmla="*/ 810 w 7980"/>
                <a:gd name="p0y48" fmla="*/ 30 h 30"/>
                <a:gd name="p0x49" fmla="*/ 810 w 7980"/>
                <a:gd name="p0y49" fmla="*/ 0 h 30"/>
                <a:gd name="p0x50" fmla="*/ 900 w 7980"/>
                <a:gd name="p0y50" fmla="*/ 0 h 30"/>
                <a:gd name="p0x51" fmla="*/ 960 w 7980"/>
                <a:gd name="p0y51" fmla="*/ 0 h 30"/>
                <a:gd name="p0x52" fmla="*/ 960 w 7980"/>
                <a:gd name="p0y52" fmla="*/ 30 h 30"/>
                <a:gd name="p0x53" fmla="*/ 900 w 7980"/>
                <a:gd name="p0y53" fmla="*/ 30 h 30"/>
                <a:gd name="p0x54" fmla="*/ 900 w 7980"/>
                <a:gd name="p0y54" fmla="*/ 0 h 30"/>
                <a:gd name="p0x55" fmla="*/ 989 w 7980"/>
                <a:gd name="p0y55" fmla="*/ 0 h 30"/>
                <a:gd name="p0x56" fmla="*/ 1050 w 7980"/>
                <a:gd name="p0y56" fmla="*/ 0 h 30"/>
                <a:gd name="p0x57" fmla="*/ 1050 w 7980"/>
                <a:gd name="p0y57" fmla="*/ 30 h 30"/>
                <a:gd name="p0x58" fmla="*/ 989 w 7980"/>
                <a:gd name="p0y58" fmla="*/ 30 h 30"/>
                <a:gd name="p0x59" fmla="*/ 989 w 7980"/>
                <a:gd name="p0y59" fmla="*/ 0 h 30"/>
                <a:gd name="p0x60" fmla="*/ 1080 w 7980"/>
                <a:gd name="p0y60" fmla="*/ 0 h 30"/>
                <a:gd name="p0x61" fmla="*/ 1140 w 7980"/>
                <a:gd name="p0y61" fmla="*/ 0 h 30"/>
                <a:gd name="p0x62" fmla="*/ 1140 w 7980"/>
                <a:gd name="p0y62" fmla="*/ 30 h 30"/>
                <a:gd name="p0x63" fmla="*/ 1080 w 7980"/>
                <a:gd name="p0y63" fmla="*/ 30 h 30"/>
                <a:gd name="p0x64" fmla="*/ 1080 w 7980"/>
                <a:gd name="p0y64" fmla="*/ 0 h 30"/>
                <a:gd name="p0x65" fmla="*/ 1170 w 7980"/>
                <a:gd name="p0y65" fmla="*/ 0 h 30"/>
                <a:gd name="p0x66" fmla="*/ 1230 w 7980"/>
                <a:gd name="p0y66" fmla="*/ 0 h 30"/>
                <a:gd name="p0x67" fmla="*/ 1230 w 7980"/>
                <a:gd name="p0y67" fmla="*/ 30 h 30"/>
                <a:gd name="p0x68" fmla="*/ 1170 w 7980"/>
                <a:gd name="p0y68" fmla="*/ 30 h 30"/>
                <a:gd name="p0x69" fmla="*/ 1170 w 7980"/>
                <a:gd name="p0y69" fmla="*/ 0 h 30"/>
                <a:gd name="p0x70" fmla="*/ 1259 w 7980"/>
                <a:gd name="p0y70" fmla="*/ 0 h 30"/>
                <a:gd name="p0x71" fmla="*/ 1320 w 7980"/>
                <a:gd name="p0y71" fmla="*/ 0 h 30"/>
                <a:gd name="p0x72" fmla="*/ 1320 w 7980"/>
                <a:gd name="p0y72" fmla="*/ 30 h 30"/>
                <a:gd name="p0x73" fmla="*/ 1259 w 7980"/>
                <a:gd name="p0y73" fmla="*/ 30 h 30"/>
                <a:gd name="p0x74" fmla="*/ 1259 w 7980"/>
                <a:gd name="p0y74" fmla="*/ 0 h 30"/>
                <a:gd name="p0x75" fmla="*/ 1350 w 7980"/>
                <a:gd name="p0y75" fmla="*/ 0 h 30"/>
                <a:gd name="p0x76" fmla="*/ 1410 w 7980"/>
                <a:gd name="p0y76" fmla="*/ 0 h 30"/>
                <a:gd name="p0x77" fmla="*/ 1410 w 7980"/>
                <a:gd name="p0y77" fmla="*/ 30 h 30"/>
                <a:gd name="p0x78" fmla="*/ 1350 w 7980"/>
                <a:gd name="p0y78" fmla="*/ 30 h 30"/>
                <a:gd name="p0x79" fmla="*/ 1350 w 7980"/>
                <a:gd name="p0y79" fmla="*/ 0 h 30"/>
                <a:gd name="p0x80" fmla="*/ 1440 w 7980"/>
                <a:gd name="p0y80" fmla="*/ 0 h 30"/>
                <a:gd name="p0x81" fmla="*/ 1499 w 7980"/>
                <a:gd name="p0y81" fmla="*/ 0 h 30"/>
                <a:gd name="p0x82" fmla="*/ 1499 w 7980"/>
                <a:gd name="p0y82" fmla="*/ 30 h 30"/>
                <a:gd name="p0x83" fmla="*/ 1440 w 7980"/>
                <a:gd name="p0y83" fmla="*/ 30 h 30"/>
                <a:gd name="p0x84" fmla="*/ 1440 w 7980"/>
                <a:gd name="p0y84" fmla="*/ 0 h 30"/>
                <a:gd name="p0x85" fmla="*/ 1530 w 7980"/>
                <a:gd name="p0y85" fmla="*/ 0 h 30"/>
                <a:gd name="p0x86" fmla="*/ 1590 w 7980"/>
                <a:gd name="p0y86" fmla="*/ 0 h 30"/>
                <a:gd name="p0x87" fmla="*/ 1590 w 7980"/>
                <a:gd name="p0y87" fmla="*/ 30 h 30"/>
                <a:gd name="p0x88" fmla="*/ 1530 w 7980"/>
                <a:gd name="p0y88" fmla="*/ 30 h 30"/>
                <a:gd name="p0x89" fmla="*/ 1530 w 7980"/>
                <a:gd name="p0y89" fmla="*/ 0 h 30"/>
                <a:gd name="p0x90" fmla="*/ 1620 w 7980"/>
                <a:gd name="p0y90" fmla="*/ 0 h 30"/>
                <a:gd name="p0x91" fmla="*/ 1680 w 7980"/>
                <a:gd name="p0y91" fmla="*/ 0 h 30"/>
                <a:gd name="p0x92" fmla="*/ 1680 w 7980"/>
                <a:gd name="p0y92" fmla="*/ 30 h 30"/>
                <a:gd name="p0x93" fmla="*/ 1620 w 7980"/>
                <a:gd name="p0y93" fmla="*/ 30 h 30"/>
                <a:gd name="p0x94" fmla="*/ 1620 w 7980"/>
                <a:gd name="p0y94" fmla="*/ 0 h 30"/>
                <a:gd name="p0x95" fmla="*/ 1709 w 7980"/>
                <a:gd name="p0y95" fmla="*/ 0 h 30"/>
                <a:gd name="p0x96" fmla="*/ 1770 w 7980"/>
                <a:gd name="p0y96" fmla="*/ 0 h 30"/>
                <a:gd name="p0x97" fmla="*/ 1770 w 7980"/>
                <a:gd name="p0y97" fmla="*/ 30 h 30"/>
                <a:gd name="p0x98" fmla="*/ 1709 w 7980"/>
                <a:gd name="p0y98" fmla="*/ 30 h 30"/>
                <a:gd name="p0x99" fmla="*/ 1709 w 7980"/>
                <a:gd name="p0y99" fmla="*/ 0 h 30"/>
                <a:gd name="p0x100" fmla="*/ 1800 w 7980"/>
                <a:gd name="p0y100" fmla="*/ 0 h 30"/>
                <a:gd name="p0x101" fmla="*/ 1860 w 7980"/>
                <a:gd name="p0y101" fmla="*/ 0 h 30"/>
                <a:gd name="p0x102" fmla="*/ 1860 w 7980"/>
                <a:gd name="p0y102" fmla="*/ 30 h 30"/>
                <a:gd name="p0x103" fmla="*/ 1800 w 7980"/>
                <a:gd name="p0y103" fmla="*/ 30 h 30"/>
                <a:gd name="p0x104" fmla="*/ 1800 w 7980"/>
                <a:gd name="p0y104" fmla="*/ 0 h 30"/>
                <a:gd name="p0x105" fmla="*/ 1890 w 7980"/>
                <a:gd name="p0y105" fmla="*/ 0 h 30"/>
                <a:gd name="p0x106" fmla="*/ 1950 w 7980"/>
                <a:gd name="p0y106" fmla="*/ 0 h 30"/>
                <a:gd name="p0x107" fmla="*/ 1950 w 7980"/>
                <a:gd name="p0y107" fmla="*/ 30 h 30"/>
                <a:gd name="p0x108" fmla="*/ 1890 w 7980"/>
                <a:gd name="p0y108" fmla="*/ 30 h 30"/>
                <a:gd name="p0x109" fmla="*/ 1890 w 7980"/>
                <a:gd name="p0y109" fmla="*/ 0 h 30"/>
                <a:gd name="p0x110" fmla="*/ 1980 w 7980"/>
                <a:gd name="p0y110" fmla="*/ 0 h 30"/>
                <a:gd name="p0x111" fmla="*/ 2040 w 7980"/>
                <a:gd name="p0y111" fmla="*/ 0 h 30"/>
                <a:gd name="p0x112" fmla="*/ 2040 w 7980"/>
                <a:gd name="p0y112" fmla="*/ 30 h 30"/>
                <a:gd name="p0x113" fmla="*/ 1980 w 7980"/>
                <a:gd name="p0y113" fmla="*/ 30 h 30"/>
                <a:gd name="p0x114" fmla="*/ 1980 w 7980"/>
                <a:gd name="p0y114" fmla="*/ 0 h 30"/>
                <a:gd name="p0x115" fmla="*/ 2070 w 7980"/>
                <a:gd name="p0y115" fmla="*/ 0 h 30"/>
                <a:gd name="p0x116" fmla="*/ 2130 w 7980"/>
                <a:gd name="p0y116" fmla="*/ 0 h 30"/>
                <a:gd name="p0x117" fmla="*/ 2130 w 7980"/>
                <a:gd name="p0y117" fmla="*/ 30 h 30"/>
                <a:gd name="p0x118" fmla="*/ 2070 w 7980"/>
                <a:gd name="p0y118" fmla="*/ 30 h 30"/>
                <a:gd name="p0x119" fmla="*/ 2070 w 7980"/>
                <a:gd name="p0y119" fmla="*/ 0 h 30"/>
                <a:gd name="p0x120" fmla="*/ 2160 w 7980"/>
                <a:gd name="p0y120" fmla="*/ 0 h 30"/>
                <a:gd name="p0x121" fmla="*/ 2220 w 7980"/>
                <a:gd name="p0y121" fmla="*/ 0 h 30"/>
                <a:gd name="p0x122" fmla="*/ 2220 w 7980"/>
                <a:gd name="p0y122" fmla="*/ 30 h 30"/>
                <a:gd name="p0x123" fmla="*/ 2160 w 7980"/>
                <a:gd name="p0y123" fmla="*/ 30 h 30"/>
                <a:gd name="p0x124" fmla="*/ 2160 w 7980"/>
                <a:gd name="p0y124" fmla="*/ 0 h 30"/>
                <a:gd name="p0x125" fmla="*/ 2250 w 7980"/>
                <a:gd name="p0y125" fmla="*/ 0 h 30"/>
                <a:gd name="p0x126" fmla="*/ 2310 w 7980"/>
                <a:gd name="p0y126" fmla="*/ 0 h 30"/>
                <a:gd name="p0x127" fmla="*/ 2310 w 7980"/>
                <a:gd name="p0y127" fmla="*/ 30 h 30"/>
                <a:gd name="p0x128" fmla="*/ 2250 w 7980"/>
                <a:gd name="p0y128" fmla="*/ 30 h 30"/>
                <a:gd name="p0x129" fmla="*/ 2250 w 7980"/>
                <a:gd name="p0y129" fmla="*/ 0 h 30"/>
                <a:gd name="p0x130" fmla="*/ 2340 w 7980"/>
                <a:gd name="p0y130" fmla="*/ 0 h 30"/>
                <a:gd name="p0x131" fmla="*/ 2400 w 7980"/>
                <a:gd name="p0y131" fmla="*/ 0 h 30"/>
                <a:gd name="p0x132" fmla="*/ 2400 w 7980"/>
                <a:gd name="p0y132" fmla="*/ 30 h 30"/>
                <a:gd name="p0x133" fmla="*/ 2340 w 7980"/>
                <a:gd name="p0y133" fmla="*/ 30 h 30"/>
                <a:gd name="p0x134" fmla="*/ 2340 w 7980"/>
                <a:gd name="p0y134" fmla="*/ 0 h 30"/>
                <a:gd name="p0x135" fmla="*/ 2430 w 7980"/>
                <a:gd name="p0y135" fmla="*/ 0 h 30"/>
                <a:gd name="p0x136" fmla="*/ 2490 w 7980"/>
                <a:gd name="p0y136" fmla="*/ 0 h 30"/>
                <a:gd name="p0x137" fmla="*/ 2490 w 7980"/>
                <a:gd name="p0y137" fmla="*/ 30 h 30"/>
                <a:gd name="p0x138" fmla="*/ 2430 w 7980"/>
                <a:gd name="p0y138" fmla="*/ 30 h 30"/>
                <a:gd name="p0x139" fmla="*/ 2430 w 7980"/>
                <a:gd name="p0y139" fmla="*/ 0 h 30"/>
                <a:gd name="p0x140" fmla="*/ 2520 w 7980"/>
                <a:gd name="p0y140" fmla="*/ 0 h 30"/>
                <a:gd name="p0x141" fmla="*/ 2580 w 7980"/>
                <a:gd name="p0y141" fmla="*/ 0 h 30"/>
                <a:gd name="p0x142" fmla="*/ 2580 w 7980"/>
                <a:gd name="p0y142" fmla="*/ 30 h 30"/>
                <a:gd name="p0x143" fmla="*/ 2520 w 7980"/>
                <a:gd name="p0y143" fmla="*/ 30 h 30"/>
                <a:gd name="p0x144" fmla="*/ 2520 w 7980"/>
                <a:gd name="p0y144" fmla="*/ 0 h 30"/>
                <a:gd name="p0x145" fmla="*/ 2610 w 7980"/>
                <a:gd name="p0y145" fmla="*/ 0 h 30"/>
                <a:gd name="p0x146" fmla="*/ 2670 w 7980"/>
                <a:gd name="p0y146" fmla="*/ 0 h 30"/>
                <a:gd name="p0x147" fmla="*/ 2670 w 7980"/>
                <a:gd name="p0y147" fmla="*/ 30 h 30"/>
                <a:gd name="p0x148" fmla="*/ 2610 w 7980"/>
                <a:gd name="p0y148" fmla="*/ 30 h 30"/>
                <a:gd name="p0x149" fmla="*/ 2610 w 7980"/>
                <a:gd name="p0y149" fmla="*/ 0 h 30"/>
                <a:gd name="p0x150" fmla="*/ 2700 w 7980"/>
                <a:gd name="p0y150" fmla="*/ 0 h 30"/>
                <a:gd name="p0x151" fmla="*/ 2760 w 7980"/>
                <a:gd name="p0y151" fmla="*/ 0 h 30"/>
                <a:gd name="p0x152" fmla="*/ 2760 w 7980"/>
                <a:gd name="p0y152" fmla="*/ 30 h 30"/>
                <a:gd name="p0x153" fmla="*/ 2700 w 7980"/>
                <a:gd name="p0y153" fmla="*/ 30 h 30"/>
                <a:gd name="p0x154" fmla="*/ 2700 w 7980"/>
                <a:gd name="p0y154" fmla="*/ 0 h 30"/>
                <a:gd name="p0x155" fmla="*/ 2790 w 7980"/>
                <a:gd name="p0y155" fmla="*/ 0 h 30"/>
                <a:gd name="p0x156" fmla="*/ 2850 w 7980"/>
                <a:gd name="p0y156" fmla="*/ 0 h 30"/>
                <a:gd name="p0x157" fmla="*/ 2850 w 7980"/>
                <a:gd name="p0y157" fmla="*/ 30 h 30"/>
                <a:gd name="p0x158" fmla="*/ 2790 w 7980"/>
                <a:gd name="p0y158" fmla="*/ 30 h 30"/>
                <a:gd name="p0x159" fmla="*/ 2790 w 7980"/>
                <a:gd name="p0y159" fmla="*/ 0 h 30"/>
                <a:gd name="p0x160" fmla="*/ 2880 w 7980"/>
                <a:gd name="p0y160" fmla="*/ 0 h 30"/>
                <a:gd name="p0x161" fmla="*/ 2940 w 7980"/>
                <a:gd name="p0y161" fmla="*/ 0 h 30"/>
                <a:gd name="p0x162" fmla="*/ 2940 w 7980"/>
                <a:gd name="p0y162" fmla="*/ 30 h 30"/>
                <a:gd name="p0x163" fmla="*/ 2880 w 7980"/>
                <a:gd name="p0y163" fmla="*/ 30 h 30"/>
                <a:gd name="p0x164" fmla="*/ 2880 w 7980"/>
                <a:gd name="p0y164" fmla="*/ 0 h 30"/>
                <a:gd name="p0x165" fmla="*/ 2970 w 7980"/>
                <a:gd name="p0y165" fmla="*/ 0 h 30"/>
                <a:gd name="p0x166" fmla="*/ 3030 w 7980"/>
                <a:gd name="p0y166" fmla="*/ 0 h 30"/>
                <a:gd name="p0x167" fmla="*/ 3030 w 7980"/>
                <a:gd name="p0y167" fmla="*/ 30 h 30"/>
                <a:gd name="p0x168" fmla="*/ 2970 w 7980"/>
                <a:gd name="p0y168" fmla="*/ 30 h 30"/>
                <a:gd name="p0x169" fmla="*/ 2970 w 7980"/>
                <a:gd name="p0y169" fmla="*/ 0 h 30"/>
                <a:gd name="p0x170" fmla="*/ 3060 w 7980"/>
                <a:gd name="p0y170" fmla="*/ 0 h 30"/>
                <a:gd name="p0x171" fmla="*/ 3120 w 7980"/>
                <a:gd name="p0y171" fmla="*/ 0 h 30"/>
                <a:gd name="p0x172" fmla="*/ 3120 w 7980"/>
                <a:gd name="p0y172" fmla="*/ 30 h 30"/>
                <a:gd name="p0x173" fmla="*/ 3060 w 7980"/>
                <a:gd name="p0y173" fmla="*/ 30 h 30"/>
                <a:gd name="p0x174" fmla="*/ 3060 w 7980"/>
                <a:gd name="p0y174" fmla="*/ 0 h 30"/>
                <a:gd name="p0x175" fmla="*/ 3150 w 7980"/>
                <a:gd name="p0y175" fmla="*/ 0 h 30"/>
                <a:gd name="p0x176" fmla="*/ 3210 w 7980"/>
                <a:gd name="p0y176" fmla="*/ 0 h 30"/>
                <a:gd name="p0x177" fmla="*/ 3210 w 7980"/>
                <a:gd name="p0y177" fmla="*/ 30 h 30"/>
                <a:gd name="p0x178" fmla="*/ 3150 w 7980"/>
                <a:gd name="p0y178" fmla="*/ 30 h 30"/>
                <a:gd name="p0x179" fmla="*/ 3150 w 7980"/>
                <a:gd name="p0y179" fmla="*/ 0 h 30"/>
                <a:gd name="p0x180" fmla="*/ 3240 w 7980"/>
                <a:gd name="p0y180" fmla="*/ 0 h 30"/>
                <a:gd name="p0x181" fmla="*/ 3300 w 7980"/>
                <a:gd name="p0y181" fmla="*/ 0 h 30"/>
                <a:gd name="p0x182" fmla="*/ 3300 w 7980"/>
                <a:gd name="p0y182" fmla="*/ 30 h 30"/>
                <a:gd name="p0x183" fmla="*/ 3240 w 7980"/>
                <a:gd name="p0y183" fmla="*/ 30 h 30"/>
                <a:gd name="p0x184" fmla="*/ 3240 w 7980"/>
                <a:gd name="p0y184" fmla="*/ 0 h 30"/>
                <a:gd name="p0x185" fmla="*/ 3330 w 7980"/>
                <a:gd name="p0y185" fmla="*/ 0 h 30"/>
                <a:gd name="p0x186" fmla="*/ 3390 w 7980"/>
                <a:gd name="p0y186" fmla="*/ 0 h 30"/>
                <a:gd name="p0x187" fmla="*/ 3390 w 7980"/>
                <a:gd name="p0y187" fmla="*/ 30 h 30"/>
                <a:gd name="p0x188" fmla="*/ 3330 w 7980"/>
                <a:gd name="p0y188" fmla="*/ 30 h 30"/>
                <a:gd name="p0x189" fmla="*/ 3330 w 7980"/>
                <a:gd name="p0y189" fmla="*/ 0 h 30"/>
                <a:gd name="p0x190" fmla="*/ 3420 w 7980"/>
                <a:gd name="p0y190" fmla="*/ 0 h 30"/>
                <a:gd name="p0x191" fmla="*/ 3480 w 7980"/>
                <a:gd name="p0y191" fmla="*/ 0 h 30"/>
                <a:gd name="p0x192" fmla="*/ 3480 w 7980"/>
                <a:gd name="p0y192" fmla="*/ 30 h 30"/>
                <a:gd name="p0x193" fmla="*/ 3420 w 7980"/>
                <a:gd name="p0y193" fmla="*/ 30 h 30"/>
                <a:gd name="p0x194" fmla="*/ 3420 w 7980"/>
                <a:gd name="p0y194" fmla="*/ 0 h 30"/>
                <a:gd name="p0x195" fmla="*/ 3510 w 7980"/>
                <a:gd name="p0y195" fmla="*/ 0 h 30"/>
                <a:gd name="p0x196" fmla="*/ 3570 w 7980"/>
                <a:gd name="p0y196" fmla="*/ 0 h 30"/>
                <a:gd name="p0x197" fmla="*/ 3570 w 7980"/>
                <a:gd name="p0y197" fmla="*/ 30 h 30"/>
                <a:gd name="p0x198" fmla="*/ 3510 w 7980"/>
                <a:gd name="p0y198" fmla="*/ 30 h 30"/>
                <a:gd name="p0x199" fmla="*/ 3510 w 7980"/>
                <a:gd name="p0y199" fmla="*/ 0 h 30"/>
                <a:gd name="p0x200" fmla="*/ 3600 w 7980"/>
                <a:gd name="p0y200" fmla="*/ 0 h 30"/>
                <a:gd name="p0x201" fmla="*/ 3660 w 7980"/>
                <a:gd name="p0y201" fmla="*/ 0 h 30"/>
                <a:gd name="p0x202" fmla="*/ 3660 w 7980"/>
                <a:gd name="p0y202" fmla="*/ 30 h 30"/>
                <a:gd name="p0x203" fmla="*/ 3600 w 7980"/>
                <a:gd name="p0y203" fmla="*/ 30 h 30"/>
                <a:gd name="p0x204" fmla="*/ 3600 w 7980"/>
                <a:gd name="p0y204" fmla="*/ 0 h 30"/>
                <a:gd name="p0x205" fmla="*/ 3690 w 7980"/>
                <a:gd name="p0y205" fmla="*/ 0 h 30"/>
                <a:gd name="p0x206" fmla="*/ 3750 w 7980"/>
                <a:gd name="p0y206" fmla="*/ 0 h 30"/>
                <a:gd name="p0x207" fmla="*/ 3750 w 7980"/>
                <a:gd name="p0y207" fmla="*/ 30 h 30"/>
                <a:gd name="p0x208" fmla="*/ 3690 w 7980"/>
                <a:gd name="p0y208" fmla="*/ 30 h 30"/>
                <a:gd name="p0x209" fmla="*/ 3690 w 7980"/>
                <a:gd name="p0y209" fmla="*/ 0 h 30"/>
                <a:gd name="p0x210" fmla="*/ 3780 w 7980"/>
                <a:gd name="p0y210" fmla="*/ 0 h 30"/>
                <a:gd name="p0x211" fmla="*/ 3840 w 7980"/>
                <a:gd name="p0y211" fmla="*/ 0 h 30"/>
                <a:gd name="p0x212" fmla="*/ 3840 w 7980"/>
                <a:gd name="p0y212" fmla="*/ 30 h 30"/>
                <a:gd name="p0x213" fmla="*/ 3780 w 7980"/>
                <a:gd name="p0y213" fmla="*/ 30 h 30"/>
                <a:gd name="p0x214" fmla="*/ 3780 w 7980"/>
                <a:gd name="p0y214" fmla="*/ 0 h 30"/>
                <a:gd name="p0x215" fmla="*/ 3870 w 7980"/>
                <a:gd name="p0y215" fmla="*/ 0 h 30"/>
                <a:gd name="p0x216" fmla="*/ 3930 w 7980"/>
                <a:gd name="p0y216" fmla="*/ 0 h 30"/>
                <a:gd name="p0x217" fmla="*/ 3930 w 7980"/>
                <a:gd name="p0y217" fmla="*/ 30 h 30"/>
                <a:gd name="p0x218" fmla="*/ 3870 w 7980"/>
                <a:gd name="p0y218" fmla="*/ 30 h 30"/>
                <a:gd name="p0x219" fmla="*/ 3870 w 7980"/>
                <a:gd name="p0y219" fmla="*/ 0 h 30"/>
                <a:gd name="p0x220" fmla="*/ 3960 w 7980"/>
                <a:gd name="p0y220" fmla="*/ 0 h 30"/>
                <a:gd name="p0x221" fmla="*/ 4020 w 7980"/>
                <a:gd name="p0y221" fmla="*/ 0 h 30"/>
                <a:gd name="p0x222" fmla="*/ 4020 w 7980"/>
                <a:gd name="p0y222" fmla="*/ 30 h 30"/>
                <a:gd name="p0x223" fmla="*/ 3960 w 7980"/>
                <a:gd name="p0y223" fmla="*/ 30 h 30"/>
                <a:gd name="p0x224" fmla="*/ 3960 w 7980"/>
                <a:gd name="p0y224" fmla="*/ 0 h 30"/>
                <a:gd name="p0x225" fmla="*/ 4050 w 7980"/>
                <a:gd name="p0y225" fmla="*/ 0 h 30"/>
                <a:gd name="p0x226" fmla="*/ 4110 w 7980"/>
                <a:gd name="p0y226" fmla="*/ 0 h 30"/>
                <a:gd name="p0x227" fmla="*/ 4110 w 7980"/>
                <a:gd name="p0y227" fmla="*/ 30 h 30"/>
                <a:gd name="p0x228" fmla="*/ 4050 w 7980"/>
                <a:gd name="p0y228" fmla="*/ 30 h 30"/>
                <a:gd name="p0x229" fmla="*/ 4050 w 7980"/>
                <a:gd name="p0y229" fmla="*/ 0 h 30"/>
                <a:gd name="p0x230" fmla="*/ 4140 w 7980"/>
                <a:gd name="p0y230" fmla="*/ 0 h 30"/>
                <a:gd name="p0x231" fmla="*/ 4200 w 7980"/>
                <a:gd name="p0y231" fmla="*/ 0 h 30"/>
                <a:gd name="p0x232" fmla="*/ 4200 w 7980"/>
                <a:gd name="p0y232" fmla="*/ 30 h 30"/>
                <a:gd name="p0x233" fmla="*/ 4140 w 7980"/>
                <a:gd name="p0y233" fmla="*/ 30 h 30"/>
                <a:gd name="p0x234" fmla="*/ 4140 w 7980"/>
                <a:gd name="p0y234" fmla="*/ 0 h 30"/>
                <a:gd name="p0x235" fmla="*/ 4230 w 7980"/>
                <a:gd name="p0y235" fmla="*/ 0 h 30"/>
                <a:gd name="p0x236" fmla="*/ 4290 w 7980"/>
                <a:gd name="p0y236" fmla="*/ 0 h 30"/>
                <a:gd name="p0x237" fmla="*/ 4290 w 7980"/>
                <a:gd name="p0y237" fmla="*/ 30 h 30"/>
                <a:gd name="p0x238" fmla="*/ 4230 w 7980"/>
                <a:gd name="p0y238" fmla="*/ 30 h 30"/>
                <a:gd name="p0x239" fmla="*/ 4230 w 7980"/>
                <a:gd name="p0y239" fmla="*/ 0 h 30"/>
                <a:gd name="p0x240" fmla="*/ 4320 w 7980"/>
                <a:gd name="p0y240" fmla="*/ 0 h 30"/>
                <a:gd name="p0x241" fmla="*/ 4380 w 7980"/>
                <a:gd name="p0y241" fmla="*/ 0 h 30"/>
                <a:gd name="p0x242" fmla="*/ 4380 w 7980"/>
                <a:gd name="p0y242" fmla="*/ 30 h 30"/>
                <a:gd name="p0x243" fmla="*/ 4320 w 7980"/>
                <a:gd name="p0y243" fmla="*/ 30 h 30"/>
                <a:gd name="p0x244" fmla="*/ 4320 w 7980"/>
                <a:gd name="p0y244" fmla="*/ 0 h 30"/>
                <a:gd name="p0x245" fmla="*/ 4410 w 7980"/>
                <a:gd name="p0y245" fmla="*/ 0 h 30"/>
                <a:gd name="p0x246" fmla="*/ 4470 w 7980"/>
                <a:gd name="p0y246" fmla="*/ 0 h 30"/>
                <a:gd name="p0x247" fmla="*/ 4470 w 7980"/>
                <a:gd name="p0y247" fmla="*/ 30 h 30"/>
                <a:gd name="p0x248" fmla="*/ 4410 w 7980"/>
                <a:gd name="p0y248" fmla="*/ 30 h 30"/>
                <a:gd name="p0x249" fmla="*/ 4410 w 7980"/>
                <a:gd name="p0y249" fmla="*/ 0 h 30"/>
                <a:gd name="p0x250" fmla="*/ 4500 w 7980"/>
                <a:gd name="p0y250" fmla="*/ 0 h 30"/>
                <a:gd name="p0x251" fmla="*/ 4560 w 7980"/>
                <a:gd name="p0y251" fmla="*/ 0 h 30"/>
                <a:gd name="p0x252" fmla="*/ 4560 w 7980"/>
                <a:gd name="p0y252" fmla="*/ 30 h 30"/>
                <a:gd name="p0x253" fmla="*/ 4500 w 7980"/>
                <a:gd name="p0y253" fmla="*/ 30 h 30"/>
                <a:gd name="p0x254" fmla="*/ 4500 w 7980"/>
                <a:gd name="p0y254" fmla="*/ 0 h 30"/>
                <a:gd name="p0x255" fmla="*/ 4590 w 7980"/>
                <a:gd name="p0y255" fmla="*/ 0 h 30"/>
                <a:gd name="p0x256" fmla="*/ 4650 w 7980"/>
                <a:gd name="p0y256" fmla="*/ 0 h 30"/>
                <a:gd name="p0x257" fmla="*/ 4650 w 7980"/>
                <a:gd name="p0y257" fmla="*/ 30 h 30"/>
                <a:gd name="p0x258" fmla="*/ 4590 w 7980"/>
                <a:gd name="p0y258" fmla="*/ 30 h 30"/>
                <a:gd name="p0x259" fmla="*/ 4590 w 7980"/>
                <a:gd name="p0y259" fmla="*/ 0 h 30"/>
                <a:gd name="p0x260" fmla="*/ 4680 w 7980"/>
                <a:gd name="p0y260" fmla="*/ 0 h 30"/>
                <a:gd name="p0x261" fmla="*/ 4740 w 7980"/>
                <a:gd name="p0y261" fmla="*/ 0 h 30"/>
                <a:gd name="p0x262" fmla="*/ 4740 w 7980"/>
                <a:gd name="p0y262" fmla="*/ 30 h 30"/>
                <a:gd name="p0x263" fmla="*/ 4680 w 7980"/>
                <a:gd name="p0y263" fmla="*/ 30 h 30"/>
                <a:gd name="p0x264" fmla="*/ 4680 w 7980"/>
                <a:gd name="p0y264" fmla="*/ 0 h 30"/>
                <a:gd name="p0x265" fmla="*/ 4770 w 7980"/>
                <a:gd name="p0y265" fmla="*/ 0 h 30"/>
                <a:gd name="p0x266" fmla="*/ 4830 w 7980"/>
                <a:gd name="p0y266" fmla="*/ 0 h 30"/>
                <a:gd name="p0x267" fmla="*/ 4830 w 7980"/>
                <a:gd name="p0y267" fmla="*/ 30 h 30"/>
                <a:gd name="p0x268" fmla="*/ 4770 w 7980"/>
                <a:gd name="p0y268" fmla="*/ 30 h 30"/>
                <a:gd name="p0x269" fmla="*/ 4770 w 7980"/>
                <a:gd name="p0y269" fmla="*/ 0 h 30"/>
                <a:gd name="p0x270" fmla="*/ 4860 w 7980"/>
                <a:gd name="p0y270" fmla="*/ 0 h 30"/>
                <a:gd name="p0x271" fmla="*/ 4920 w 7980"/>
                <a:gd name="p0y271" fmla="*/ 0 h 30"/>
                <a:gd name="p0x272" fmla="*/ 4920 w 7980"/>
                <a:gd name="p0y272" fmla="*/ 30 h 30"/>
                <a:gd name="p0x273" fmla="*/ 4860 w 7980"/>
                <a:gd name="p0y273" fmla="*/ 30 h 30"/>
                <a:gd name="p0x274" fmla="*/ 4860 w 7980"/>
                <a:gd name="p0y274" fmla="*/ 0 h 30"/>
                <a:gd name="p0x275" fmla="*/ 4950 w 7980"/>
                <a:gd name="p0y275" fmla="*/ 0 h 30"/>
                <a:gd name="p0x276" fmla="*/ 5010 w 7980"/>
                <a:gd name="p0y276" fmla="*/ 0 h 30"/>
                <a:gd name="p0x277" fmla="*/ 5010 w 7980"/>
                <a:gd name="p0y277" fmla="*/ 30 h 30"/>
                <a:gd name="p0x278" fmla="*/ 4950 w 7980"/>
                <a:gd name="p0y278" fmla="*/ 30 h 30"/>
                <a:gd name="p0x279" fmla="*/ 4950 w 7980"/>
                <a:gd name="p0y279" fmla="*/ 0 h 30"/>
                <a:gd name="p0x280" fmla="*/ 5040 w 7980"/>
                <a:gd name="p0y280" fmla="*/ 0 h 30"/>
                <a:gd name="p0x281" fmla="*/ 5100 w 7980"/>
                <a:gd name="p0y281" fmla="*/ 0 h 30"/>
                <a:gd name="p0x282" fmla="*/ 5100 w 7980"/>
                <a:gd name="p0y282" fmla="*/ 30 h 30"/>
                <a:gd name="p0x283" fmla="*/ 5040 w 7980"/>
                <a:gd name="p0y283" fmla="*/ 30 h 30"/>
                <a:gd name="p0x284" fmla="*/ 5040 w 7980"/>
                <a:gd name="p0y284" fmla="*/ 0 h 30"/>
                <a:gd name="p0x285" fmla="*/ 5130 w 7980"/>
                <a:gd name="p0y285" fmla="*/ 0 h 30"/>
                <a:gd name="p0x286" fmla="*/ 5190 w 7980"/>
                <a:gd name="p0y286" fmla="*/ 0 h 30"/>
                <a:gd name="p0x287" fmla="*/ 5190 w 7980"/>
                <a:gd name="p0y287" fmla="*/ 30 h 30"/>
                <a:gd name="p0x288" fmla="*/ 5130 w 7980"/>
                <a:gd name="p0y288" fmla="*/ 30 h 30"/>
                <a:gd name="p0x289" fmla="*/ 5130 w 7980"/>
                <a:gd name="p0y289" fmla="*/ 0 h 30"/>
                <a:gd name="p0x290" fmla="*/ 5220 w 7980"/>
                <a:gd name="p0y290" fmla="*/ 0 h 30"/>
                <a:gd name="p0x291" fmla="*/ 5280 w 7980"/>
                <a:gd name="p0y291" fmla="*/ 0 h 30"/>
                <a:gd name="p0x292" fmla="*/ 5280 w 7980"/>
                <a:gd name="p0y292" fmla="*/ 30 h 30"/>
                <a:gd name="p0x293" fmla="*/ 5220 w 7980"/>
                <a:gd name="p0y293" fmla="*/ 30 h 30"/>
                <a:gd name="p0x294" fmla="*/ 5220 w 7980"/>
                <a:gd name="p0y294" fmla="*/ 0 h 30"/>
                <a:gd name="p0x295" fmla="*/ 5310 w 7980"/>
                <a:gd name="p0y295" fmla="*/ 0 h 30"/>
                <a:gd name="p0x296" fmla="*/ 5370 w 7980"/>
                <a:gd name="p0y296" fmla="*/ 0 h 30"/>
                <a:gd name="p0x297" fmla="*/ 5370 w 7980"/>
                <a:gd name="p0y297" fmla="*/ 30 h 30"/>
                <a:gd name="p0x298" fmla="*/ 5310 w 7980"/>
                <a:gd name="p0y298" fmla="*/ 30 h 30"/>
                <a:gd name="p0x299" fmla="*/ 5310 w 7980"/>
                <a:gd name="p0y299" fmla="*/ 0 h 30"/>
                <a:gd name="p0x300" fmla="*/ 5400 w 7980"/>
                <a:gd name="p0y300" fmla="*/ 0 h 30"/>
                <a:gd name="p0x301" fmla="*/ 5460 w 7980"/>
                <a:gd name="p0y301" fmla="*/ 0 h 30"/>
                <a:gd name="p0x302" fmla="*/ 5460 w 7980"/>
                <a:gd name="p0y302" fmla="*/ 30 h 30"/>
                <a:gd name="p0x303" fmla="*/ 5400 w 7980"/>
                <a:gd name="p0y303" fmla="*/ 30 h 30"/>
                <a:gd name="p0x304" fmla="*/ 5400 w 7980"/>
                <a:gd name="p0y304" fmla="*/ 0 h 30"/>
                <a:gd name="p0x305" fmla="*/ 5490 w 7980"/>
                <a:gd name="p0y305" fmla="*/ 0 h 30"/>
                <a:gd name="p0x306" fmla="*/ 5550 w 7980"/>
                <a:gd name="p0y306" fmla="*/ 0 h 30"/>
                <a:gd name="p0x307" fmla="*/ 5550 w 7980"/>
                <a:gd name="p0y307" fmla="*/ 30 h 30"/>
                <a:gd name="p0x308" fmla="*/ 5490 w 7980"/>
                <a:gd name="p0y308" fmla="*/ 30 h 30"/>
                <a:gd name="p0x309" fmla="*/ 5490 w 7980"/>
                <a:gd name="p0y309" fmla="*/ 0 h 30"/>
                <a:gd name="p0x310" fmla="*/ 5580 w 7980"/>
                <a:gd name="p0y310" fmla="*/ 0 h 30"/>
                <a:gd name="p0x311" fmla="*/ 5640 w 7980"/>
                <a:gd name="p0y311" fmla="*/ 0 h 30"/>
                <a:gd name="p0x312" fmla="*/ 5640 w 7980"/>
                <a:gd name="p0y312" fmla="*/ 30 h 30"/>
                <a:gd name="p0x313" fmla="*/ 5580 w 7980"/>
                <a:gd name="p0y313" fmla="*/ 30 h 30"/>
                <a:gd name="p0x314" fmla="*/ 5580 w 7980"/>
                <a:gd name="p0y314" fmla="*/ 0 h 30"/>
                <a:gd name="p0x315" fmla="*/ 5670 w 7980"/>
                <a:gd name="p0y315" fmla="*/ 0 h 30"/>
                <a:gd name="p0x316" fmla="*/ 5730 w 7980"/>
                <a:gd name="p0y316" fmla="*/ 0 h 30"/>
                <a:gd name="p0x317" fmla="*/ 5730 w 7980"/>
                <a:gd name="p0y317" fmla="*/ 30 h 30"/>
                <a:gd name="p0x318" fmla="*/ 5670 w 7980"/>
                <a:gd name="p0y318" fmla="*/ 30 h 30"/>
                <a:gd name="p0x319" fmla="*/ 5670 w 7980"/>
                <a:gd name="p0y319" fmla="*/ 0 h 30"/>
                <a:gd name="p0x320" fmla="*/ 5760 w 7980"/>
                <a:gd name="p0y320" fmla="*/ 0 h 30"/>
                <a:gd name="p0x321" fmla="*/ 5820 w 7980"/>
                <a:gd name="p0y321" fmla="*/ 0 h 30"/>
                <a:gd name="p0x322" fmla="*/ 5820 w 7980"/>
                <a:gd name="p0y322" fmla="*/ 30 h 30"/>
                <a:gd name="p0x323" fmla="*/ 5760 w 7980"/>
                <a:gd name="p0y323" fmla="*/ 30 h 30"/>
                <a:gd name="p0x324" fmla="*/ 5760 w 7980"/>
                <a:gd name="p0y324" fmla="*/ 0 h 30"/>
                <a:gd name="p0x325" fmla="*/ 5850 w 7980"/>
                <a:gd name="p0y325" fmla="*/ 0 h 30"/>
                <a:gd name="p0x326" fmla="*/ 5910 w 7980"/>
                <a:gd name="p0y326" fmla="*/ 0 h 30"/>
                <a:gd name="p0x327" fmla="*/ 5910 w 7980"/>
                <a:gd name="p0y327" fmla="*/ 30 h 30"/>
                <a:gd name="p0x328" fmla="*/ 5850 w 7980"/>
                <a:gd name="p0y328" fmla="*/ 30 h 30"/>
                <a:gd name="p0x329" fmla="*/ 5850 w 7980"/>
                <a:gd name="p0y329" fmla="*/ 0 h 30"/>
                <a:gd name="p0x330" fmla="*/ 5940 w 7980"/>
                <a:gd name="p0y330" fmla="*/ 0 h 30"/>
                <a:gd name="p0x331" fmla="*/ 6000 w 7980"/>
                <a:gd name="p0y331" fmla="*/ 0 h 30"/>
                <a:gd name="p0x332" fmla="*/ 6000 w 7980"/>
                <a:gd name="p0y332" fmla="*/ 30 h 30"/>
                <a:gd name="p0x333" fmla="*/ 5940 w 7980"/>
                <a:gd name="p0y333" fmla="*/ 30 h 30"/>
                <a:gd name="p0x334" fmla="*/ 5940 w 7980"/>
                <a:gd name="p0y334" fmla="*/ 0 h 30"/>
                <a:gd name="p0x335" fmla="*/ 6030 w 7980"/>
                <a:gd name="p0y335" fmla="*/ 0 h 30"/>
                <a:gd name="p0x336" fmla="*/ 6090 w 7980"/>
                <a:gd name="p0y336" fmla="*/ 0 h 30"/>
                <a:gd name="p0x337" fmla="*/ 6090 w 7980"/>
                <a:gd name="p0y337" fmla="*/ 30 h 30"/>
                <a:gd name="p0x338" fmla="*/ 6030 w 7980"/>
                <a:gd name="p0y338" fmla="*/ 30 h 30"/>
                <a:gd name="p0x339" fmla="*/ 6030 w 7980"/>
                <a:gd name="p0y339" fmla="*/ 0 h 30"/>
                <a:gd name="p0x340" fmla="*/ 6120 w 7980"/>
                <a:gd name="p0y340" fmla="*/ 0 h 30"/>
                <a:gd name="p0x341" fmla="*/ 6180 w 7980"/>
                <a:gd name="p0y341" fmla="*/ 0 h 30"/>
                <a:gd name="p0x342" fmla="*/ 6180 w 7980"/>
                <a:gd name="p0y342" fmla="*/ 30 h 30"/>
                <a:gd name="p0x343" fmla="*/ 6120 w 7980"/>
                <a:gd name="p0y343" fmla="*/ 30 h 30"/>
                <a:gd name="p0x344" fmla="*/ 6120 w 7980"/>
                <a:gd name="p0y344" fmla="*/ 0 h 30"/>
                <a:gd name="p0x345" fmla="*/ 6210 w 7980"/>
                <a:gd name="p0y345" fmla="*/ 0 h 30"/>
                <a:gd name="p0x346" fmla="*/ 6270 w 7980"/>
                <a:gd name="p0y346" fmla="*/ 0 h 30"/>
                <a:gd name="p0x347" fmla="*/ 6270 w 7980"/>
                <a:gd name="p0y347" fmla="*/ 30 h 30"/>
                <a:gd name="p0x348" fmla="*/ 6210 w 7980"/>
                <a:gd name="p0y348" fmla="*/ 30 h 30"/>
                <a:gd name="p0x349" fmla="*/ 6210 w 7980"/>
                <a:gd name="p0y349" fmla="*/ 0 h 30"/>
                <a:gd name="p0x350" fmla="*/ 6300 w 7980"/>
                <a:gd name="p0y350" fmla="*/ 0 h 30"/>
                <a:gd name="p0x351" fmla="*/ 6360 w 7980"/>
                <a:gd name="p0y351" fmla="*/ 0 h 30"/>
                <a:gd name="p0x352" fmla="*/ 6360 w 7980"/>
                <a:gd name="p0y352" fmla="*/ 30 h 30"/>
                <a:gd name="p0x353" fmla="*/ 6300 w 7980"/>
                <a:gd name="p0y353" fmla="*/ 30 h 30"/>
                <a:gd name="p0x354" fmla="*/ 6300 w 7980"/>
                <a:gd name="p0y354" fmla="*/ 0 h 30"/>
                <a:gd name="p0x355" fmla="*/ 6390 w 7980"/>
                <a:gd name="p0y355" fmla="*/ 0 h 30"/>
                <a:gd name="p0x356" fmla="*/ 6450 w 7980"/>
                <a:gd name="p0y356" fmla="*/ 0 h 30"/>
                <a:gd name="p0x357" fmla="*/ 6450 w 7980"/>
                <a:gd name="p0y357" fmla="*/ 30 h 30"/>
                <a:gd name="p0x358" fmla="*/ 6390 w 7980"/>
                <a:gd name="p0y358" fmla="*/ 30 h 30"/>
                <a:gd name="p0x359" fmla="*/ 6390 w 7980"/>
                <a:gd name="p0y359" fmla="*/ 0 h 30"/>
                <a:gd name="p0x360" fmla="*/ 6480 w 7980"/>
                <a:gd name="p0y360" fmla="*/ 0 h 30"/>
                <a:gd name="p0x361" fmla="*/ 6540 w 7980"/>
                <a:gd name="p0y361" fmla="*/ 0 h 30"/>
                <a:gd name="p0x362" fmla="*/ 6540 w 7980"/>
                <a:gd name="p0y362" fmla="*/ 30 h 30"/>
                <a:gd name="p0x363" fmla="*/ 6480 w 7980"/>
                <a:gd name="p0y363" fmla="*/ 30 h 30"/>
                <a:gd name="p0x364" fmla="*/ 6480 w 7980"/>
                <a:gd name="p0y364" fmla="*/ 0 h 30"/>
                <a:gd name="p0x365" fmla="*/ 6570 w 7980"/>
                <a:gd name="p0y365" fmla="*/ 0 h 30"/>
                <a:gd name="p0x366" fmla="*/ 6630 w 7980"/>
                <a:gd name="p0y366" fmla="*/ 0 h 30"/>
                <a:gd name="p0x367" fmla="*/ 6630 w 7980"/>
                <a:gd name="p0y367" fmla="*/ 30 h 30"/>
                <a:gd name="p0x368" fmla="*/ 6570 w 7980"/>
                <a:gd name="p0y368" fmla="*/ 30 h 30"/>
                <a:gd name="p0x369" fmla="*/ 6570 w 7980"/>
                <a:gd name="p0y369" fmla="*/ 0 h 30"/>
                <a:gd name="p0x370" fmla="*/ 6660 w 7980"/>
                <a:gd name="p0y370" fmla="*/ 0 h 30"/>
                <a:gd name="p0x371" fmla="*/ 6720 w 7980"/>
                <a:gd name="p0y371" fmla="*/ 0 h 30"/>
                <a:gd name="p0x372" fmla="*/ 6720 w 7980"/>
                <a:gd name="p0y372" fmla="*/ 30 h 30"/>
                <a:gd name="p0x373" fmla="*/ 6660 w 7980"/>
                <a:gd name="p0y373" fmla="*/ 30 h 30"/>
                <a:gd name="p0x374" fmla="*/ 6660 w 7980"/>
                <a:gd name="p0y374" fmla="*/ 0 h 30"/>
                <a:gd name="p0x375" fmla="*/ 6750 w 7980"/>
                <a:gd name="p0y375" fmla="*/ 0 h 30"/>
                <a:gd name="p0x376" fmla="*/ 6810 w 7980"/>
                <a:gd name="p0y376" fmla="*/ 0 h 30"/>
                <a:gd name="p0x377" fmla="*/ 6810 w 7980"/>
                <a:gd name="p0y377" fmla="*/ 30 h 30"/>
                <a:gd name="p0x378" fmla="*/ 6750 w 7980"/>
                <a:gd name="p0y378" fmla="*/ 30 h 30"/>
                <a:gd name="p0x379" fmla="*/ 6750 w 7980"/>
                <a:gd name="p0y379" fmla="*/ 0 h 30"/>
                <a:gd name="p0x380" fmla="*/ 6840 w 7980"/>
                <a:gd name="p0y380" fmla="*/ 0 h 30"/>
                <a:gd name="p0x381" fmla="*/ 6900 w 7980"/>
                <a:gd name="p0y381" fmla="*/ 0 h 30"/>
                <a:gd name="p0x382" fmla="*/ 6900 w 7980"/>
                <a:gd name="p0y382" fmla="*/ 30 h 30"/>
                <a:gd name="p0x383" fmla="*/ 6840 w 7980"/>
                <a:gd name="p0y383" fmla="*/ 30 h 30"/>
                <a:gd name="p0x384" fmla="*/ 6840 w 7980"/>
                <a:gd name="p0y384" fmla="*/ 0 h 30"/>
                <a:gd name="p0x385" fmla="*/ 6930 w 7980"/>
                <a:gd name="p0y385" fmla="*/ 0 h 30"/>
                <a:gd name="p0x386" fmla="*/ 6990 w 7980"/>
                <a:gd name="p0y386" fmla="*/ 0 h 30"/>
                <a:gd name="p0x387" fmla="*/ 6990 w 7980"/>
                <a:gd name="p0y387" fmla="*/ 30 h 30"/>
                <a:gd name="p0x388" fmla="*/ 6930 w 7980"/>
                <a:gd name="p0y388" fmla="*/ 30 h 30"/>
                <a:gd name="p0x389" fmla="*/ 6930 w 7980"/>
                <a:gd name="p0y389" fmla="*/ 0 h 30"/>
                <a:gd name="p0x390" fmla="*/ 7020 w 7980"/>
                <a:gd name="p0y390" fmla="*/ 0 h 30"/>
                <a:gd name="p0x391" fmla="*/ 7080 w 7980"/>
                <a:gd name="p0y391" fmla="*/ 0 h 30"/>
                <a:gd name="p0x392" fmla="*/ 7080 w 7980"/>
                <a:gd name="p0y392" fmla="*/ 30 h 30"/>
                <a:gd name="p0x393" fmla="*/ 7020 w 7980"/>
                <a:gd name="p0y393" fmla="*/ 30 h 30"/>
                <a:gd name="p0x394" fmla="*/ 7020 w 7980"/>
                <a:gd name="p0y394" fmla="*/ 0 h 30"/>
                <a:gd name="p0x395" fmla="*/ 7110 w 7980"/>
                <a:gd name="p0y395" fmla="*/ 0 h 30"/>
                <a:gd name="p0x396" fmla="*/ 7170 w 7980"/>
                <a:gd name="p0y396" fmla="*/ 0 h 30"/>
                <a:gd name="p0x397" fmla="*/ 7170 w 7980"/>
                <a:gd name="p0y397" fmla="*/ 30 h 30"/>
                <a:gd name="p0x398" fmla="*/ 7110 w 7980"/>
                <a:gd name="p0y398" fmla="*/ 30 h 30"/>
                <a:gd name="p0x399" fmla="*/ 7110 w 7980"/>
                <a:gd name="p0y399" fmla="*/ 0 h 30"/>
                <a:gd name="p0x400" fmla="*/ 7200 w 7980"/>
                <a:gd name="p0y400" fmla="*/ 0 h 30"/>
                <a:gd name="p0x401" fmla="*/ 7260 w 7980"/>
                <a:gd name="p0y401" fmla="*/ 0 h 30"/>
                <a:gd name="p0x402" fmla="*/ 7260 w 7980"/>
                <a:gd name="p0y402" fmla="*/ 30 h 30"/>
                <a:gd name="p0x403" fmla="*/ 7200 w 7980"/>
                <a:gd name="p0y403" fmla="*/ 30 h 30"/>
                <a:gd name="p0x404" fmla="*/ 7200 w 7980"/>
                <a:gd name="p0y404" fmla="*/ 0 h 30"/>
                <a:gd name="p0x405" fmla="*/ 7290 w 7980"/>
                <a:gd name="p0y405" fmla="*/ 0 h 30"/>
                <a:gd name="p0x406" fmla="*/ 7350 w 7980"/>
                <a:gd name="p0y406" fmla="*/ 0 h 30"/>
                <a:gd name="p0x407" fmla="*/ 7350 w 7980"/>
                <a:gd name="p0y407" fmla="*/ 30 h 30"/>
                <a:gd name="p0x408" fmla="*/ 7290 w 7980"/>
                <a:gd name="p0y408" fmla="*/ 30 h 30"/>
                <a:gd name="p0x409" fmla="*/ 7290 w 7980"/>
                <a:gd name="p0y409" fmla="*/ 0 h 30"/>
                <a:gd name="p0x410" fmla="*/ 7380 w 7980"/>
                <a:gd name="p0y410" fmla="*/ 0 h 30"/>
                <a:gd name="p0x411" fmla="*/ 7440 w 7980"/>
                <a:gd name="p0y411" fmla="*/ 0 h 30"/>
                <a:gd name="p0x412" fmla="*/ 7440 w 7980"/>
                <a:gd name="p0y412" fmla="*/ 30 h 30"/>
                <a:gd name="p0x413" fmla="*/ 7380 w 7980"/>
                <a:gd name="p0y413" fmla="*/ 30 h 30"/>
                <a:gd name="p0x414" fmla="*/ 7380 w 7980"/>
                <a:gd name="p0y414" fmla="*/ 0 h 30"/>
                <a:gd name="p0x415" fmla="*/ 7470 w 7980"/>
                <a:gd name="p0y415" fmla="*/ 0 h 30"/>
                <a:gd name="p0x416" fmla="*/ 7530 w 7980"/>
                <a:gd name="p0y416" fmla="*/ 0 h 30"/>
                <a:gd name="p0x417" fmla="*/ 7530 w 7980"/>
                <a:gd name="p0y417" fmla="*/ 30 h 30"/>
                <a:gd name="p0x418" fmla="*/ 7470 w 7980"/>
                <a:gd name="p0y418" fmla="*/ 30 h 30"/>
                <a:gd name="p0x419" fmla="*/ 7470 w 7980"/>
                <a:gd name="p0y419" fmla="*/ 0 h 30"/>
                <a:gd name="p0x420" fmla="*/ 7560 w 7980"/>
                <a:gd name="p0y420" fmla="*/ 0 h 30"/>
                <a:gd name="p0x421" fmla="*/ 7620 w 7980"/>
                <a:gd name="p0y421" fmla="*/ 0 h 30"/>
                <a:gd name="p0x422" fmla="*/ 7620 w 7980"/>
                <a:gd name="p0y422" fmla="*/ 30 h 30"/>
                <a:gd name="p0x423" fmla="*/ 7560 w 7980"/>
                <a:gd name="p0y423" fmla="*/ 30 h 30"/>
                <a:gd name="p0x424" fmla="*/ 7560 w 7980"/>
                <a:gd name="p0y424" fmla="*/ 0 h 30"/>
                <a:gd name="p0x425" fmla="*/ 7650 w 7980"/>
                <a:gd name="p0y425" fmla="*/ 0 h 30"/>
                <a:gd name="p0x426" fmla="*/ 7710 w 7980"/>
                <a:gd name="p0y426" fmla="*/ 0 h 30"/>
                <a:gd name="p0x427" fmla="*/ 7710 w 7980"/>
                <a:gd name="p0y427" fmla="*/ 30 h 30"/>
                <a:gd name="p0x428" fmla="*/ 7650 w 7980"/>
                <a:gd name="p0y428" fmla="*/ 30 h 30"/>
                <a:gd name="p0x429" fmla="*/ 7650 w 7980"/>
                <a:gd name="p0y429" fmla="*/ 0 h 30"/>
                <a:gd name="p0x430" fmla="*/ 7740 w 7980"/>
                <a:gd name="p0y430" fmla="*/ 0 h 30"/>
                <a:gd name="p0x431" fmla="*/ 7800 w 7980"/>
                <a:gd name="p0y431" fmla="*/ 0 h 30"/>
                <a:gd name="p0x432" fmla="*/ 7800 w 7980"/>
                <a:gd name="p0y432" fmla="*/ 30 h 30"/>
                <a:gd name="p0x433" fmla="*/ 7740 w 7980"/>
                <a:gd name="p0y433" fmla="*/ 30 h 30"/>
                <a:gd name="p0x434" fmla="*/ 7740 w 7980"/>
                <a:gd name="p0y434" fmla="*/ 0 h 30"/>
                <a:gd name="p0x435" fmla="*/ 7830 w 7980"/>
                <a:gd name="p0y435" fmla="*/ 0 h 30"/>
                <a:gd name="p0x436" fmla="*/ 7890 w 7980"/>
                <a:gd name="p0y436" fmla="*/ 0 h 30"/>
                <a:gd name="p0x437" fmla="*/ 7890 w 7980"/>
                <a:gd name="p0y437" fmla="*/ 30 h 30"/>
                <a:gd name="p0x438" fmla="*/ 7830 w 7980"/>
                <a:gd name="p0y438" fmla="*/ 30 h 30"/>
                <a:gd name="p0x439" fmla="*/ 7830 w 7980"/>
                <a:gd name="p0y439" fmla="*/ 0 h 30"/>
                <a:gd name="p0x440" fmla="*/ 7920 w 7980"/>
                <a:gd name="p0y440" fmla="*/ 0 h 30"/>
                <a:gd name="p0x441" fmla="*/ 7980 w 7980"/>
                <a:gd name="p0y441" fmla="*/ 0 h 30"/>
                <a:gd name="p0x442" fmla="*/ 7980 w 7980"/>
                <a:gd name="p0y442" fmla="*/ 30 h 30"/>
                <a:gd name="p0x443" fmla="*/ 7920 w 7980"/>
                <a:gd name="p0y443" fmla="*/ 30 h 30"/>
                <a:gd name="p0x444" fmla="*/ 7920 w 7980"/>
                <a:gd name="p0y444" fmla="*/ 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moveTo>
                    <a:pt x="p0x5" y="p0y5"/>
                  </a:moveTo>
                  <a:lnTo>
                    <a:pt x="p0x6" y="p0y6"/>
                  </a:lnTo>
                  <a:lnTo>
                    <a:pt x="p0x7" y="p0y7"/>
                  </a:lnTo>
                  <a:lnTo>
                    <a:pt x="p0x8" y="p0y8"/>
                  </a:lnTo>
                  <a:lnTo>
                    <a:pt x="p0x9" y="p0y9"/>
                  </a:lnTo>
                  <a:moveTo>
                    <a:pt x="p0x10" y="p0y10"/>
                  </a:moveTo>
                  <a:lnTo>
                    <a:pt x="p0x11" y="p0y11"/>
                  </a:lnTo>
                  <a:lnTo>
                    <a:pt x="p0x12" y="p0y12"/>
                  </a:lnTo>
                  <a:lnTo>
                    <a:pt x="p0x13" y="p0y13"/>
                  </a:lnTo>
                  <a:lnTo>
                    <a:pt x="p0x14" y="p0y14"/>
                  </a:lnTo>
                  <a:moveTo>
                    <a:pt x="p0x15" y="p0y15"/>
                  </a:moveTo>
                  <a:lnTo>
                    <a:pt x="p0x16" y="p0y16"/>
                  </a:lnTo>
                  <a:lnTo>
                    <a:pt x="p0x17" y="p0y17"/>
                  </a:lnTo>
                  <a:lnTo>
                    <a:pt x="p0x18" y="p0y18"/>
                  </a:lnTo>
                  <a:lnTo>
                    <a:pt x="p0x19" y="p0y19"/>
                  </a:lnTo>
                  <a:moveTo>
                    <a:pt x="p0x20" y="p0y20"/>
                  </a:moveTo>
                  <a:lnTo>
                    <a:pt x="p0x21" y="p0y21"/>
                  </a:lnTo>
                  <a:lnTo>
                    <a:pt x="p0x22" y="p0y22"/>
                  </a:lnTo>
                  <a:lnTo>
                    <a:pt x="p0x23" y="p0y23"/>
                  </a:lnTo>
                  <a:lnTo>
                    <a:pt x="p0x24" y="p0y24"/>
                  </a:lnTo>
                  <a:moveTo>
                    <a:pt x="p0x25" y="p0y25"/>
                  </a:moveTo>
                  <a:lnTo>
                    <a:pt x="p0x26" y="p0y26"/>
                  </a:lnTo>
                  <a:lnTo>
                    <a:pt x="p0x27" y="p0y27"/>
                  </a:lnTo>
                  <a:lnTo>
                    <a:pt x="p0x28" y="p0y28"/>
                  </a:lnTo>
                  <a:lnTo>
                    <a:pt x="p0x29" y="p0y29"/>
                  </a:lnTo>
                  <a:moveTo>
                    <a:pt x="p0x30" y="p0y30"/>
                  </a:moveTo>
                  <a:lnTo>
                    <a:pt x="p0x31" y="p0y31"/>
                  </a:lnTo>
                  <a:lnTo>
                    <a:pt x="p0x32" y="p0y32"/>
                  </a:lnTo>
                  <a:lnTo>
                    <a:pt x="p0x33" y="p0y33"/>
                  </a:lnTo>
                  <a:lnTo>
                    <a:pt x="p0x34" y="p0y34"/>
                  </a:lnTo>
                  <a:moveTo>
                    <a:pt x="p0x35" y="p0y35"/>
                  </a:moveTo>
                  <a:lnTo>
                    <a:pt x="p0x36" y="p0y36"/>
                  </a:lnTo>
                  <a:lnTo>
                    <a:pt x="p0x37" y="p0y37"/>
                  </a:lnTo>
                  <a:lnTo>
                    <a:pt x="p0x38" y="p0y38"/>
                  </a:lnTo>
                  <a:lnTo>
                    <a:pt x="p0x39" y="p0y39"/>
                  </a:lnTo>
                  <a:moveTo>
                    <a:pt x="p0x40" y="p0y40"/>
                  </a:moveTo>
                  <a:lnTo>
                    <a:pt x="p0x41" y="p0y41"/>
                  </a:lnTo>
                  <a:lnTo>
                    <a:pt x="p0x42" y="p0y42"/>
                  </a:lnTo>
                  <a:lnTo>
                    <a:pt x="p0x43" y="p0y43"/>
                  </a:lnTo>
                  <a:lnTo>
                    <a:pt x="p0x44" y="p0y44"/>
                  </a:lnTo>
                  <a:moveTo>
                    <a:pt x="p0x45" y="p0y45"/>
                  </a:moveTo>
                  <a:lnTo>
                    <a:pt x="p0x46" y="p0y46"/>
                  </a:lnTo>
                  <a:lnTo>
                    <a:pt x="p0x47" y="p0y47"/>
                  </a:lnTo>
                  <a:lnTo>
                    <a:pt x="p0x48" y="p0y48"/>
                  </a:lnTo>
                  <a:lnTo>
                    <a:pt x="p0x49" y="p0y49"/>
                  </a:lnTo>
                  <a:moveTo>
                    <a:pt x="p0x50" y="p0y50"/>
                  </a:moveTo>
                  <a:lnTo>
                    <a:pt x="p0x51" y="p0y51"/>
                  </a:lnTo>
                  <a:lnTo>
                    <a:pt x="p0x52" y="p0y52"/>
                  </a:lnTo>
                  <a:lnTo>
                    <a:pt x="p0x53" y="p0y53"/>
                  </a:lnTo>
                  <a:lnTo>
                    <a:pt x="p0x54" y="p0y54"/>
                  </a:lnTo>
                  <a:moveTo>
                    <a:pt x="p0x55" y="p0y55"/>
                  </a:moveTo>
                  <a:lnTo>
                    <a:pt x="p0x56" y="p0y56"/>
                  </a:lnTo>
                  <a:lnTo>
                    <a:pt x="p0x57" y="p0y57"/>
                  </a:lnTo>
                  <a:lnTo>
                    <a:pt x="p0x58" y="p0y58"/>
                  </a:lnTo>
                  <a:lnTo>
                    <a:pt x="p0x59" y="p0y59"/>
                  </a:lnTo>
                  <a:moveTo>
                    <a:pt x="p0x60" y="p0y60"/>
                  </a:moveTo>
                  <a:lnTo>
                    <a:pt x="p0x61" y="p0y61"/>
                  </a:lnTo>
                  <a:lnTo>
                    <a:pt x="p0x62" y="p0y62"/>
                  </a:lnTo>
                  <a:lnTo>
                    <a:pt x="p0x63" y="p0y63"/>
                  </a:lnTo>
                  <a:lnTo>
                    <a:pt x="p0x64" y="p0y64"/>
                  </a:lnTo>
                  <a:moveTo>
                    <a:pt x="p0x65" y="p0y65"/>
                  </a:moveTo>
                  <a:lnTo>
                    <a:pt x="p0x66" y="p0y66"/>
                  </a:lnTo>
                  <a:lnTo>
                    <a:pt x="p0x67" y="p0y67"/>
                  </a:lnTo>
                  <a:lnTo>
                    <a:pt x="p0x68" y="p0y68"/>
                  </a:lnTo>
                  <a:lnTo>
                    <a:pt x="p0x69" y="p0y69"/>
                  </a:lnTo>
                  <a:moveTo>
                    <a:pt x="p0x70" y="p0y70"/>
                  </a:moveTo>
                  <a:lnTo>
                    <a:pt x="p0x71" y="p0y71"/>
                  </a:lnTo>
                  <a:lnTo>
                    <a:pt x="p0x72" y="p0y72"/>
                  </a:lnTo>
                  <a:lnTo>
                    <a:pt x="p0x73" y="p0y73"/>
                  </a:lnTo>
                  <a:lnTo>
                    <a:pt x="p0x74" y="p0y74"/>
                  </a:lnTo>
                  <a:moveTo>
                    <a:pt x="p0x75" y="p0y75"/>
                  </a:moveTo>
                  <a:lnTo>
                    <a:pt x="p0x76" y="p0y76"/>
                  </a:lnTo>
                  <a:lnTo>
                    <a:pt x="p0x77" y="p0y77"/>
                  </a:lnTo>
                  <a:lnTo>
                    <a:pt x="p0x78" y="p0y78"/>
                  </a:lnTo>
                  <a:lnTo>
                    <a:pt x="p0x79" y="p0y79"/>
                  </a:lnTo>
                  <a:moveTo>
                    <a:pt x="p0x80" y="p0y80"/>
                  </a:moveTo>
                  <a:lnTo>
                    <a:pt x="p0x81" y="p0y81"/>
                  </a:lnTo>
                  <a:lnTo>
                    <a:pt x="p0x82" y="p0y82"/>
                  </a:lnTo>
                  <a:lnTo>
                    <a:pt x="p0x83" y="p0y83"/>
                  </a:lnTo>
                  <a:lnTo>
                    <a:pt x="p0x84" y="p0y84"/>
                  </a:lnTo>
                  <a:moveTo>
                    <a:pt x="p0x85" y="p0y85"/>
                  </a:moveTo>
                  <a:lnTo>
                    <a:pt x="p0x86" y="p0y86"/>
                  </a:lnTo>
                  <a:lnTo>
                    <a:pt x="p0x87" y="p0y87"/>
                  </a:lnTo>
                  <a:lnTo>
                    <a:pt x="p0x88" y="p0y88"/>
                  </a:lnTo>
                  <a:lnTo>
                    <a:pt x="p0x89" y="p0y89"/>
                  </a:lnTo>
                  <a:moveTo>
                    <a:pt x="p0x90" y="p0y90"/>
                  </a:moveTo>
                  <a:lnTo>
                    <a:pt x="p0x91" y="p0y91"/>
                  </a:lnTo>
                  <a:lnTo>
                    <a:pt x="p0x92" y="p0y92"/>
                  </a:lnTo>
                  <a:lnTo>
                    <a:pt x="p0x93" y="p0y93"/>
                  </a:lnTo>
                  <a:lnTo>
                    <a:pt x="p0x94" y="p0y94"/>
                  </a:lnTo>
                  <a:moveTo>
                    <a:pt x="p0x95" y="p0y95"/>
                  </a:moveTo>
                  <a:lnTo>
                    <a:pt x="p0x96" y="p0y96"/>
                  </a:lnTo>
                  <a:lnTo>
                    <a:pt x="p0x97" y="p0y97"/>
                  </a:lnTo>
                  <a:lnTo>
                    <a:pt x="p0x98" y="p0y98"/>
                  </a:lnTo>
                  <a:lnTo>
                    <a:pt x="p0x99" y="p0y99"/>
                  </a:lnTo>
                  <a:moveTo>
                    <a:pt x="p0x100" y="p0y100"/>
                  </a:moveTo>
                  <a:lnTo>
                    <a:pt x="p0x101" y="p0y101"/>
                  </a:lnTo>
                  <a:lnTo>
                    <a:pt x="p0x102" y="p0y102"/>
                  </a:lnTo>
                  <a:lnTo>
                    <a:pt x="p0x103" y="p0y103"/>
                  </a:lnTo>
                  <a:lnTo>
                    <a:pt x="p0x104" y="p0y104"/>
                  </a:lnTo>
                  <a:moveTo>
                    <a:pt x="p0x105" y="p0y105"/>
                  </a:moveTo>
                  <a:lnTo>
                    <a:pt x="p0x106" y="p0y106"/>
                  </a:lnTo>
                  <a:lnTo>
                    <a:pt x="p0x107" y="p0y107"/>
                  </a:lnTo>
                  <a:lnTo>
                    <a:pt x="p0x108" y="p0y108"/>
                  </a:lnTo>
                  <a:lnTo>
                    <a:pt x="p0x109" y="p0y109"/>
                  </a:lnTo>
                  <a:moveTo>
                    <a:pt x="p0x110" y="p0y110"/>
                  </a:moveTo>
                  <a:lnTo>
                    <a:pt x="p0x111" y="p0y111"/>
                  </a:lnTo>
                  <a:lnTo>
                    <a:pt x="p0x112" y="p0y112"/>
                  </a:lnTo>
                  <a:lnTo>
                    <a:pt x="p0x113" y="p0y113"/>
                  </a:lnTo>
                  <a:lnTo>
                    <a:pt x="p0x114" y="p0y114"/>
                  </a:lnTo>
                  <a:moveTo>
                    <a:pt x="p0x115" y="p0y115"/>
                  </a:moveTo>
                  <a:lnTo>
                    <a:pt x="p0x116" y="p0y116"/>
                  </a:lnTo>
                  <a:lnTo>
                    <a:pt x="p0x117" y="p0y117"/>
                  </a:lnTo>
                  <a:lnTo>
                    <a:pt x="p0x118" y="p0y118"/>
                  </a:lnTo>
                  <a:lnTo>
                    <a:pt x="p0x119" y="p0y119"/>
                  </a:lnTo>
                  <a:moveTo>
                    <a:pt x="p0x120" y="p0y120"/>
                  </a:moveTo>
                  <a:lnTo>
                    <a:pt x="p0x121" y="p0y121"/>
                  </a:lnTo>
                  <a:lnTo>
                    <a:pt x="p0x122" y="p0y122"/>
                  </a:lnTo>
                  <a:lnTo>
                    <a:pt x="p0x123" y="p0y123"/>
                  </a:lnTo>
                  <a:lnTo>
                    <a:pt x="p0x124" y="p0y124"/>
                  </a:lnTo>
                  <a:moveTo>
                    <a:pt x="p0x125" y="p0y125"/>
                  </a:moveTo>
                  <a:lnTo>
                    <a:pt x="p0x126" y="p0y126"/>
                  </a:lnTo>
                  <a:lnTo>
                    <a:pt x="p0x127" y="p0y127"/>
                  </a:lnTo>
                  <a:lnTo>
                    <a:pt x="p0x128" y="p0y128"/>
                  </a:lnTo>
                  <a:lnTo>
                    <a:pt x="p0x129" y="p0y129"/>
                  </a:lnTo>
                  <a:moveTo>
                    <a:pt x="p0x130" y="p0y130"/>
                  </a:moveTo>
                  <a:lnTo>
                    <a:pt x="p0x131" y="p0y131"/>
                  </a:lnTo>
                  <a:lnTo>
                    <a:pt x="p0x132" y="p0y132"/>
                  </a:lnTo>
                  <a:lnTo>
                    <a:pt x="p0x133" y="p0y133"/>
                  </a:lnTo>
                  <a:lnTo>
                    <a:pt x="p0x134" y="p0y134"/>
                  </a:lnTo>
                  <a:moveTo>
                    <a:pt x="p0x135" y="p0y135"/>
                  </a:moveTo>
                  <a:lnTo>
                    <a:pt x="p0x136" y="p0y136"/>
                  </a:lnTo>
                  <a:lnTo>
                    <a:pt x="p0x137" y="p0y137"/>
                  </a:lnTo>
                  <a:lnTo>
                    <a:pt x="p0x138" y="p0y138"/>
                  </a:lnTo>
                  <a:lnTo>
                    <a:pt x="p0x139" y="p0y139"/>
                  </a:lnTo>
                  <a:moveTo>
                    <a:pt x="p0x140" y="p0y140"/>
                  </a:moveTo>
                  <a:lnTo>
                    <a:pt x="p0x141" y="p0y141"/>
                  </a:lnTo>
                  <a:lnTo>
                    <a:pt x="p0x142" y="p0y142"/>
                  </a:lnTo>
                  <a:lnTo>
                    <a:pt x="p0x143" y="p0y143"/>
                  </a:lnTo>
                  <a:lnTo>
                    <a:pt x="p0x144" y="p0y144"/>
                  </a:lnTo>
                  <a:moveTo>
                    <a:pt x="p0x145" y="p0y145"/>
                  </a:moveTo>
                  <a:lnTo>
                    <a:pt x="p0x146" y="p0y146"/>
                  </a:lnTo>
                  <a:lnTo>
                    <a:pt x="p0x147" y="p0y147"/>
                  </a:lnTo>
                  <a:lnTo>
                    <a:pt x="p0x148" y="p0y148"/>
                  </a:lnTo>
                  <a:lnTo>
                    <a:pt x="p0x149" y="p0y149"/>
                  </a:lnTo>
                  <a:moveTo>
                    <a:pt x="p0x150" y="p0y150"/>
                  </a:moveTo>
                  <a:lnTo>
                    <a:pt x="p0x151" y="p0y151"/>
                  </a:lnTo>
                  <a:lnTo>
                    <a:pt x="p0x152" y="p0y152"/>
                  </a:lnTo>
                  <a:lnTo>
                    <a:pt x="p0x153" y="p0y153"/>
                  </a:lnTo>
                  <a:lnTo>
                    <a:pt x="p0x154" y="p0y154"/>
                  </a:lnTo>
                  <a:moveTo>
                    <a:pt x="p0x155" y="p0y155"/>
                  </a:moveTo>
                  <a:lnTo>
                    <a:pt x="p0x156" y="p0y156"/>
                  </a:lnTo>
                  <a:lnTo>
                    <a:pt x="p0x157" y="p0y157"/>
                  </a:lnTo>
                  <a:lnTo>
                    <a:pt x="p0x158" y="p0y158"/>
                  </a:lnTo>
                  <a:lnTo>
                    <a:pt x="p0x159" y="p0y159"/>
                  </a:lnTo>
                  <a:moveTo>
                    <a:pt x="p0x160" y="p0y160"/>
                  </a:moveTo>
                  <a:lnTo>
                    <a:pt x="p0x161" y="p0y161"/>
                  </a:lnTo>
                  <a:lnTo>
                    <a:pt x="p0x162" y="p0y162"/>
                  </a:lnTo>
                  <a:lnTo>
                    <a:pt x="p0x163" y="p0y163"/>
                  </a:lnTo>
                  <a:lnTo>
                    <a:pt x="p0x164" y="p0y164"/>
                  </a:lnTo>
                  <a:moveTo>
                    <a:pt x="p0x165" y="p0y165"/>
                  </a:moveTo>
                  <a:lnTo>
                    <a:pt x="p0x166" y="p0y166"/>
                  </a:lnTo>
                  <a:lnTo>
                    <a:pt x="p0x167" y="p0y167"/>
                  </a:lnTo>
                  <a:lnTo>
                    <a:pt x="p0x168" y="p0y168"/>
                  </a:lnTo>
                  <a:lnTo>
                    <a:pt x="p0x169" y="p0y169"/>
                  </a:lnTo>
                  <a:moveTo>
                    <a:pt x="p0x170" y="p0y170"/>
                  </a:moveTo>
                  <a:lnTo>
                    <a:pt x="p0x171" y="p0y171"/>
                  </a:lnTo>
                  <a:lnTo>
                    <a:pt x="p0x172" y="p0y172"/>
                  </a:lnTo>
                  <a:lnTo>
                    <a:pt x="p0x173" y="p0y173"/>
                  </a:lnTo>
                  <a:lnTo>
                    <a:pt x="p0x174" y="p0y174"/>
                  </a:lnTo>
                  <a:moveTo>
                    <a:pt x="p0x175" y="p0y175"/>
                  </a:moveTo>
                  <a:lnTo>
                    <a:pt x="p0x176" y="p0y176"/>
                  </a:lnTo>
                  <a:lnTo>
                    <a:pt x="p0x177" y="p0y177"/>
                  </a:lnTo>
                  <a:lnTo>
                    <a:pt x="p0x178" y="p0y178"/>
                  </a:lnTo>
                  <a:lnTo>
                    <a:pt x="p0x179" y="p0y179"/>
                  </a:lnTo>
                  <a:moveTo>
                    <a:pt x="p0x180" y="p0y180"/>
                  </a:moveTo>
                  <a:lnTo>
                    <a:pt x="p0x181" y="p0y181"/>
                  </a:lnTo>
                  <a:lnTo>
                    <a:pt x="p0x182" y="p0y182"/>
                  </a:lnTo>
                  <a:lnTo>
                    <a:pt x="p0x183" y="p0y183"/>
                  </a:lnTo>
                  <a:lnTo>
                    <a:pt x="p0x184" y="p0y184"/>
                  </a:lnTo>
                  <a:moveTo>
                    <a:pt x="p0x185" y="p0y185"/>
                  </a:moveTo>
                  <a:lnTo>
                    <a:pt x="p0x186" y="p0y186"/>
                  </a:lnTo>
                  <a:lnTo>
                    <a:pt x="p0x187" y="p0y187"/>
                  </a:lnTo>
                  <a:lnTo>
                    <a:pt x="p0x188" y="p0y188"/>
                  </a:lnTo>
                  <a:lnTo>
                    <a:pt x="p0x189" y="p0y189"/>
                  </a:lnTo>
                  <a:moveTo>
                    <a:pt x="p0x190" y="p0y190"/>
                  </a:moveTo>
                  <a:lnTo>
                    <a:pt x="p0x191" y="p0y191"/>
                  </a:lnTo>
                  <a:lnTo>
                    <a:pt x="p0x192" y="p0y192"/>
                  </a:lnTo>
                  <a:lnTo>
                    <a:pt x="p0x193" y="p0y193"/>
                  </a:lnTo>
                  <a:lnTo>
                    <a:pt x="p0x194" y="p0y194"/>
                  </a:lnTo>
                  <a:moveTo>
                    <a:pt x="p0x195" y="p0y195"/>
                  </a:moveTo>
                  <a:lnTo>
                    <a:pt x="p0x196" y="p0y196"/>
                  </a:lnTo>
                  <a:lnTo>
                    <a:pt x="p0x197" y="p0y197"/>
                  </a:lnTo>
                  <a:lnTo>
                    <a:pt x="p0x198" y="p0y198"/>
                  </a:lnTo>
                  <a:lnTo>
                    <a:pt x="p0x199" y="p0y199"/>
                  </a:lnTo>
                  <a:moveTo>
                    <a:pt x="p0x200" y="p0y200"/>
                  </a:moveTo>
                  <a:lnTo>
                    <a:pt x="p0x201" y="p0y201"/>
                  </a:lnTo>
                  <a:lnTo>
                    <a:pt x="p0x202" y="p0y202"/>
                  </a:lnTo>
                  <a:lnTo>
                    <a:pt x="p0x203" y="p0y203"/>
                  </a:lnTo>
                  <a:lnTo>
                    <a:pt x="p0x204" y="p0y204"/>
                  </a:lnTo>
                  <a:moveTo>
                    <a:pt x="p0x205" y="p0y205"/>
                  </a:moveTo>
                  <a:lnTo>
                    <a:pt x="p0x206" y="p0y206"/>
                  </a:lnTo>
                  <a:lnTo>
                    <a:pt x="p0x207" y="p0y207"/>
                  </a:lnTo>
                  <a:lnTo>
                    <a:pt x="p0x208" y="p0y208"/>
                  </a:lnTo>
                  <a:lnTo>
                    <a:pt x="p0x209" y="p0y209"/>
                  </a:lnTo>
                  <a:moveTo>
                    <a:pt x="p0x210" y="p0y210"/>
                  </a:moveTo>
                  <a:lnTo>
                    <a:pt x="p0x211" y="p0y211"/>
                  </a:lnTo>
                  <a:lnTo>
                    <a:pt x="p0x212" y="p0y212"/>
                  </a:lnTo>
                  <a:lnTo>
                    <a:pt x="p0x213" y="p0y213"/>
                  </a:lnTo>
                  <a:lnTo>
                    <a:pt x="p0x214" y="p0y214"/>
                  </a:lnTo>
                  <a:moveTo>
                    <a:pt x="p0x215" y="p0y215"/>
                  </a:moveTo>
                  <a:lnTo>
                    <a:pt x="p0x216" y="p0y216"/>
                  </a:lnTo>
                  <a:lnTo>
                    <a:pt x="p0x217" y="p0y217"/>
                  </a:lnTo>
                  <a:lnTo>
                    <a:pt x="p0x218" y="p0y218"/>
                  </a:lnTo>
                  <a:lnTo>
                    <a:pt x="p0x219" y="p0y219"/>
                  </a:lnTo>
                  <a:moveTo>
                    <a:pt x="p0x220" y="p0y220"/>
                  </a:moveTo>
                  <a:lnTo>
                    <a:pt x="p0x221" y="p0y221"/>
                  </a:lnTo>
                  <a:lnTo>
                    <a:pt x="p0x222" y="p0y222"/>
                  </a:lnTo>
                  <a:lnTo>
                    <a:pt x="p0x223" y="p0y223"/>
                  </a:lnTo>
                  <a:lnTo>
                    <a:pt x="p0x224" y="p0y224"/>
                  </a:lnTo>
                  <a:moveTo>
                    <a:pt x="p0x225" y="p0y225"/>
                  </a:moveTo>
                  <a:lnTo>
                    <a:pt x="p0x226" y="p0y226"/>
                  </a:lnTo>
                  <a:lnTo>
                    <a:pt x="p0x227" y="p0y227"/>
                  </a:lnTo>
                  <a:lnTo>
                    <a:pt x="p0x228" y="p0y228"/>
                  </a:lnTo>
                  <a:lnTo>
                    <a:pt x="p0x229" y="p0y229"/>
                  </a:lnTo>
                  <a:moveTo>
                    <a:pt x="p0x230" y="p0y230"/>
                  </a:moveTo>
                  <a:lnTo>
                    <a:pt x="p0x231" y="p0y231"/>
                  </a:lnTo>
                  <a:lnTo>
                    <a:pt x="p0x232" y="p0y232"/>
                  </a:lnTo>
                  <a:lnTo>
                    <a:pt x="p0x233" y="p0y233"/>
                  </a:lnTo>
                  <a:lnTo>
                    <a:pt x="p0x234" y="p0y234"/>
                  </a:lnTo>
                  <a:moveTo>
                    <a:pt x="p0x235" y="p0y235"/>
                  </a:moveTo>
                  <a:lnTo>
                    <a:pt x="p0x236" y="p0y236"/>
                  </a:lnTo>
                  <a:lnTo>
                    <a:pt x="p0x237" y="p0y237"/>
                  </a:lnTo>
                  <a:lnTo>
                    <a:pt x="p0x238" y="p0y238"/>
                  </a:lnTo>
                  <a:lnTo>
                    <a:pt x="p0x239" y="p0y239"/>
                  </a:lnTo>
                  <a:moveTo>
                    <a:pt x="p0x240" y="p0y240"/>
                  </a:moveTo>
                  <a:lnTo>
                    <a:pt x="p0x241" y="p0y241"/>
                  </a:lnTo>
                  <a:lnTo>
                    <a:pt x="p0x242" y="p0y242"/>
                  </a:lnTo>
                  <a:lnTo>
                    <a:pt x="p0x243" y="p0y243"/>
                  </a:lnTo>
                  <a:lnTo>
                    <a:pt x="p0x244" y="p0y244"/>
                  </a:lnTo>
                  <a:moveTo>
                    <a:pt x="p0x245" y="p0y245"/>
                  </a:moveTo>
                  <a:lnTo>
                    <a:pt x="p0x246" y="p0y246"/>
                  </a:lnTo>
                  <a:lnTo>
                    <a:pt x="p0x247" y="p0y247"/>
                  </a:lnTo>
                  <a:lnTo>
                    <a:pt x="p0x248" y="p0y248"/>
                  </a:lnTo>
                  <a:lnTo>
                    <a:pt x="p0x249" y="p0y249"/>
                  </a:lnTo>
                  <a:moveTo>
                    <a:pt x="p0x250" y="p0y250"/>
                  </a:moveTo>
                  <a:lnTo>
                    <a:pt x="p0x251" y="p0y251"/>
                  </a:lnTo>
                  <a:lnTo>
                    <a:pt x="p0x252" y="p0y252"/>
                  </a:lnTo>
                  <a:lnTo>
                    <a:pt x="p0x253" y="p0y253"/>
                  </a:lnTo>
                  <a:lnTo>
                    <a:pt x="p0x254" y="p0y254"/>
                  </a:lnTo>
                  <a:moveTo>
                    <a:pt x="p0x255" y="p0y255"/>
                  </a:moveTo>
                  <a:lnTo>
                    <a:pt x="p0x256" y="p0y256"/>
                  </a:lnTo>
                  <a:lnTo>
                    <a:pt x="p0x257" y="p0y257"/>
                  </a:lnTo>
                  <a:lnTo>
                    <a:pt x="p0x258" y="p0y258"/>
                  </a:lnTo>
                  <a:lnTo>
                    <a:pt x="p0x259" y="p0y259"/>
                  </a:lnTo>
                  <a:moveTo>
                    <a:pt x="p0x260" y="p0y260"/>
                  </a:moveTo>
                  <a:lnTo>
                    <a:pt x="p0x261" y="p0y261"/>
                  </a:lnTo>
                  <a:lnTo>
                    <a:pt x="p0x262" y="p0y262"/>
                  </a:lnTo>
                  <a:lnTo>
                    <a:pt x="p0x263" y="p0y263"/>
                  </a:lnTo>
                  <a:lnTo>
                    <a:pt x="p0x264" y="p0y264"/>
                  </a:lnTo>
                  <a:moveTo>
                    <a:pt x="p0x265" y="p0y265"/>
                  </a:moveTo>
                  <a:lnTo>
                    <a:pt x="p0x266" y="p0y266"/>
                  </a:lnTo>
                  <a:lnTo>
                    <a:pt x="p0x267" y="p0y267"/>
                  </a:lnTo>
                  <a:lnTo>
                    <a:pt x="p0x268" y="p0y268"/>
                  </a:lnTo>
                  <a:lnTo>
                    <a:pt x="p0x269" y="p0y269"/>
                  </a:lnTo>
                  <a:moveTo>
                    <a:pt x="p0x270" y="p0y270"/>
                  </a:moveTo>
                  <a:lnTo>
                    <a:pt x="p0x271" y="p0y271"/>
                  </a:lnTo>
                  <a:lnTo>
                    <a:pt x="p0x272" y="p0y272"/>
                  </a:lnTo>
                  <a:lnTo>
                    <a:pt x="p0x273" y="p0y273"/>
                  </a:lnTo>
                  <a:lnTo>
                    <a:pt x="p0x274" y="p0y274"/>
                  </a:lnTo>
                  <a:moveTo>
                    <a:pt x="p0x275" y="p0y275"/>
                  </a:moveTo>
                  <a:lnTo>
                    <a:pt x="p0x276" y="p0y276"/>
                  </a:lnTo>
                  <a:lnTo>
                    <a:pt x="p0x277" y="p0y277"/>
                  </a:lnTo>
                  <a:lnTo>
                    <a:pt x="p0x278" y="p0y278"/>
                  </a:lnTo>
                  <a:lnTo>
                    <a:pt x="p0x279" y="p0y279"/>
                  </a:lnTo>
                  <a:moveTo>
                    <a:pt x="p0x280" y="p0y280"/>
                  </a:moveTo>
                  <a:lnTo>
                    <a:pt x="p0x281" y="p0y281"/>
                  </a:lnTo>
                  <a:lnTo>
                    <a:pt x="p0x282" y="p0y282"/>
                  </a:lnTo>
                  <a:lnTo>
                    <a:pt x="p0x283" y="p0y283"/>
                  </a:lnTo>
                  <a:lnTo>
                    <a:pt x="p0x284" y="p0y284"/>
                  </a:lnTo>
                  <a:moveTo>
                    <a:pt x="p0x285" y="p0y285"/>
                  </a:moveTo>
                  <a:lnTo>
                    <a:pt x="p0x286" y="p0y286"/>
                  </a:lnTo>
                  <a:lnTo>
                    <a:pt x="p0x287" y="p0y287"/>
                  </a:lnTo>
                  <a:lnTo>
                    <a:pt x="p0x288" y="p0y288"/>
                  </a:lnTo>
                  <a:lnTo>
                    <a:pt x="p0x289" y="p0y289"/>
                  </a:lnTo>
                  <a:moveTo>
                    <a:pt x="p0x290" y="p0y290"/>
                  </a:moveTo>
                  <a:lnTo>
                    <a:pt x="p0x291" y="p0y291"/>
                  </a:lnTo>
                  <a:lnTo>
                    <a:pt x="p0x292" y="p0y292"/>
                  </a:lnTo>
                  <a:lnTo>
                    <a:pt x="p0x293" y="p0y293"/>
                  </a:lnTo>
                  <a:lnTo>
                    <a:pt x="p0x294" y="p0y294"/>
                  </a:lnTo>
                  <a:moveTo>
                    <a:pt x="p0x295" y="p0y295"/>
                  </a:moveTo>
                  <a:lnTo>
                    <a:pt x="p0x296" y="p0y296"/>
                  </a:lnTo>
                  <a:lnTo>
                    <a:pt x="p0x297" y="p0y297"/>
                  </a:lnTo>
                  <a:lnTo>
                    <a:pt x="p0x298" y="p0y298"/>
                  </a:lnTo>
                  <a:lnTo>
                    <a:pt x="p0x299" y="p0y299"/>
                  </a:lnTo>
                  <a:moveTo>
                    <a:pt x="p0x300" y="p0y300"/>
                  </a:moveTo>
                  <a:lnTo>
                    <a:pt x="p0x301" y="p0y301"/>
                  </a:lnTo>
                  <a:lnTo>
                    <a:pt x="p0x302" y="p0y302"/>
                  </a:lnTo>
                  <a:lnTo>
                    <a:pt x="p0x303" y="p0y303"/>
                  </a:lnTo>
                  <a:lnTo>
                    <a:pt x="p0x304" y="p0y304"/>
                  </a:lnTo>
                  <a:moveTo>
                    <a:pt x="p0x305" y="p0y305"/>
                  </a:moveTo>
                  <a:lnTo>
                    <a:pt x="p0x306" y="p0y306"/>
                  </a:lnTo>
                  <a:lnTo>
                    <a:pt x="p0x307" y="p0y307"/>
                  </a:lnTo>
                  <a:lnTo>
                    <a:pt x="p0x308" y="p0y308"/>
                  </a:lnTo>
                  <a:lnTo>
                    <a:pt x="p0x309" y="p0y309"/>
                  </a:lnTo>
                  <a:moveTo>
                    <a:pt x="p0x310" y="p0y310"/>
                  </a:moveTo>
                  <a:lnTo>
                    <a:pt x="p0x311" y="p0y311"/>
                  </a:lnTo>
                  <a:lnTo>
                    <a:pt x="p0x312" y="p0y312"/>
                  </a:lnTo>
                  <a:lnTo>
                    <a:pt x="p0x313" y="p0y313"/>
                  </a:lnTo>
                  <a:lnTo>
                    <a:pt x="p0x314" y="p0y314"/>
                  </a:lnTo>
                  <a:moveTo>
                    <a:pt x="p0x315" y="p0y315"/>
                  </a:moveTo>
                  <a:lnTo>
                    <a:pt x="p0x316" y="p0y316"/>
                  </a:lnTo>
                  <a:lnTo>
                    <a:pt x="p0x317" y="p0y317"/>
                  </a:lnTo>
                  <a:lnTo>
                    <a:pt x="p0x318" y="p0y318"/>
                  </a:lnTo>
                  <a:lnTo>
                    <a:pt x="p0x319" y="p0y319"/>
                  </a:lnTo>
                  <a:moveTo>
                    <a:pt x="p0x320" y="p0y320"/>
                  </a:moveTo>
                  <a:lnTo>
                    <a:pt x="p0x321" y="p0y321"/>
                  </a:lnTo>
                  <a:lnTo>
                    <a:pt x="p0x322" y="p0y322"/>
                  </a:lnTo>
                  <a:lnTo>
                    <a:pt x="p0x323" y="p0y323"/>
                  </a:lnTo>
                  <a:lnTo>
                    <a:pt x="p0x324" y="p0y324"/>
                  </a:lnTo>
                  <a:moveTo>
                    <a:pt x="p0x325" y="p0y325"/>
                  </a:moveTo>
                  <a:lnTo>
                    <a:pt x="p0x326" y="p0y326"/>
                  </a:lnTo>
                  <a:lnTo>
                    <a:pt x="p0x327" y="p0y327"/>
                  </a:lnTo>
                  <a:lnTo>
                    <a:pt x="p0x328" y="p0y328"/>
                  </a:lnTo>
                  <a:lnTo>
                    <a:pt x="p0x329" y="p0y329"/>
                  </a:lnTo>
                  <a:moveTo>
                    <a:pt x="p0x330" y="p0y330"/>
                  </a:moveTo>
                  <a:lnTo>
                    <a:pt x="p0x331" y="p0y331"/>
                  </a:lnTo>
                  <a:lnTo>
                    <a:pt x="p0x332" y="p0y332"/>
                  </a:lnTo>
                  <a:lnTo>
                    <a:pt x="p0x333" y="p0y333"/>
                  </a:lnTo>
                  <a:lnTo>
                    <a:pt x="p0x334" y="p0y334"/>
                  </a:lnTo>
                  <a:moveTo>
                    <a:pt x="p0x335" y="p0y335"/>
                  </a:moveTo>
                  <a:lnTo>
                    <a:pt x="p0x336" y="p0y336"/>
                  </a:lnTo>
                  <a:lnTo>
                    <a:pt x="p0x337" y="p0y337"/>
                  </a:lnTo>
                  <a:lnTo>
                    <a:pt x="p0x338" y="p0y338"/>
                  </a:lnTo>
                  <a:lnTo>
                    <a:pt x="p0x339" y="p0y339"/>
                  </a:lnTo>
                  <a:moveTo>
                    <a:pt x="p0x340" y="p0y340"/>
                  </a:moveTo>
                  <a:lnTo>
                    <a:pt x="p0x341" y="p0y341"/>
                  </a:lnTo>
                  <a:lnTo>
                    <a:pt x="p0x342" y="p0y342"/>
                  </a:lnTo>
                  <a:lnTo>
                    <a:pt x="p0x343" y="p0y343"/>
                  </a:lnTo>
                  <a:lnTo>
                    <a:pt x="p0x344" y="p0y344"/>
                  </a:lnTo>
                  <a:moveTo>
                    <a:pt x="p0x345" y="p0y345"/>
                  </a:moveTo>
                  <a:lnTo>
                    <a:pt x="p0x346" y="p0y346"/>
                  </a:lnTo>
                  <a:lnTo>
                    <a:pt x="p0x347" y="p0y347"/>
                  </a:lnTo>
                  <a:lnTo>
                    <a:pt x="p0x348" y="p0y348"/>
                  </a:lnTo>
                  <a:lnTo>
                    <a:pt x="p0x349" y="p0y349"/>
                  </a:lnTo>
                  <a:moveTo>
                    <a:pt x="p0x350" y="p0y350"/>
                  </a:moveTo>
                  <a:lnTo>
                    <a:pt x="p0x351" y="p0y351"/>
                  </a:lnTo>
                  <a:lnTo>
                    <a:pt x="p0x352" y="p0y352"/>
                  </a:lnTo>
                  <a:lnTo>
                    <a:pt x="p0x353" y="p0y353"/>
                  </a:lnTo>
                  <a:lnTo>
                    <a:pt x="p0x354" y="p0y354"/>
                  </a:lnTo>
                  <a:moveTo>
                    <a:pt x="p0x355" y="p0y355"/>
                  </a:moveTo>
                  <a:lnTo>
                    <a:pt x="p0x356" y="p0y356"/>
                  </a:lnTo>
                  <a:lnTo>
                    <a:pt x="p0x357" y="p0y357"/>
                  </a:lnTo>
                  <a:lnTo>
                    <a:pt x="p0x358" y="p0y358"/>
                  </a:lnTo>
                  <a:lnTo>
                    <a:pt x="p0x359" y="p0y359"/>
                  </a:lnTo>
                  <a:moveTo>
                    <a:pt x="p0x360" y="p0y360"/>
                  </a:moveTo>
                  <a:lnTo>
                    <a:pt x="p0x361" y="p0y361"/>
                  </a:lnTo>
                  <a:lnTo>
                    <a:pt x="p0x362" y="p0y362"/>
                  </a:lnTo>
                  <a:lnTo>
                    <a:pt x="p0x363" y="p0y363"/>
                  </a:lnTo>
                  <a:lnTo>
                    <a:pt x="p0x364" y="p0y364"/>
                  </a:lnTo>
                  <a:moveTo>
                    <a:pt x="p0x365" y="p0y365"/>
                  </a:moveTo>
                  <a:lnTo>
                    <a:pt x="p0x366" y="p0y366"/>
                  </a:lnTo>
                  <a:lnTo>
                    <a:pt x="p0x367" y="p0y367"/>
                  </a:lnTo>
                  <a:lnTo>
                    <a:pt x="p0x368" y="p0y368"/>
                  </a:lnTo>
                  <a:lnTo>
                    <a:pt x="p0x369" y="p0y369"/>
                  </a:lnTo>
                  <a:moveTo>
                    <a:pt x="p0x370" y="p0y370"/>
                  </a:moveTo>
                  <a:lnTo>
                    <a:pt x="p0x371" y="p0y371"/>
                  </a:lnTo>
                  <a:lnTo>
                    <a:pt x="p0x372" y="p0y372"/>
                  </a:lnTo>
                  <a:lnTo>
                    <a:pt x="p0x373" y="p0y373"/>
                  </a:lnTo>
                  <a:lnTo>
                    <a:pt x="p0x374" y="p0y374"/>
                  </a:lnTo>
                  <a:moveTo>
                    <a:pt x="p0x375" y="p0y375"/>
                  </a:moveTo>
                  <a:lnTo>
                    <a:pt x="p0x376" y="p0y376"/>
                  </a:lnTo>
                  <a:lnTo>
                    <a:pt x="p0x377" y="p0y377"/>
                  </a:lnTo>
                  <a:lnTo>
                    <a:pt x="p0x378" y="p0y378"/>
                  </a:lnTo>
                  <a:lnTo>
                    <a:pt x="p0x379" y="p0y379"/>
                  </a:lnTo>
                  <a:moveTo>
                    <a:pt x="p0x380" y="p0y380"/>
                  </a:moveTo>
                  <a:lnTo>
                    <a:pt x="p0x381" y="p0y381"/>
                  </a:lnTo>
                  <a:lnTo>
                    <a:pt x="p0x382" y="p0y382"/>
                  </a:lnTo>
                  <a:lnTo>
                    <a:pt x="p0x383" y="p0y383"/>
                  </a:lnTo>
                  <a:lnTo>
                    <a:pt x="p0x384" y="p0y384"/>
                  </a:lnTo>
                  <a:moveTo>
                    <a:pt x="p0x385" y="p0y385"/>
                  </a:moveTo>
                  <a:lnTo>
                    <a:pt x="p0x386" y="p0y386"/>
                  </a:lnTo>
                  <a:lnTo>
                    <a:pt x="p0x387" y="p0y387"/>
                  </a:lnTo>
                  <a:lnTo>
                    <a:pt x="p0x388" y="p0y388"/>
                  </a:lnTo>
                  <a:lnTo>
                    <a:pt x="p0x389" y="p0y389"/>
                  </a:lnTo>
                  <a:moveTo>
                    <a:pt x="p0x390" y="p0y390"/>
                  </a:moveTo>
                  <a:lnTo>
                    <a:pt x="p0x391" y="p0y391"/>
                  </a:lnTo>
                  <a:lnTo>
                    <a:pt x="p0x392" y="p0y392"/>
                  </a:lnTo>
                  <a:lnTo>
                    <a:pt x="p0x393" y="p0y393"/>
                  </a:lnTo>
                  <a:lnTo>
                    <a:pt x="p0x394" y="p0y394"/>
                  </a:lnTo>
                  <a:moveTo>
                    <a:pt x="p0x395" y="p0y395"/>
                  </a:moveTo>
                  <a:lnTo>
                    <a:pt x="p0x396" y="p0y396"/>
                  </a:lnTo>
                  <a:lnTo>
                    <a:pt x="p0x397" y="p0y397"/>
                  </a:lnTo>
                  <a:lnTo>
                    <a:pt x="p0x398" y="p0y398"/>
                  </a:lnTo>
                  <a:lnTo>
                    <a:pt x="p0x399" y="p0y399"/>
                  </a:lnTo>
                  <a:moveTo>
                    <a:pt x="p0x400" y="p0y400"/>
                  </a:moveTo>
                  <a:lnTo>
                    <a:pt x="p0x401" y="p0y401"/>
                  </a:lnTo>
                  <a:lnTo>
                    <a:pt x="p0x402" y="p0y402"/>
                  </a:lnTo>
                  <a:lnTo>
                    <a:pt x="p0x403" y="p0y403"/>
                  </a:lnTo>
                  <a:lnTo>
                    <a:pt x="p0x404" y="p0y404"/>
                  </a:lnTo>
                  <a:moveTo>
                    <a:pt x="p0x405" y="p0y405"/>
                  </a:moveTo>
                  <a:lnTo>
                    <a:pt x="p0x406" y="p0y406"/>
                  </a:lnTo>
                  <a:lnTo>
                    <a:pt x="p0x407" y="p0y407"/>
                  </a:lnTo>
                  <a:lnTo>
                    <a:pt x="p0x408" y="p0y408"/>
                  </a:lnTo>
                  <a:lnTo>
                    <a:pt x="p0x409" y="p0y409"/>
                  </a:lnTo>
                  <a:moveTo>
                    <a:pt x="p0x410" y="p0y410"/>
                  </a:moveTo>
                  <a:lnTo>
                    <a:pt x="p0x411" y="p0y411"/>
                  </a:lnTo>
                  <a:lnTo>
                    <a:pt x="p0x412" y="p0y412"/>
                  </a:lnTo>
                  <a:lnTo>
                    <a:pt x="p0x413" y="p0y413"/>
                  </a:lnTo>
                  <a:lnTo>
                    <a:pt x="p0x414" y="p0y414"/>
                  </a:lnTo>
                  <a:moveTo>
                    <a:pt x="p0x415" y="p0y415"/>
                  </a:moveTo>
                  <a:lnTo>
                    <a:pt x="p0x416" y="p0y416"/>
                  </a:lnTo>
                  <a:lnTo>
                    <a:pt x="p0x417" y="p0y417"/>
                  </a:lnTo>
                  <a:lnTo>
                    <a:pt x="p0x418" y="p0y418"/>
                  </a:lnTo>
                  <a:lnTo>
                    <a:pt x="p0x419" y="p0y419"/>
                  </a:lnTo>
                  <a:moveTo>
                    <a:pt x="p0x420" y="p0y420"/>
                  </a:moveTo>
                  <a:lnTo>
                    <a:pt x="p0x421" y="p0y421"/>
                  </a:lnTo>
                  <a:lnTo>
                    <a:pt x="p0x422" y="p0y422"/>
                  </a:lnTo>
                  <a:lnTo>
                    <a:pt x="p0x423" y="p0y423"/>
                  </a:lnTo>
                  <a:lnTo>
                    <a:pt x="p0x424" y="p0y424"/>
                  </a:lnTo>
                  <a:moveTo>
                    <a:pt x="p0x425" y="p0y425"/>
                  </a:moveTo>
                  <a:lnTo>
                    <a:pt x="p0x426" y="p0y426"/>
                  </a:lnTo>
                  <a:lnTo>
                    <a:pt x="p0x427" y="p0y427"/>
                  </a:lnTo>
                  <a:lnTo>
                    <a:pt x="p0x428" y="p0y428"/>
                  </a:lnTo>
                  <a:lnTo>
                    <a:pt x="p0x429" y="p0y429"/>
                  </a:lnTo>
                  <a:moveTo>
                    <a:pt x="p0x430" y="p0y430"/>
                  </a:moveTo>
                  <a:lnTo>
                    <a:pt x="p0x431" y="p0y431"/>
                  </a:lnTo>
                  <a:lnTo>
                    <a:pt x="p0x432" y="p0y432"/>
                  </a:lnTo>
                  <a:lnTo>
                    <a:pt x="p0x433" y="p0y433"/>
                  </a:lnTo>
                  <a:lnTo>
                    <a:pt x="p0x434" y="p0y434"/>
                  </a:lnTo>
                  <a:moveTo>
                    <a:pt x="p0x435" y="p0y435"/>
                  </a:moveTo>
                  <a:lnTo>
                    <a:pt x="p0x436" y="p0y436"/>
                  </a:lnTo>
                  <a:lnTo>
                    <a:pt x="p0x437" y="p0y437"/>
                  </a:lnTo>
                  <a:lnTo>
                    <a:pt x="p0x438" y="p0y438"/>
                  </a:lnTo>
                  <a:lnTo>
                    <a:pt x="p0x439" y="p0y439"/>
                  </a:lnTo>
                  <a:moveTo>
                    <a:pt x="p0x440" y="p0y440"/>
                  </a:moveTo>
                  <a:lnTo>
                    <a:pt x="p0x441" y="p0y441"/>
                  </a:lnTo>
                  <a:lnTo>
                    <a:pt x="p0x442" y="p0y442"/>
                  </a:lnTo>
                  <a:lnTo>
                    <a:pt x="p0x443" y="p0y443"/>
                  </a:lnTo>
                  <a:lnTo>
                    <a:pt x="p0x444" y="p0y444"/>
                  </a:lnTo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90" name="图片 89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 l="-9091" t="-11515" r="-9091" b="-11515"/>
          <a:stretch>
            <a:fillRect/>
          </a:stretch>
        </p:blipFill>
        <p:spPr>
          <a:xfrm>
            <a:off x="6462395" y="5735955"/>
            <a:ext cx="123825" cy="128905"/>
          </a:xfrm>
          <a:prstGeom prst="rect">
            <a:avLst/>
          </a:prstGeom>
        </p:spPr>
      </p:pic>
      <p:sp>
        <p:nvSpPr>
          <p:cNvPr id="91" name="文本框 90"/>
          <p:cNvSpPr txBox="1"/>
          <p:nvPr>
            <p:custDataLst>
              <p:tags r:id="rId43"/>
            </p:custDataLst>
          </p:nvPr>
        </p:nvSpPr>
        <p:spPr>
          <a:xfrm>
            <a:off x="6696075" y="5715000"/>
            <a:ext cx="1190625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</a:t>
            </a:r>
            <a:r>
              <a:rPr lang="en-US" altLang="zh-CN"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sz="300"/>
              <a:t> </a:t>
            </a:r>
            <a:r>
              <a:rPr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非职业终结者</a:t>
            </a:r>
            <a:endParaRPr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文本框 91"/>
          <p:cNvSpPr txBox="1"/>
          <p:nvPr>
            <p:custDataLst>
              <p:tags r:id="rId44"/>
            </p:custDataLst>
          </p:nvPr>
        </p:nvSpPr>
        <p:spPr>
          <a:xfrm>
            <a:off x="9277350" y="5715000"/>
            <a:ext cx="129540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新任务</a:t>
            </a:r>
            <a:r>
              <a:rPr lang="en-US" altLang="zh-CN"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sz="300"/>
              <a:t> </a:t>
            </a:r>
            <a:r>
              <a:rPr 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</a:t>
            </a:r>
            <a:r>
              <a:rPr lang="en-US" alt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驾驶</a:t>
            </a:r>
            <a:r>
              <a:rPr lang="en-US" alt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"AI</a:t>
            </a:r>
            <a:endParaRPr lang="en-US" altLang="zh-CN"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3" name="图片 92"/>
          <p:cNvPicPr>
            <a:picLocks noChangeAspect="1"/>
          </p:cNvPicPr>
          <p:nvPr>
            <p:custDataLst>
              <p:tags r:id="rId45"/>
            </p:custDataLst>
          </p:nvPr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 l="-4167" t="-6111" r="-4167" b="-6111"/>
          <a:stretch>
            <a:fillRect/>
          </a:stretch>
        </p:blipFill>
        <p:spPr>
          <a:xfrm>
            <a:off x="6462395" y="6007735"/>
            <a:ext cx="123825" cy="128270"/>
          </a:xfrm>
          <a:prstGeom prst="rect">
            <a:avLst/>
          </a:prstGeom>
        </p:spPr>
      </p:pic>
      <p:sp>
        <p:nvSpPr>
          <p:cNvPr id="94" name="文本框 93"/>
          <p:cNvSpPr txBox="1"/>
          <p:nvPr>
            <p:custDataLst>
              <p:tags r:id="rId48"/>
            </p:custDataLst>
          </p:nvPr>
        </p:nvSpPr>
        <p:spPr>
          <a:xfrm>
            <a:off x="6696075" y="5986463"/>
            <a:ext cx="106680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</a:t>
            </a:r>
            <a:r>
              <a:rPr lang="en-US" altLang="zh-CN"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sz="300"/>
              <a:t> </a:t>
            </a:r>
            <a:r>
              <a:rPr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释放创造力</a:t>
            </a:r>
            <a:endParaRPr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5" name="图片 94"/>
          <p:cNvPicPr>
            <a:picLocks noChangeAspect="1"/>
          </p:cNvPicPr>
          <p:nvPr>
            <p:custDataLst>
              <p:tags r:id="rId49"/>
            </p:custDataLst>
          </p:nvPr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-8810" t="-11212" r="-8810" b="-11212"/>
          <a:stretch>
            <a:fillRect/>
          </a:stretch>
        </p:blipFill>
        <p:spPr>
          <a:xfrm>
            <a:off x="9027160" y="6007735"/>
            <a:ext cx="156845" cy="128270"/>
          </a:xfrm>
          <a:prstGeom prst="rect">
            <a:avLst/>
          </a:prstGeom>
        </p:spPr>
      </p:pic>
      <p:sp>
        <p:nvSpPr>
          <p:cNvPr id="96" name="文本框 95"/>
          <p:cNvSpPr txBox="1"/>
          <p:nvPr>
            <p:custDataLst>
              <p:tags r:id="rId52"/>
            </p:custDataLst>
          </p:nvPr>
        </p:nvSpPr>
        <p:spPr>
          <a:xfrm>
            <a:off x="9277350" y="5986463"/>
            <a:ext cx="1190625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关系</a:t>
            </a:r>
            <a:r>
              <a:rPr lang="en-US" altLang="zh-CN" sz="9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sz="300"/>
              <a:t> </a:t>
            </a:r>
            <a:r>
              <a:rPr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协作而非替代</a:t>
            </a:r>
            <a:endParaRPr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53"/>
            </p:custDataLst>
          </p:nvPr>
        </p:nvSpPr>
        <p:spPr>
          <a:xfrm>
            <a:off x="709295" y="2326005"/>
            <a:ext cx="428625" cy="428625"/>
          </a:xfrm>
          <a:custGeom>
            <a:avLst/>
            <a:gdLst>
              <a:gd name="sw" fmla="*/ 1 w 675"/>
              <a:gd name="sh" fmla="*/ 1 h 675"/>
              <a:gd name="mins" fmla="min sw sh"/>
              <a:gd name="dsw" fmla="+- 0 sw mins"/>
              <a:gd name="dsh" fmla="+- 0 sh mins"/>
              <a:gd name="p0x0" fmla="*/ 337 w 675"/>
              <a:gd name="p0y0" fmla="*/ 0 h 675"/>
              <a:gd name="p0x1" fmla="*/ 523 w 675"/>
              <a:gd name="p0y1" fmla="*/ 0 h 675"/>
              <a:gd name="p0x2" fmla="*/ 675 w 675"/>
              <a:gd name="p0y2" fmla="*/ 151 h 675"/>
              <a:gd name="p0x3" fmla="*/ 675 w 675"/>
              <a:gd name="p0y3" fmla="*/ 337 h 675"/>
              <a:gd name="p0x4" fmla="*/ 675 w 675"/>
              <a:gd name="p0y4" fmla="*/ 523 h 675"/>
              <a:gd name="p0x5" fmla="*/ 523 w 675"/>
              <a:gd name="p0y5" fmla="*/ 675 h 675"/>
              <a:gd name="p0x6" fmla="*/ 337 w 675"/>
              <a:gd name="p0y6" fmla="*/ 675 h 675"/>
              <a:gd name="p0x7" fmla="*/ 151 w 675"/>
              <a:gd name="p0y7" fmla="*/ 675 h 675"/>
              <a:gd name="p0x8" fmla="*/ 0 w 675"/>
              <a:gd name="p0y8" fmla="*/ 523 h 675"/>
              <a:gd name="p0x9" fmla="*/ 0 w 675"/>
              <a:gd name="p0y9" fmla="*/ 337 h 675"/>
              <a:gd name="p0x10" fmla="*/ 0 w 675"/>
              <a:gd name="p0y10" fmla="*/ 151 h 675"/>
              <a:gd name="p0x11" fmla="*/ 151 w 675"/>
              <a:gd name="p0y11" fmla="*/ 0 h 675"/>
              <a:gd name="p0x12" fmla="*/ 337 w 675"/>
              <a:gd name="p0y12" fmla="*/ 0 h 6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/>
          </a:solidFill>
          <a:ln w="28575" cmpd="sng">
            <a:solidFill>
              <a:srgbClr val="1E3A8A"/>
            </a:solidFill>
            <a:prstDash val="solid"/>
          </a:ln>
          <a:effectLst>
            <a:outerShdw blurRad="57150" dist="19050" dir="5399999" algn="ctr" rotWithShape="0">
              <a:srgbClr val="000000">
                <a:alpha val="509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54"/>
            </p:custDataLst>
          </p:nvPr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 l="-11538" t="-4510" r="-11538" b="-4510"/>
          <a:stretch>
            <a:fillRect/>
          </a:stretch>
        </p:blipFill>
        <p:spPr>
          <a:xfrm>
            <a:off x="847725" y="2449830"/>
            <a:ext cx="152400" cy="176530"/>
          </a:xfrm>
          <a:prstGeom prst="rect">
            <a:avLst/>
          </a:prstGeom>
        </p:spPr>
      </p:pic>
      <p:grpSp>
        <p:nvGrpSpPr>
          <p:cNvPr id="99" name="组合 98"/>
          <p:cNvGrpSpPr/>
          <p:nvPr/>
        </p:nvGrpSpPr>
        <p:grpSpPr>
          <a:xfrm>
            <a:off x="1304925" y="2242820"/>
            <a:ext cx="4457700" cy="595630"/>
            <a:chOff x="2055" y="3532"/>
            <a:chExt cx="7020" cy="938"/>
          </a:xfrm>
        </p:grpSpPr>
        <p:sp>
          <p:nvSpPr>
            <p:cNvPr id="13" name="任意多边形 12"/>
            <p:cNvSpPr/>
            <p:nvPr>
              <p:custDataLst>
                <p:tags r:id="rId57"/>
              </p:custDataLst>
            </p:nvPr>
          </p:nvSpPr>
          <p:spPr>
            <a:xfrm>
              <a:off x="2055" y="3532"/>
              <a:ext cx="7020" cy="938"/>
            </a:xfrm>
            <a:custGeom>
              <a:avLst/>
              <a:gdLst>
                <a:gd name="sw" fmla="*/ 1 w 7020"/>
                <a:gd name="sh" fmla="*/ 1 h 937"/>
                <a:gd name="mins" fmla="min sw sh"/>
                <a:gd name="dsw" fmla="+- 0 sw mins"/>
                <a:gd name="dsh" fmla="+- 0 sh mins"/>
                <a:gd name="p0x0" fmla="*/ 120 w 7020"/>
                <a:gd name="p0y0" fmla="*/ 0 h 937"/>
                <a:gd name="p0x1" fmla="*/ 6900 w 7020"/>
                <a:gd name="p0y1" fmla="*/ 0 h 937"/>
                <a:gd name="p0x2" fmla="*/ 6966 w 7020"/>
                <a:gd name="p0y2" fmla="*/ 0 h 937"/>
                <a:gd name="p0x3" fmla="*/ 7020 w 7020"/>
                <a:gd name="p0y3" fmla="*/ 53 h 937"/>
                <a:gd name="p0x4" fmla="*/ 7020 w 7020"/>
                <a:gd name="p0y4" fmla="*/ 120 h 937"/>
                <a:gd name="p0x5" fmla="*/ 7020 w 7020"/>
                <a:gd name="p0y5" fmla="*/ 817 h 937"/>
                <a:gd name="p0x6" fmla="*/ 7020 w 7020"/>
                <a:gd name="p0y6" fmla="*/ 883 h 937"/>
                <a:gd name="p0x7" fmla="*/ 6966 w 7020"/>
                <a:gd name="p0y7" fmla="*/ 937 h 937"/>
                <a:gd name="p0x8" fmla="*/ 6900 w 7020"/>
                <a:gd name="p0y8" fmla="*/ 937 h 937"/>
                <a:gd name="p0x9" fmla="*/ 120 w 7020"/>
                <a:gd name="p0y9" fmla="*/ 937 h 937"/>
                <a:gd name="p0x10" fmla="*/ 53 w 7020"/>
                <a:gd name="p0y10" fmla="*/ 937 h 937"/>
                <a:gd name="p0x11" fmla="*/ 0 w 7020"/>
                <a:gd name="p0y11" fmla="*/ 883 h 937"/>
                <a:gd name="p0x12" fmla="*/ 0 w 7020"/>
                <a:gd name="p0y12" fmla="*/ 817 h 937"/>
                <a:gd name="p0x13" fmla="*/ 0 w 7020"/>
                <a:gd name="p0y13" fmla="*/ 120 h 937"/>
                <a:gd name="p0x14" fmla="*/ 0 w 7020"/>
                <a:gd name="p0y14" fmla="*/ 53 h 937"/>
                <a:gd name="p0x15" fmla="*/ 53 w 7020"/>
                <a:gd name="p0y15" fmla="*/ 0 h 937"/>
                <a:gd name="p0x16" fmla="*/ 120 w 7020"/>
                <a:gd name="p0y16" fmla="*/ 0 h 93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EFF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任意多边形 13"/>
            <p:cNvSpPr/>
            <p:nvPr>
              <p:custDataLst>
                <p:tags r:id="rId58"/>
              </p:custDataLst>
            </p:nvPr>
          </p:nvSpPr>
          <p:spPr>
            <a:xfrm>
              <a:off x="2055" y="3532"/>
              <a:ext cx="120" cy="938"/>
            </a:xfrm>
            <a:custGeom>
              <a:avLst/>
              <a:gdLst>
                <a:gd name="sw" fmla="*/ 1 w 120"/>
                <a:gd name="sh" fmla="*/ 1 h 937"/>
                <a:gd name="mins" fmla="min sw sh"/>
                <a:gd name="dsw" fmla="+- 0 sw mins"/>
                <a:gd name="dsh" fmla="+- 0 sh mins"/>
                <a:gd name="p0x0" fmla="*/ 0 w 120"/>
                <a:gd name="p0y0" fmla="*/ 817 h 937"/>
                <a:gd name="p0x1" fmla="*/ 0 w 120"/>
                <a:gd name="p0y1" fmla="*/ 120 h 937"/>
                <a:gd name="p0x2" fmla="*/ 0 w 120"/>
                <a:gd name="p0y2" fmla="*/ 53 h 937"/>
                <a:gd name="p0x3" fmla="*/ 53 w 120"/>
                <a:gd name="p0y3" fmla="*/ 0 h 937"/>
                <a:gd name="p0x4" fmla="*/ 120 w 120"/>
                <a:gd name="p0y4" fmla="*/ 0 h 937"/>
                <a:gd name="p0x5" fmla="*/ 86 w 120"/>
                <a:gd name="p0y5" fmla="*/ 0 h 937"/>
                <a:gd name="p0x6" fmla="*/ 60 w 120"/>
                <a:gd name="p0y6" fmla="*/ 53 h 937"/>
                <a:gd name="p0x7" fmla="*/ 60 w 120"/>
                <a:gd name="p0y7" fmla="*/ 120 h 937"/>
                <a:gd name="p0x8" fmla="*/ 60 w 120"/>
                <a:gd name="p0y8" fmla="*/ 817 h 937"/>
                <a:gd name="p0x9" fmla="*/ 60 w 120"/>
                <a:gd name="p0y9" fmla="*/ 883 h 937"/>
                <a:gd name="p0x10" fmla="*/ 86 w 120"/>
                <a:gd name="p0y10" fmla="*/ 937 h 937"/>
                <a:gd name="p0x11" fmla="*/ 120 w 120"/>
                <a:gd name="p0y11" fmla="*/ 937 h 937"/>
                <a:gd name="p0x12" fmla="*/ 53 w 120"/>
                <a:gd name="p0y12" fmla="*/ 937 h 937"/>
                <a:gd name="p0x13" fmla="*/ 0 w 120"/>
                <a:gd name="p0y13" fmla="*/ 883 h 937"/>
                <a:gd name="p0x14" fmla="*/ 0 w 120"/>
                <a:gd name="p0y14" fmla="*/ 817 h 93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6" name="文本框 15"/>
          <p:cNvSpPr txBox="1"/>
          <p:nvPr>
            <p:custDataLst>
              <p:tags r:id="rId59"/>
            </p:custDataLst>
          </p:nvPr>
        </p:nvSpPr>
        <p:spPr>
          <a:xfrm>
            <a:off x="1476375" y="2338388"/>
            <a:ext cx="4152900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1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极速运算处理</a:t>
            </a:r>
            <a:endParaRPr sz="112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60"/>
            </p:custDataLst>
          </p:nvPr>
        </p:nvSpPr>
        <p:spPr>
          <a:xfrm>
            <a:off x="1476375" y="2566988"/>
            <a:ext cx="415290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毫秒级响应，秒级完成复杂数据分析</a:t>
            </a:r>
            <a:endParaRPr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61"/>
            </p:custDataLst>
          </p:nvPr>
        </p:nvSpPr>
        <p:spPr>
          <a:xfrm>
            <a:off x="709295" y="3035935"/>
            <a:ext cx="428625" cy="428625"/>
          </a:xfrm>
          <a:custGeom>
            <a:avLst/>
            <a:gdLst>
              <a:gd name="sw" fmla="*/ 1 w 675"/>
              <a:gd name="sh" fmla="*/ 1 h 675"/>
              <a:gd name="mins" fmla="min sw sh"/>
              <a:gd name="dsw" fmla="+- 0 sw mins"/>
              <a:gd name="dsh" fmla="+- 0 sh mins"/>
              <a:gd name="p0x0" fmla="*/ 337 w 675"/>
              <a:gd name="p0y0" fmla="*/ 0 h 675"/>
              <a:gd name="p0x1" fmla="*/ 523 w 675"/>
              <a:gd name="p0y1" fmla="*/ 0 h 675"/>
              <a:gd name="p0x2" fmla="*/ 675 w 675"/>
              <a:gd name="p0y2" fmla="*/ 151 h 675"/>
              <a:gd name="p0x3" fmla="*/ 675 w 675"/>
              <a:gd name="p0y3" fmla="*/ 337 h 675"/>
              <a:gd name="p0x4" fmla="*/ 675 w 675"/>
              <a:gd name="p0y4" fmla="*/ 523 h 675"/>
              <a:gd name="p0x5" fmla="*/ 523 w 675"/>
              <a:gd name="p0y5" fmla="*/ 675 h 675"/>
              <a:gd name="p0x6" fmla="*/ 337 w 675"/>
              <a:gd name="p0y6" fmla="*/ 675 h 675"/>
              <a:gd name="p0x7" fmla="*/ 151 w 675"/>
              <a:gd name="p0y7" fmla="*/ 675 h 675"/>
              <a:gd name="p0x8" fmla="*/ 0 w 675"/>
              <a:gd name="p0y8" fmla="*/ 523 h 675"/>
              <a:gd name="p0x9" fmla="*/ 0 w 675"/>
              <a:gd name="p0y9" fmla="*/ 337 h 675"/>
              <a:gd name="p0x10" fmla="*/ 0 w 675"/>
              <a:gd name="p0y10" fmla="*/ 151 h 675"/>
              <a:gd name="p0x11" fmla="*/ 151 w 675"/>
              <a:gd name="p0y11" fmla="*/ 0 h 675"/>
              <a:gd name="p0x12" fmla="*/ 337 w 675"/>
              <a:gd name="p0y12" fmla="*/ 0 h 6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/>
          </a:solidFill>
          <a:ln w="28575" cmpd="sng">
            <a:solidFill>
              <a:srgbClr val="1E3A8A"/>
            </a:solidFill>
            <a:prstDash val="solid"/>
          </a:ln>
          <a:effectLst>
            <a:outerShdw blurRad="57150" dist="19050" dir="5399999" algn="ctr" rotWithShape="0">
              <a:srgbClr val="000000">
                <a:alpha val="509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62"/>
            </p:custDataLst>
          </p:nvPr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rcRect l="-3333" t="-4314" r="-3333" b="-4314"/>
          <a:stretch>
            <a:fillRect/>
          </a:stretch>
        </p:blipFill>
        <p:spPr>
          <a:xfrm>
            <a:off x="847725" y="3159760"/>
            <a:ext cx="152400" cy="175895"/>
          </a:xfrm>
          <a:prstGeom prst="rect">
            <a:avLst/>
          </a:prstGeom>
        </p:spPr>
      </p:pic>
      <p:grpSp>
        <p:nvGrpSpPr>
          <p:cNvPr id="100" name="组合 99"/>
          <p:cNvGrpSpPr/>
          <p:nvPr/>
        </p:nvGrpSpPr>
        <p:grpSpPr>
          <a:xfrm>
            <a:off x="1304925" y="2952750"/>
            <a:ext cx="4457700" cy="594360"/>
            <a:chOff x="2055" y="4650"/>
            <a:chExt cx="7020" cy="936"/>
          </a:xfrm>
        </p:grpSpPr>
        <p:sp>
          <p:nvSpPr>
            <p:cNvPr id="20" name="任意多边形 19"/>
            <p:cNvSpPr/>
            <p:nvPr>
              <p:custDataLst>
                <p:tags r:id="rId65"/>
              </p:custDataLst>
            </p:nvPr>
          </p:nvSpPr>
          <p:spPr>
            <a:xfrm>
              <a:off x="2055" y="4650"/>
              <a:ext cx="7020" cy="937"/>
            </a:xfrm>
            <a:custGeom>
              <a:avLst/>
              <a:gdLst>
                <a:gd name="sw" fmla="*/ 1 w 7020"/>
                <a:gd name="sh" fmla="*/ 1 h 937"/>
                <a:gd name="mins" fmla="min sw sh"/>
                <a:gd name="dsw" fmla="+- 0 sw mins"/>
                <a:gd name="dsh" fmla="+- 0 sh mins"/>
                <a:gd name="p0x0" fmla="*/ 120 w 7020"/>
                <a:gd name="p0y0" fmla="*/ 0 h 937"/>
                <a:gd name="p0x1" fmla="*/ 6900 w 7020"/>
                <a:gd name="p0y1" fmla="*/ 0 h 937"/>
                <a:gd name="p0x2" fmla="*/ 6966 w 7020"/>
                <a:gd name="p0y2" fmla="*/ 0 h 937"/>
                <a:gd name="p0x3" fmla="*/ 7020 w 7020"/>
                <a:gd name="p0y3" fmla="*/ 53 h 937"/>
                <a:gd name="p0x4" fmla="*/ 7020 w 7020"/>
                <a:gd name="p0y4" fmla="*/ 120 h 937"/>
                <a:gd name="p0x5" fmla="*/ 7020 w 7020"/>
                <a:gd name="p0y5" fmla="*/ 817 h 937"/>
                <a:gd name="p0x6" fmla="*/ 7020 w 7020"/>
                <a:gd name="p0y6" fmla="*/ 883 h 937"/>
                <a:gd name="p0x7" fmla="*/ 6966 w 7020"/>
                <a:gd name="p0y7" fmla="*/ 937 h 937"/>
                <a:gd name="p0x8" fmla="*/ 6900 w 7020"/>
                <a:gd name="p0y8" fmla="*/ 937 h 937"/>
                <a:gd name="p0x9" fmla="*/ 120 w 7020"/>
                <a:gd name="p0y9" fmla="*/ 937 h 937"/>
                <a:gd name="p0x10" fmla="*/ 53 w 7020"/>
                <a:gd name="p0y10" fmla="*/ 937 h 937"/>
                <a:gd name="p0x11" fmla="*/ 0 w 7020"/>
                <a:gd name="p0y11" fmla="*/ 883 h 937"/>
                <a:gd name="p0x12" fmla="*/ 0 w 7020"/>
                <a:gd name="p0y12" fmla="*/ 817 h 937"/>
                <a:gd name="p0x13" fmla="*/ 0 w 7020"/>
                <a:gd name="p0y13" fmla="*/ 120 h 937"/>
                <a:gd name="p0x14" fmla="*/ 0 w 7020"/>
                <a:gd name="p0y14" fmla="*/ 53 h 937"/>
                <a:gd name="p0x15" fmla="*/ 53 w 7020"/>
                <a:gd name="p0y15" fmla="*/ 0 h 937"/>
                <a:gd name="p0x16" fmla="*/ 120 w 7020"/>
                <a:gd name="p0y16" fmla="*/ 0 h 93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EFF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任意多边形 20"/>
            <p:cNvSpPr/>
            <p:nvPr>
              <p:custDataLst>
                <p:tags r:id="rId66"/>
              </p:custDataLst>
            </p:nvPr>
          </p:nvSpPr>
          <p:spPr>
            <a:xfrm>
              <a:off x="2055" y="4650"/>
              <a:ext cx="120" cy="937"/>
            </a:xfrm>
            <a:custGeom>
              <a:avLst/>
              <a:gdLst>
                <a:gd name="sw" fmla="*/ 1 w 120"/>
                <a:gd name="sh" fmla="*/ 1 h 937"/>
                <a:gd name="mins" fmla="min sw sh"/>
                <a:gd name="dsw" fmla="+- 0 sw mins"/>
                <a:gd name="dsh" fmla="+- 0 sh mins"/>
                <a:gd name="p0x0" fmla="*/ 0 w 120"/>
                <a:gd name="p0y0" fmla="*/ 817 h 937"/>
                <a:gd name="p0x1" fmla="*/ 0 w 120"/>
                <a:gd name="p0y1" fmla="*/ 120 h 937"/>
                <a:gd name="p0x2" fmla="*/ 0 w 120"/>
                <a:gd name="p0y2" fmla="*/ 53 h 937"/>
                <a:gd name="p0x3" fmla="*/ 53 w 120"/>
                <a:gd name="p0y3" fmla="*/ 0 h 937"/>
                <a:gd name="p0x4" fmla="*/ 120 w 120"/>
                <a:gd name="p0y4" fmla="*/ 0 h 937"/>
                <a:gd name="p0x5" fmla="*/ 86 w 120"/>
                <a:gd name="p0y5" fmla="*/ 0 h 937"/>
                <a:gd name="p0x6" fmla="*/ 60 w 120"/>
                <a:gd name="p0y6" fmla="*/ 53 h 937"/>
                <a:gd name="p0x7" fmla="*/ 60 w 120"/>
                <a:gd name="p0y7" fmla="*/ 120 h 937"/>
                <a:gd name="p0x8" fmla="*/ 60 w 120"/>
                <a:gd name="p0y8" fmla="*/ 817 h 937"/>
                <a:gd name="p0x9" fmla="*/ 60 w 120"/>
                <a:gd name="p0y9" fmla="*/ 883 h 937"/>
                <a:gd name="p0x10" fmla="*/ 86 w 120"/>
                <a:gd name="p0y10" fmla="*/ 937 h 937"/>
                <a:gd name="p0x11" fmla="*/ 120 w 120"/>
                <a:gd name="p0y11" fmla="*/ 937 h 937"/>
                <a:gd name="p0x12" fmla="*/ 53 w 120"/>
                <a:gd name="p0y12" fmla="*/ 937 h 937"/>
                <a:gd name="p0x13" fmla="*/ 0 w 120"/>
                <a:gd name="p0y13" fmla="*/ 883 h 937"/>
                <a:gd name="p0x14" fmla="*/ 0 w 120"/>
                <a:gd name="p0y14" fmla="*/ 817 h 93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3" name="文本框 22"/>
          <p:cNvSpPr txBox="1"/>
          <p:nvPr>
            <p:custDataLst>
              <p:tags r:id="rId67"/>
            </p:custDataLst>
          </p:nvPr>
        </p:nvSpPr>
        <p:spPr>
          <a:xfrm>
            <a:off x="1476375" y="3048000"/>
            <a:ext cx="4152900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1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海量记忆存储</a:t>
            </a:r>
            <a:endParaRPr sz="112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68"/>
            </p:custDataLst>
          </p:nvPr>
        </p:nvSpPr>
        <p:spPr>
          <a:xfrm>
            <a:off x="1476375" y="3276600"/>
            <a:ext cx="415290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实时检索知识库，精准调用历史信息</a:t>
            </a:r>
            <a:endParaRPr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69"/>
            </p:custDataLst>
          </p:nvPr>
        </p:nvSpPr>
        <p:spPr>
          <a:xfrm>
            <a:off x="709295" y="3745230"/>
            <a:ext cx="428625" cy="428625"/>
          </a:xfrm>
          <a:custGeom>
            <a:avLst/>
            <a:gdLst>
              <a:gd name="sw" fmla="*/ 1 w 675"/>
              <a:gd name="sh" fmla="*/ 1 h 675"/>
              <a:gd name="mins" fmla="min sw sh"/>
              <a:gd name="dsw" fmla="+- 0 sw mins"/>
              <a:gd name="dsh" fmla="+- 0 sh mins"/>
              <a:gd name="p0x0" fmla="*/ 337 w 675"/>
              <a:gd name="p0y0" fmla="*/ 0 h 675"/>
              <a:gd name="p0x1" fmla="*/ 523 w 675"/>
              <a:gd name="p0y1" fmla="*/ 0 h 675"/>
              <a:gd name="p0x2" fmla="*/ 675 w 675"/>
              <a:gd name="p0y2" fmla="*/ 151 h 675"/>
              <a:gd name="p0x3" fmla="*/ 675 w 675"/>
              <a:gd name="p0y3" fmla="*/ 337 h 675"/>
              <a:gd name="p0x4" fmla="*/ 675 w 675"/>
              <a:gd name="p0y4" fmla="*/ 523 h 675"/>
              <a:gd name="p0x5" fmla="*/ 523 w 675"/>
              <a:gd name="p0y5" fmla="*/ 675 h 675"/>
              <a:gd name="p0x6" fmla="*/ 337 w 675"/>
              <a:gd name="p0y6" fmla="*/ 675 h 675"/>
              <a:gd name="p0x7" fmla="*/ 151 w 675"/>
              <a:gd name="p0y7" fmla="*/ 675 h 675"/>
              <a:gd name="p0x8" fmla="*/ 0 w 675"/>
              <a:gd name="p0y8" fmla="*/ 523 h 675"/>
              <a:gd name="p0x9" fmla="*/ 0 w 675"/>
              <a:gd name="p0y9" fmla="*/ 337 h 675"/>
              <a:gd name="p0x10" fmla="*/ 0 w 675"/>
              <a:gd name="p0y10" fmla="*/ 151 h 675"/>
              <a:gd name="p0x11" fmla="*/ 151 w 675"/>
              <a:gd name="p0y11" fmla="*/ 0 h 675"/>
              <a:gd name="p0x12" fmla="*/ 337 w 675"/>
              <a:gd name="p0y12" fmla="*/ 0 h 6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/>
          </a:solidFill>
          <a:ln w="28575" cmpd="sng">
            <a:solidFill>
              <a:srgbClr val="1E3A8A"/>
            </a:solidFill>
            <a:prstDash val="solid"/>
          </a:ln>
          <a:effectLst>
            <a:outerShdw blurRad="57150" dist="19050" dir="5399999" algn="ctr" rotWithShape="0">
              <a:srgbClr val="000000">
                <a:alpha val="509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70"/>
            </p:custDataLst>
          </p:nvPr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rcRect l="-3492" t="-4510" r="-3492" b="-4510"/>
          <a:stretch>
            <a:fillRect/>
          </a:stretch>
        </p:blipFill>
        <p:spPr>
          <a:xfrm>
            <a:off x="816610" y="3869055"/>
            <a:ext cx="213995" cy="176530"/>
          </a:xfrm>
          <a:prstGeom prst="rect">
            <a:avLst/>
          </a:prstGeom>
        </p:spPr>
      </p:pic>
      <p:grpSp>
        <p:nvGrpSpPr>
          <p:cNvPr id="101" name="组合 100"/>
          <p:cNvGrpSpPr/>
          <p:nvPr/>
        </p:nvGrpSpPr>
        <p:grpSpPr>
          <a:xfrm>
            <a:off x="1304925" y="3662045"/>
            <a:ext cx="4457700" cy="595630"/>
            <a:chOff x="2055" y="5767"/>
            <a:chExt cx="7020" cy="938"/>
          </a:xfrm>
        </p:grpSpPr>
        <p:sp>
          <p:nvSpPr>
            <p:cNvPr id="27" name="任意多边形 26"/>
            <p:cNvSpPr/>
            <p:nvPr>
              <p:custDataLst>
                <p:tags r:id="rId73"/>
              </p:custDataLst>
            </p:nvPr>
          </p:nvSpPr>
          <p:spPr>
            <a:xfrm>
              <a:off x="2055" y="5767"/>
              <a:ext cx="7020" cy="938"/>
            </a:xfrm>
            <a:custGeom>
              <a:avLst/>
              <a:gdLst>
                <a:gd name="sw" fmla="*/ 1 w 7020"/>
                <a:gd name="sh" fmla="*/ 1 h 937"/>
                <a:gd name="mins" fmla="min sw sh"/>
                <a:gd name="dsw" fmla="+- 0 sw mins"/>
                <a:gd name="dsh" fmla="+- 0 sh mins"/>
                <a:gd name="p0x0" fmla="*/ 120 w 7020"/>
                <a:gd name="p0y0" fmla="*/ 0 h 937"/>
                <a:gd name="p0x1" fmla="*/ 6900 w 7020"/>
                <a:gd name="p0y1" fmla="*/ 0 h 937"/>
                <a:gd name="p0x2" fmla="*/ 6966 w 7020"/>
                <a:gd name="p0y2" fmla="*/ 0 h 937"/>
                <a:gd name="p0x3" fmla="*/ 7020 w 7020"/>
                <a:gd name="p0y3" fmla="*/ 53 h 937"/>
                <a:gd name="p0x4" fmla="*/ 7020 w 7020"/>
                <a:gd name="p0y4" fmla="*/ 120 h 937"/>
                <a:gd name="p0x5" fmla="*/ 7020 w 7020"/>
                <a:gd name="p0y5" fmla="*/ 817 h 937"/>
                <a:gd name="p0x6" fmla="*/ 7020 w 7020"/>
                <a:gd name="p0y6" fmla="*/ 883 h 937"/>
                <a:gd name="p0x7" fmla="*/ 6966 w 7020"/>
                <a:gd name="p0y7" fmla="*/ 937 h 937"/>
                <a:gd name="p0x8" fmla="*/ 6900 w 7020"/>
                <a:gd name="p0y8" fmla="*/ 937 h 937"/>
                <a:gd name="p0x9" fmla="*/ 120 w 7020"/>
                <a:gd name="p0y9" fmla="*/ 937 h 937"/>
                <a:gd name="p0x10" fmla="*/ 53 w 7020"/>
                <a:gd name="p0y10" fmla="*/ 937 h 937"/>
                <a:gd name="p0x11" fmla="*/ 0 w 7020"/>
                <a:gd name="p0y11" fmla="*/ 883 h 937"/>
                <a:gd name="p0x12" fmla="*/ 0 w 7020"/>
                <a:gd name="p0y12" fmla="*/ 817 h 937"/>
                <a:gd name="p0x13" fmla="*/ 0 w 7020"/>
                <a:gd name="p0y13" fmla="*/ 120 h 937"/>
                <a:gd name="p0x14" fmla="*/ 0 w 7020"/>
                <a:gd name="p0y14" fmla="*/ 53 h 937"/>
                <a:gd name="p0x15" fmla="*/ 53 w 7020"/>
                <a:gd name="p0y15" fmla="*/ 0 h 937"/>
                <a:gd name="p0x16" fmla="*/ 120 w 7020"/>
                <a:gd name="p0y16" fmla="*/ 0 h 93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EFF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任意多边形 27"/>
            <p:cNvSpPr/>
            <p:nvPr>
              <p:custDataLst>
                <p:tags r:id="rId74"/>
              </p:custDataLst>
            </p:nvPr>
          </p:nvSpPr>
          <p:spPr>
            <a:xfrm>
              <a:off x="2055" y="5767"/>
              <a:ext cx="120" cy="938"/>
            </a:xfrm>
            <a:custGeom>
              <a:avLst/>
              <a:gdLst>
                <a:gd name="sw" fmla="*/ 1 w 120"/>
                <a:gd name="sh" fmla="*/ 1 h 937"/>
                <a:gd name="mins" fmla="min sw sh"/>
                <a:gd name="dsw" fmla="+- 0 sw mins"/>
                <a:gd name="dsh" fmla="+- 0 sh mins"/>
                <a:gd name="p0x0" fmla="*/ 0 w 120"/>
                <a:gd name="p0y0" fmla="*/ 817 h 937"/>
                <a:gd name="p0x1" fmla="*/ 0 w 120"/>
                <a:gd name="p0y1" fmla="*/ 120 h 937"/>
                <a:gd name="p0x2" fmla="*/ 0 w 120"/>
                <a:gd name="p0y2" fmla="*/ 53 h 937"/>
                <a:gd name="p0x3" fmla="*/ 53 w 120"/>
                <a:gd name="p0y3" fmla="*/ 0 h 937"/>
                <a:gd name="p0x4" fmla="*/ 120 w 120"/>
                <a:gd name="p0y4" fmla="*/ 0 h 937"/>
                <a:gd name="p0x5" fmla="*/ 86 w 120"/>
                <a:gd name="p0y5" fmla="*/ 0 h 937"/>
                <a:gd name="p0x6" fmla="*/ 60 w 120"/>
                <a:gd name="p0y6" fmla="*/ 53 h 937"/>
                <a:gd name="p0x7" fmla="*/ 60 w 120"/>
                <a:gd name="p0y7" fmla="*/ 120 h 937"/>
                <a:gd name="p0x8" fmla="*/ 60 w 120"/>
                <a:gd name="p0y8" fmla="*/ 817 h 937"/>
                <a:gd name="p0x9" fmla="*/ 60 w 120"/>
                <a:gd name="p0y9" fmla="*/ 883 h 937"/>
                <a:gd name="p0x10" fmla="*/ 86 w 120"/>
                <a:gd name="p0y10" fmla="*/ 937 h 937"/>
                <a:gd name="p0x11" fmla="*/ 120 w 120"/>
                <a:gd name="p0y11" fmla="*/ 937 h 937"/>
                <a:gd name="p0x12" fmla="*/ 53 w 120"/>
                <a:gd name="p0y12" fmla="*/ 937 h 937"/>
                <a:gd name="p0x13" fmla="*/ 0 w 120"/>
                <a:gd name="p0y13" fmla="*/ 883 h 937"/>
                <a:gd name="p0x14" fmla="*/ 0 w 120"/>
                <a:gd name="p0y14" fmla="*/ 817 h 93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0" name="文本框 29"/>
          <p:cNvSpPr txBox="1"/>
          <p:nvPr>
            <p:custDataLst>
              <p:tags r:id="rId75"/>
            </p:custDataLst>
          </p:nvPr>
        </p:nvSpPr>
        <p:spPr>
          <a:xfrm>
            <a:off x="1476375" y="3757613"/>
            <a:ext cx="4152900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1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智能模式识别</a:t>
            </a:r>
            <a:endParaRPr sz="112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76"/>
            </p:custDataLst>
          </p:nvPr>
        </p:nvSpPr>
        <p:spPr>
          <a:xfrm>
            <a:off x="1476375" y="3986213"/>
            <a:ext cx="415290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发现数据规律，预测趋势与关联关系</a:t>
            </a:r>
            <a:endParaRPr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77"/>
            </p:custDataLst>
          </p:nvPr>
        </p:nvSpPr>
        <p:spPr>
          <a:xfrm>
            <a:off x="709295" y="4455160"/>
            <a:ext cx="428625" cy="428625"/>
          </a:xfrm>
          <a:custGeom>
            <a:avLst/>
            <a:gdLst>
              <a:gd name="sw" fmla="*/ 1 w 675"/>
              <a:gd name="sh" fmla="*/ 1 h 675"/>
              <a:gd name="mins" fmla="min sw sh"/>
              <a:gd name="dsw" fmla="+- 0 sw mins"/>
              <a:gd name="dsh" fmla="+- 0 sh mins"/>
              <a:gd name="p0x0" fmla="*/ 337 w 675"/>
              <a:gd name="p0y0" fmla="*/ 0 h 675"/>
              <a:gd name="p0x1" fmla="*/ 523 w 675"/>
              <a:gd name="p0y1" fmla="*/ 0 h 675"/>
              <a:gd name="p0x2" fmla="*/ 675 w 675"/>
              <a:gd name="p0y2" fmla="*/ 151 h 675"/>
              <a:gd name="p0x3" fmla="*/ 675 w 675"/>
              <a:gd name="p0y3" fmla="*/ 337 h 675"/>
              <a:gd name="p0x4" fmla="*/ 675 w 675"/>
              <a:gd name="p0y4" fmla="*/ 523 h 675"/>
              <a:gd name="p0x5" fmla="*/ 523 w 675"/>
              <a:gd name="p0y5" fmla="*/ 675 h 675"/>
              <a:gd name="p0x6" fmla="*/ 337 w 675"/>
              <a:gd name="p0y6" fmla="*/ 675 h 675"/>
              <a:gd name="p0x7" fmla="*/ 151 w 675"/>
              <a:gd name="p0y7" fmla="*/ 675 h 675"/>
              <a:gd name="p0x8" fmla="*/ 0 w 675"/>
              <a:gd name="p0y8" fmla="*/ 523 h 675"/>
              <a:gd name="p0x9" fmla="*/ 0 w 675"/>
              <a:gd name="p0y9" fmla="*/ 337 h 675"/>
              <a:gd name="p0x10" fmla="*/ 0 w 675"/>
              <a:gd name="p0y10" fmla="*/ 151 h 675"/>
              <a:gd name="p0x11" fmla="*/ 151 w 675"/>
              <a:gd name="p0y11" fmla="*/ 0 h 675"/>
              <a:gd name="p0x12" fmla="*/ 337 w 675"/>
              <a:gd name="p0y12" fmla="*/ 0 h 6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/>
          </a:solidFill>
          <a:ln w="28575" cmpd="sng">
            <a:solidFill>
              <a:srgbClr val="1E3A8A"/>
            </a:solidFill>
            <a:prstDash val="solid"/>
          </a:ln>
          <a:effectLst>
            <a:outerShdw blurRad="57150" dist="19050" dir="5399999" algn="ctr" rotWithShape="0">
              <a:srgbClr val="000000">
                <a:alpha val="509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78"/>
            </p:custDataLst>
          </p:nvPr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rcRect l="-3492" t="-42333" r="-3492" b="-42333"/>
          <a:stretch>
            <a:fillRect/>
          </a:stretch>
        </p:blipFill>
        <p:spPr>
          <a:xfrm>
            <a:off x="816610" y="4578985"/>
            <a:ext cx="213995" cy="175895"/>
          </a:xfrm>
          <a:prstGeom prst="rect">
            <a:avLst/>
          </a:prstGeom>
        </p:spPr>
      </p:pic>
      <p:grpSp>
        <p:nvGrpSpPr>
          <p:cNvPr id="102" name="组合 101"/>
          <p:cNvGrpSpPr/>
          <p:nvPr/>
        </p:nvGrpSpPr>
        <p:grpSpPr>
          <a:xfrm>
            <a:off x="1304925" y="4371975"/>
            <a:ext cx="4457700" cy="594360"/>
            <a:chOff x="2055" y="6885"/>
            <a:chExt cx="7020" cy="936"/>
          </a:xfrm>
        </p:grpSpPr>
        <p:sp>
          <p:nvSpPr>
            <p:cNvPr id="34" name="任意多边形 33"/>
            <p:cNvSpPr/>
            <p:nvPr>
              <p:custDataLst>
                <p:tags r:id="rId81"/>
              </p:custDataLst>
            </p:nvPr>
          </p:nvSpPr>
          <p:spPr>
            <a:xfrm>
              <a:off x="2055" y="6885"/>
              <a:ext cx="7020" cy="937"/>
            </a:xfrm>
            <a:custGeom>
              <a:avLst/>
              <a:gdLst>
                <a:gd name="sw" fmla="*/ 1 w 7020"/>
                <a:gd name="sh" fmla="*/ 1 h 937"/>
                <a:gd name="mins" fmla="min sw sh"/>
                <a:gd name="dsw" fmla="+- 0 sw mins"/>
                <a:gd name="dsh" fmla="+- 0 sh mins"/>
                <a:gd name="p0x0" fmla="*/ 120 w 7020"/>
                <a:gd name="p0y0" fmla="*/ 0 h 937"/>
                <a:gd name="p0x1" fmla="*/ 6900 w 7020"/>
                <a:gd name="p0y1" fmla="*/ 0 h 937"/>
                <a:gd name="p0x2" fmla="*/ 6966 w 7020"/>
                <a:gd name="p0y2" fmla="*/ 0 h 937"/>
                <a:gd name="p0x3" fmla="*/ 7020 w 7020"/>
                <a:gd name="p0y3" fmla="*/ 53 h 937"/>
                <a:gd name="p0x4" fmla="*/ 7020 w 7020"/>
                <a:gd name="p0y4" fmla="*/ 120 h 937"/>
                <a:gd name="p0x5" fmla="*/ 7020 w 7020"/>
                <a:gd name="p0y5" fmla="*/ 817 h 937"/>
                <a:gd name="p0x6" fmla="*/ 7020 w 7020"/>
                <a:gd name="p0y6" fmla="*/ 883 h 937"/>
                <a:gd name="p0x7" fmla="*/ 6966 w 7020"/>
                <a:gd name="p0y7" fmla="*/ 937 h 937"/>
                <a:gd name="p0x8" fmla="*/ 6900 w 7020"/>
                <a:gd name="p0y8" fmla="*/ 937 h 937"/>
                <a:gd name="p0x9" fmla="*/ 120 w 7020"/>
                <a:gd name="p0y9" fmla="*/ 937 h 937"/>
                <a:gd name="p0x10" fmla="*/ 53 w 7020"/>
                <a:gd name="p0y10" fmla="*/ 937 h 937"/>
                <a:gd name="p0x11" fmla="*/ 0 w 7020"/>
                <a:gd name="p0y11" fmla="*/ 883 h 937"/>
                <a:gd name="p0x12" fmla="*/ 0 w 7020"/>
                <a:gd name="p0y12" fmla="*/ 817 h 937"/>
                <a:gd name="p0x13" fmla="*/ 0 w 7020"/>
                <a:gd name="p0y13" fmla="*/ 120 h 937"/>
                <a:gd name="p0x14" fmla="*/ 0 w 7020"/>
                <a:gd name="p0y14" fmla="*/ 53 h 937"/>
                <a:gd name="p0x15" fmla="*/ 53 w 7020"/>
                <a:gd name="p0y15" fmla="*/ 0 h 937"/>
                <a:gd name="p0x16" fmla="*/ 120 w 7020"/>
                <a:gd name="p0y16" fmla="*/ 0 h 93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EFF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任意多边形 34"/>
            <p:cNvSpPr/>
            <p:nvPr>
              <p:custDataLst>
                <p:tags r:id="rId82"/>
              </p:custDataLst>
            </p:nvPr>
          </p:nvSpPr>
          <p:spPr>
            <a:xfrm>
              <a:off x="2055" y="6885"/>
              <a:ext cx="120" cy="937"/>
            </a:xfrm>
            <a:custGeom>
              <a:avLst/>
              <a:gdLst>
                <a:gd name="sw" fmla="*/ 1 w 120"/>
                <a:gd name="sh" fmla="*/ 1 h 937"/>
                <a:gd name="mins" fmla="min sw sh"/>
                <a:gd name="dsw" fmla="+- 0 sw mins"/>
                <a:gd name="dsh" fmla="+- 0 sh mins"/>
                <a:gd name="p0x0" fmla="*/ 0 w 120"/>
                <a:gd name="p0y0" fmla="*/ 817 h 937"/>
                <a:gd name="p0x1" fmla="*/ 0 w 120"/>
                <a:gd name="p0y1" fmla="*/ 120 h 937"/>
                <a:gd name="p0x2" fmla="*/ 0 w 120"/>
                <a:gd name="p0y2" fmla="*/ 53 h 937"/>
                <a:gd name="p0x3" fmla="*/ 53 w 120"/>
                <a:gd name="p0y3" fmla="*/ 0 h 937"/>
                <a:gd name="p0x4" fmla="*/ 120 w 120"/>
                <a:gd name="p0y4" fmla="*/ 0 h 937"/>
                <a:gd name="p0x5" fmla="*/ 86 w 120"/>
                <a:gd name="p0y5" fmla="*/ 0 h 937"/>
                <a:gd name="p0x6" fmla="*/ 60 w 120"/>
                <a:gd name="p0y6" fmla="*/ 53 h 937"/>
                <a:gd name="p0x7" fmla="*/ 60 w 120"/>
                <a:gd name="p0y7" fmla="*/ 120 h 937"/>
                <a:gd name="p0x8" fmla="*/ 60 w 120"/>
                <a:gd name="p0y8" fmla="*/ 817 h 937"/>
                <a:gd name="p0x9" fmla="*/ 60 w 120"/>
                <a:gd name="p0y9" fmla="*/ 883 h 937"/>
                <a:gd name="p0x10" fmla="*/ 86 w 120"/>
                <a:gd name="p0y10" fmla="*/ 937 h 937"/>
                <a:gd name="p0x11" fmla="*/ 120 w 120"/>
                <a:gd name="p0y11" fmla="*/ 937 h 937"/>
                <a:gd name="p0x12" fmla="*/ 53 w 120"/>
                <a:gd name="p0y12" fmla="*/ 937 h 937"/>
                <a:gd name="p0x13" fmla="*/ 0 w 120"/>
                <a:gd name="p0y13" fmla="*/ 883 h 937"/>
                <a:gd name="p0x14" fmla="*/ 0 w 120"/>
                <a:gd name="p0y14" fmla="*/ 817 h 93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7" name="文本框 36"/>
          <p:cNvSpPr txBox="1"/>
          <p:nvPr>
            <p:custDataLst>
              <p:tags r:id="rId83"/>
            </p:custDataLst>
          </p:nvPr>
        </p:nvSpPr>
        <p:spPr>
          <a:xfrm>
            <a:off x="1476375" y="4467225"/>
            <a:ext cx="4152900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1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持续稳定输出</a:t>
            </a:r>
            <a:endParaRPr sz="112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84"/>
            </p:custDataLst>
          </p:nvPr>
        </p:nvSpPr>
        <p:spPr>
          <a:xfrm>
            <a:off x="1476375" y="4695825"/>
            <a:ext cx="415290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小时工作，不受疲劳情绪影响</a:t>
            </a:r>
            <a:endParaRPr lang="zh-CN" altLang="en-US"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任意多边形 58"/>
          <p:cNvSpPr/>
          <p:nvPr>
            <p:custDataLst>
              <p:tags r:id="rId85"/>
            </p:custDataLst>
          </p:nvPr>
        </p:nvSpPr>
        <p:spPr>
          <a:xfrm>
            <a:off x="6443345" y="2326005"/>
            <a:ext cx="428625" cy="428625"/>
          </a:xfrm>
          <a:custGeom>
            <a:avLst/>
            <a:gdLst>
              <a:gd name="sw" fmla="*/ 1 w 675"/>
              <a:gd name="sh" fmla="*/ 1 h 675"/>
              <a:gd name="mins" fmla="min sw sh"/>
              <a:gd name="dsw" fmla="+- 0 sw mins"/>
              <a:gd name="dsh" fmla="+- 0 sh mins"/>
              <a:gd name="p0x0" fmla="*/ 337 w 675"/>
              <a:gd name="p0y0" fmla="*/ 0 h 675"/>
              <a:gd name="p0x1" fmla="*/ 523 w 675"/>
              <a:gd name="p0y1" fmla="*/ 0 h 675"/>
              <a:gd name="p0x2" fmla="*/ 675 w 675"/>
              <a:gd name="p0y2" fmla="*/ 151 h 675"/>
              <a:gd name="p0x3" fmla="*/ 675 w 675"/>
              <a:gd name="p0y3" fmla="*/ 337 h 675"/>
              <a:gd name="p0x4" fmla="*/ 675 w 675"/>
              <a:gd name="p0y4" fmla="*/ 523 h 675"/>
              <a:gd name="p0x5" fmla="*/ 523 w 675"/>
              <a:gd name="p0y5" fmla="*/ 675 h 675"/>
              <a:gd name="p0x6" fmla="*/ 337 w 675"/>
              <a:gd name="p0y6" fmla="*/ 675 h 675"/>
              <a:gd name="p0x7" fmla="*/ 151 w 675"/>
              <a:gd name="p0y7" fmla="*/ 675 h 675"/>
              <a:gd name="p0x8" fmla="*/ 0 w 675"/>
              <a:gd name="p0y8" fmla="*/ 523 h 675"/>
              <a:gd name="p0x9" fmla="*/ 0 w 675"/>
              <a:gd name="p0y9" fmla="*/ 337 h 675"/>
              <a:gd name="p0x10" fmla="*/ 0 w 675"/>
              <a:gd name="p0y10" fmla="*/ 151 h 675"/>
              <a:gd name="p0x11" fmla="*/ 151 w 675"/>
              <a:gd name="p0y11" fmla="*/ 0 h 675"/>
              <a:gd name="p0x12" fmla="*/ 337 w 675"/>
              <a:gd name="p0y12" fmla="*/ 0 h 6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/>
          </a:solidFill>
          <a:ln w="28575" cmpd="sng">
            <a:solidFill>
              <a:srgbClr val="06B6D4"/>
            </a:solidFill>
            <a:prstDash val="solid"/>
          </a:ln>
          <a:effectLst>
            <a:outerShdw blurRad="57150" dist="19050" dir="5399999" algn="ctr" rotWithShape="0">
              <a:srgbClr val="000000">
                <a:alpha val="509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0" name="图片 59"/>
          <p:cNvPicPr>
            <a:picLocks noChangeAspect="1"/>
          </p:cNvPicPr>
          <p:nvPr>
            <p:custDataLst>
              <p:tags r:id="rId86"/>
            </p:custDataLst>
          </p:nvPr>
        </p:nvPicPr>
        <p:blipFill>
          <a:blip r:embed="rId87">
            <a:extLst>
              <a:ext uri="{96DAC541-7B7A-43D3-8B79-37D633B846F1}">
                <asvg:svgBlip xmlns:asvg="http://schemas.microsoft.com/office/drawing/2016/SVG/main" r:embed="rId88"/>
              </a:ext>
            </a:extLst>
          </a:blip>
          <a:srcRect l="-2941" t="-4510" r="-2941" b="-4510"/>
          <a:stretch>
            <a:fillRect/>
          </a:stretch>
        </p:blipFill>
        <p:spPr>
          <a:xfrm>
            <a:off x="6572250" y="2449830"/>
            <a:ext cx="171450" cy="176530"/>
          </a:xfrm>
          <a:prstGeom prst="rect">
            <a:avLst/>
          </a:prstGeom>
        </p:spPr>
      </p:pic>
      <p:grpSp>
        <p:nvGrpSpPr>
          <p:cNvPr id="105" name="组合 104"/>
          <p:cNvGrpSpPr/>
          <p:nvPr/>
        </p:nvGrpSpPr>
        <p:grpSpPr>
          <a:xfrm>
            <a:off x="7038975" y="2242820"/>
            <a:ext cx="4457700" cy="595630"/>
            <a:chOff x="11085" y="3532"/>
            <a:chExt cx="7020" cy="938"/>
          </a:xfrm>
        </p:grpSpPr>
        <p:sp>
          <p:nvSpPr>
            <p:cNvPr id="61" name="任意多边形 60"/>
            <p:cNvSpPr/>
            <p:nvPr>
              <p:custDataLst>
                <p:tags r:id="rId89"/>
              </p:custDataLst>
            </p:nvPr>
          </p:nvSpPr>
          <p:spPr>
            <a:xfrm>
              <a:off x="11085" y="3532"/>
              <a:ext cx="7020" cy="938"/>
            </a:xfrm>
            <a:custGeom>
              <a:avLst/>
              <a:gdLst>
                <a:gd name="sw" fmla="*/ 1 w 7020"/>
                <a:gd name="sh" fmla="*/ 1 h 937"/>
                <a:gd name="mins" fmla="min sw sh"/>
                <a:gd name="dsw" fmla="+- 0 sw mins"/>
                <a:gd name="dsh" fmla="+- 0 sh mins"/>
                <a:gd name="p0x0" fmla="*/ 120 w 7020"/>
                <a:gd name="p0y0" fmla="*/ 0 h 937"/>
                <a:gd name="p0x1" fmla="*/ 6900 w 7020"/>
                <a:gd name="p0y1" fmla="*/ 0 h 937"/>
                <a:gd name="p0x2" fmla="*/ 6966 w 7020"/>
                <a:gd name="p0y2" fmla="*/ 0 h 937"/>
                <a:gd name="p0x3" fmla="*/ 7020 w 7020"/>
                <a:gd name="p0y3" fmla="*/ 53 h 937"/>
                <a:gd name="p0x4" fmla="*/ 7020 w 7020"/>
                <a:gd name="p0y4" fmla="*/ 120 h 937"/>
                <a:gd name="p0x5" fmla="*/ 7020 w 7020"/>
                <a:gd name="p0y5" fmla="*/ 817 h 937"/>
                <a:gd name="p0x6" fmla="*/ 7020 w 7020"/>
                <a:gd name="p0y6" fmla="*/ 883 h 937"/>
                <a:gd name="p0x7" fmla="*/ 6966 w 7020"/>
                <a:gd name="p0y7" fmla="*/ 937 h 937"/>
                <a:gd name="p0x8" fmla="*/ 6900 w 7020"/>
                <a:gd name="p0y8" fmla="*/ 937 h 937"/>
                <a:gd name="p0x9" fmla="*/ 120 w 7020"/>
                <a:gd name="p0y9" fmla="*/ 937 h 937"/>
                <a:gd name="p0x10" fmla="*/ 53 w 7020"/>
                <a:gd name="p0y10" fmla="*/ 937 h 937"/>
                <a:gd name="p0x11" fmla="*/ 0 w 7020"/>
                <a:gd name="p0y11" fmla="*/ 883 h 937"/>
                <a:gd name="p0x12" fmla="*/ 0 w 7020"/>
                <a:gd name="p0y12" fmla="*/ 817 h 937"/>
                <a:gd name="p0x13" fmla="*/ 0 w 7020"/>
                <a:gd name="p0y13" fmla="*/ 120 h 937"/>
                <a:gd name="p0x14" fmla="*/ 0 w 7020"/>
                <a:gd name="p0y14" fmla="*/ 53 h 937"/>
                <a:gd name="p0x15" fmla="*/ 53 w 7020"/>
                <a:gd name="p0y15" fmla="*/ 0 h 937"/>
                <a:gd name="p0x16" fmla="*/ 120 w 7020"/>
                <a:gd name="p0y16" fmla="*/ 0 h 93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ECFE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2" name="任意多边形 61"/>
            <p:cNvSpPr/>
            <p:nvPr>
              <p:custDataLst>
                <p:tags r:id="rId90"/>
              </p:custDataLst>
            </p:nvPr>
          </p:nvSpPr>
          <p:spPr>
            <a:xfrm>
              <a:off x="11085" y="3532"/>
              <a:ext cx="120" cy="938"/>
            </a:xfrm>
            <a:custGeom>
              <a:avLst/>
              <a:gdLst>
                <a:gd name="sw" fmla="*/ 1 w 120"/>
                <a:gd name="sh" fmla="*/ 1 h 937"/>
                <a:gd name="mins" fmla="min sw sh"/>
                <a:gd name="dsw" fmla="+- 0 sw mins"/>
                <a:gd name="dsh" fmla="+- 0 sh mins"/>
                <a:gd name="p0x0" fmla="*/ 0 w 120"/>
                <a:gd name="p0y0" fmla="*/ 817 h 937"/>
                <a:gd name="p0x1" fmla="*/ 0 w 120"/>
                <a:gd name="p0y1" fmla="*/ 120 h 937"/>
                <a:gd name="p0x2" fmla="*/ 0 w 120"/>
                <a:gd name="p0y2" fmla="*/ 53 h 937"/>
                <a:gd name="p0x3" fmla="*/ 53 w 120"/>
                <a:gd name="p0y3" fmla="*/ 0 h 937"/>
                <a:gd name="p0x4" fmla="*/ 120 w 120"/>
                <a:gd name="p0y4" fmla="*/ 0 h 937"/>
                <a:gd name="p0x5" fmla="*/ 86 w 120"/>
                <a:gd name="p0y5" fmla="*/ 0 h 937"/>
                <a:gd name="p0x6" fmla="*/ 60 w 120"/>
                <a:gd name="p0y6" fmla="*/ 53 h 937"/>
                <a:gd name="p0x7" fmla="*/ 60 w 120"/>
                <a:gd name="p0y7" fmla="*/ 120 h 937"/>
                <a:gd name="p0x8" fmla="*/ 60 w 120"/>
                <a:gd name="p0y8" fmla="*/ 817 h 937"/>
                <a:gd name="p0x9" fmla="*/ 60 w 120"/>
                <a:gd name="p0y9" fmla="*/ 883 h 937"/>
                <a:gd name="p0x10" fmla="*/ 86 w 120"/>
                <a:gd name="p0y10" fmla="*/ 937 h 937"/>
                <a:gd name="p0x11" fmla="*/ 120 w 120"/>
                <a:gd name="p0y11" fmla="*/ 937 h 937"/>
                <a:gd name="p0x12" fmla="*/ 53 w 120"/>
                <a:gd name="p0y12" fmla="*/ 937 h 937"/>
                <a:gd name="p0x13" fmla="*/ 0 w 120"/>
                <a:gd name="p0y13" fmla="*/ 883 h 937"/>
                <a:gd name="p0x14" fmla="*/ 0 w 120"/>
                <a:gd name="p0y14" fmla="*/ 817 h 93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4" name="文本框 63"/>
          <p:cNvSpPr txBox="1"/>
          <p:nvPr>
            <p:custDataLst>
              <p:tags r:id="rId91"/>
            </p:custDataLst>
          </p:nvPr>
        </p:nvSpPr>
        <p:spPr>
          <a:xfrm>
            <a:off x="7210425" y="2338388"/>
            <a:ext cx="4152900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1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提出好问题</a:t>
            </a:r>
            <a:endParaRPr sz="112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文本框 64"/>
          <p:cNvSpPr txBox="1"/>
          <p:nvPr>
            <p:custDataLst>
              <p:tags r:id="rId92"/>
            </p:custDataLst>
          </p:nvPr>
        </p:nvSpPr>
        <p:spPr>
          <a:xfrm>
            <a:off x="7210425" y="2566988"/>
            <a:ext cx="415290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定义问题本质，引导创新思考方向</a:t>
            </a:r>
            <a:endParaRPr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任意多边形 65"/>
          <p:cNvSpPr/>
          <p:nvPr>
            <p:custDataLst>
              <p:tags r:id="rId93"/>
            </p:custDataLst>
          </p:nvPr>
        </p:nvSpPr>
        <p:spPr>
          <a:xfrm>
            <a:off x="6443345" y="3035935"/>
            <a:ext cx="428625" cy="428625"/>
          </a:xfrm>
          <a:custGeom>
            <a:avLst/>
            <a:gdLst>
              <a:gd name="sw" fmla="*/ 1 w 675"/>
              <a:gd name="sh" fmla="*/ 1 h 675"/>
              <a:gd name="mins" fmla="min sw sh"/>
              <a:gd name="dsw" fmla="+- 0 sw mins"/>
              <a:gd name="dsh" fmla="+- 0 sh mins"/>
              <a:gd name="p0x0" fmla="*/ 337 w 675"/>
              <a:gd name="p0y0" fmla="*/ 0 h 675"/>
              <a:gd name="p0x1" fmla="*/ 523 w 675"/>
              <a:gd name="p0y1" fmla="*/ 0 h 675"/>
              <a:gd name="p0x2" fmla="*/ 675 w 675"/>
              <a:gd name="p0y2" fmla="*/ 151 h 675"/>
              <a:gd name="p0x3" fmla="*/ 675 w 675"/>
              <a:gd name="p0y3" fmla="*/ 337 h 675"/>
              <a:gd name="p0x4" fmla="*/ 675 w 675"/>
              <a:gd name="p0y4" fmla="*/ 523 h 675"/>
              <a:gd name="p0x5" fmla="*/ 523 w 675"/>
              <a:gd name="p0y5" fmla="*/ 675 h 675"/>
              <a:gd name="p0x6" fmla="*/ 337 w 675"/>
              <a:gd name="p0y6" fmla="*/ 675 h 675"/>
              <a:gd name="p0x7" fmla="*/ 151 w 675"/>
              <a:gd name="p0y7" fmla="*/ 675 h 675"/>
              <a:gd name="p0x8" fmla="*/ 0 w 675"/>
              <a:gd name="p0y8" fmla="*/ 523 h 675"/>
              <a:gd name="p0x9" fmla="*/ 0 w 675"/>
              <a:gd name="p0y9" fmla="*/ 337 h 675"/>
              <a:gd name="p0x10" fmla="*/ 0 w 675"/>
              <a:gd name="p0y10" fmla="*/ 151 h 675"/>
              <a:gd name="p0x11" fmla="*/ 151 w 675"/>
              <a:gd name="p0y11" fmla="*/ 0 h 675"/>
              <a:gd name="p0x12" fmla="*/ 337 w 675"/>
              <a:gd name="p0y12" fmla="*/ 0 h 6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/>
          </a:solidFill>
          <a:ln w="28575" cmpd="sng">
            <a:solidFill>
              <a:srgbClr val="06B6D4"/>
            </a:solidFill>
            <a:prstDash val="solid"/>
          </a:ln>
          <a:effectLst>
            <a:outerShdw blurRad="57150" dist="19050" dir="5399999" algn="ctr" rotWithShape="0">
              <a:srgbClr val="000000">
                <a:alpha val="509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7" name="图片 66"/>
          <p:cNvPicPr>
            <a:picLocks noChangeAspect="1"/>
          </p:cNvPicPr>
          <p:nvPr>
            <p:custDataLst>
              <p:tags r:id="rId94"/>
            </p:custDataLst>
          </p:nvPr>
        </p:nvPicPr>
        <p:blipFill>
          <a:blip r:embed="rId95">
            <a:extLst>
              <a:ext uri="{96DAC541-7B7A-43D3-8B79-37D633B846F1}">
                <asvg:svgBlip xmlns:asvg="http://schemas.microsoft.com/office/drawing/2016/SVG/main" r:embed="rId96"/>
              </a:ext>
            </a:extLst>
          </a:blip>
          <a:srcRect l="-2941" t="-15952" r="-2941" b="-15952"/>
          <a:stretch>
            <a:fillRect/>
          </a:stretch>
        </p:blipFill>
        <p:spPr>
          <a:xfrm>
            <a:off x="6572250" y="3159760"/>
            <a:ext cx="171450" cy="175895"/>
          </a:xfrm>
          <a:prstGeom prst="rect">
            <a:avLst/>
          </a:prstGeom>
        </p:spPr>
      </p:pic>
      <p:grpSp>
        <p:nvGrpSpPr>
          <p:cNvPr id="106" name="组合 105"/>
          <p:cNvGrpSpPr/>
          <p:nvPr/>
        </p:nvGrpSpPr>
        <p:grpSpPr>
          <a:xfrm>
            <a:off x="7038975" y="2952750"/>
            <a:ext cx="4457700" cy="594360"/>
            <a:chOff x="11085" y="4650"/>
            <a:chExt cx="7020" cy="936"/>
          </a:xfrm>
        </p:grpSpPr>
        <p:sp>
          <p:nvSpPr>
            <p:cNvPr id="68" name="任意多边形 67"/>
            <p:cNvSpPr/>
            <p:nvPr>
              <p:custDataLst>
                <p:tags r:id="rId97"/>
              </p:custDataLst>
            </p:nvPr>
          </p:nvSpPr>
          <p:spPr>
            <a:xfrm>
              <a:off x="11085" y="4650"/>
              <a:ext cx="7020" cy="937"/>
            </a:xfrm>
            <a:custGeom>
              <a:avLst/>
              <a:gdLst>
                <a:gd name="sw" fmla="*/ 1 w 7020"/>
                <a:gd name="sh" fmla="*/ 1 h 937"/>
                <a:gd name="mins" fmla="min sw sh"/>
                <a:gd name="dsw" fmla="+- 0 sw mins"/>
                <a:gd name="dsh" fmla="+- 0 sh mins"/>
                <a:gd name="p0x0" fmla="*/ 120 w 7020"/>
                <a:gd name="p0y0" fmla="*/ 0 h 937"/>
                <a:gd name="p0x1" fmla="*/ 6900 w 7020"/>
                <a:gd name="p0y1" fmla="*/ 0 h 937"/>
                <a:gd name="p0x2" fmla="*/ 6966 w 7020"/>
                <a:gd name="p0y2" fmla="*/ 0 h 937"/>
                <a:gd name="p0x3" fmla="*/ 7020 w 7020"/>
                <a:gd name="p0y3" fmla="*/ 53 h 937"/>
                <a:gd name="p0x4" fmla="*/ 7020 w 7020"/>
                <a:gd name="p0y4" fmla="*/ 120 h 937"/>
                <a:gd name="p0x5" fmla="*/ 7020 w 7020"/>
                <a:gd name="p0y5" fmla="*/ 817 h 937"/>
                <a:gd name="p0x6" fmla="*/ 7020 w 7020"/>
                <a:gd name="p0y6" fmla="*/ 883 h 937"/>
                <a:gd name="p0x7" fmla="*/ 6966 w 7020"/>
                <a:gd name="p0y7" fmla="*/ 937 h 937"/>
                <a:gd name="p0x8" fmla="*/ 6900 w 7020"/>
                <a:gd name="p0y8" fmla="*/ 937 h 937"/>
                <a:gd name="p0x9" fmla="*/ 120 w 7020"/>
                <a:gd name="p0y9" fmla="*/ 937 h 937"/>
                <a:gd name="p0x10" fmla="*/ 53 w 7020"/>
                <a:gd name="p0y10" fmla="*/ 937 h 937"/>
                <a:gd name="p0x11" fmla="*/ 0 w 7020"/>
                <a:gd name="p0y11" fmla="*/ 883 h 937"/>
                <a:gd name="p0x12" fmla="*/ 0 w 7020"/>
                <a:gd name="p0y12" fmla="*/ 817 h 937"/>
                <a:gd name="p0x13" fmla="*/ 0 w 7020"/>
                <a:gd name="p0y13" fmla="*/ 120 h 937"/>
                <a:gd name="p0x14" fmla="*/ 0 w 7020"/>
                <a:gd name="p0y14" fmla="*/ 53 h 937"/>
                <a:gd name="p0x15" fmla="*/ 53 w 7020"/>
                <a:gd name="p0y15" fmla="*/ 0 h 937"/>
                <a:gd name="p0x16" fmla="*/ 120 w 7020"/>
                <a:gd name="p0y16" fmla="*/ 0 h 93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ECFE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9" name="任意多边形 68"/>
            <p:cNvSpPr/>
            <p:nvPr>
              <p:custDataLst>
                <p:tags r:id="rId98"/>
              </p:custDataLst>
            </p:nvPr>
          </p:nvSpPr>
          <p:spPr>
            <a:xfrm>
              <a:off x="11085" y="4650"/>
              <a:ext cx="120" cy="937"/>
            </a:xfrm>
            <a:custGeom>
              <a:avLst/>
              <a:gdLst>
                <a:gd name="sw" fmla="*/ 1 w 120"/>
                <a:gd name="sh" fmla="*/ 1 h 937"/>
                <a:gd name="mins" fmla="min sw sh"/>
                <a:gd name="dsw" fmla="+- 0 sw mins"/>
                <a:gd name="dsh" fmla="+- 0 sh mins"/>
                <a:gd name="p0x0" fmla="*/ 0 w 120"/>
                <a:gd name="p0y0" fmla="*/ 817 h 937"/>
                <a:gd name="p0x1" fmla="*/ 0 w 120"/>
                <a:gd name="p0y1" fmla="*/ 120 h 937"/>
                <a:gd name="p0x2" fmla="*/ 0 w 120"/>
                <a:gd name="p0y2" fmla="*/ 53 h 937"/>
                <a:gd name="p0x3" fmla="*/ 53 w 120"/>
                <a:gd name="p0y3" fmla="*/ 0 h 937"/>
                <a:gd name="p0x4" fmla="*/ 120 w 120"/>
                <a:gd name="p0y4" fmla="*/ 0 h 937"/>
                <a:gd name="p0x5" fmla="*/ 86 w 120"/>
                <a:gd name="p0y5" fmla="*/ 0 h 937"/>
                <a:gd name="p0x6" fmla="*/ 60 w 120"/>
                <a:gd name="p0y6" fmla="*/ 53 h 937"/>
                <a:gd name="p0x7" fmla="*/ 60 w 120"/>
                <a:gd name="p0y7" fmla="*/ 120 h 937"/>
                <a:gd name="p0x8" fmla="*/ 60 w 120"/>
                <a:gd name="p0y8" fmla="*/ 817 h 937"/>
                <a:gd name="p0x9" fmla="*/ 60 w 120"/>
                <a:gd name="p0y9" fmla="*/ 883 h 937"/>
                <a:gd name="p0x10" fmla="*/ 86 w 120"/>
                <a:gd name="p0y10" fmla="*/ 937 h 937"/>
                <a:gd name="p0x11" fmla="*/ 120 w 120"/>
                <a:gd name="p0y11" fmla="*/ 937 h 937"/>
                <a:gd name="p0x12" fmla="*/ 53 w 120"/>
                <a:gd name="p0y12" fmla="*/ 937 h 937"/>
                <a:gd name="p0x13" fmla="*/ 0 w 120"/>
                <a:gd name="p0y13" fmla="*/ 883 h 937"/>
                <a:gd name="p0x14" fmla="*/ 0 w 120"/>
                <a:gd name="p0y14" fmla="*/ 817 h 93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1" name="文本框 70"/>
          <p:cNvSpPr txBox="1"/>
          <p:nvPr>
            <p:custDataLst>
              <p:tags r:id="rId99"/>
            </p:custDataLst>
          </p:nvPr>
        </p:nvSpPr>
        <p:spPr>
          <a:xfrm>
            <a:off x="7210425" y="3048000"/>
            <a:ext cx="4152900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1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深度共情理解</a:t>
            </a:r>
            <a:endParaRPr sz="112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/>
          <p:cNvSpPr txBox="1"/>
          <p:nvPr>
            <p:custDataLst>
              <p:tags r:id="rId100"/>
            </p:custDataLst>
          </p:nvPr>
        </p:nvSpPr>
        <p:spPr>
          <a:xfrm>
            <a:off x="7210425" y="3276600"/>
            <a:ext cx="415290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建立情感连接，洞察真实用户需求</a:t>
            </a:r>
            <a:endParaRPr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任意多边形 72"/>
          <p:cNvSpPr/>
          <p:nvPr>
            <p:custDataLst>
              <p:tags r:id="rId101"/>
            </p:custDataLst>
          </p:nvPr>
        </p:nvSpPr>
        <p:spPr>
          <a:xfrm>
            <a:off x="6443345" y="3745230"/>
            <a:ext cx="428625" cy="428625"/>
          </a:xfrm>
          <a:custGeom>
            <a:avLst/>
            <a:gdLst>
              <a:gd name="sw" fmla="*/ 1 w 675"/>
              <a:gd name="sh" fmla="*/ 1 h 675"/>
              <a:gd name="mins" fmla="min sw sh"/>
              <a:gd name="dsw" fmla="+- 0 sw mins"/>
              <a:gd name="dsh" fmla="+- 0 sh mins"/>
              <a:gd name="p0x0" fmla="*/ 337 w 675"/>
              <a:gd name="p0y0" fmla="*/ 0 h 675"/>
              <a:gd name="p0x1" fmla="*/ 523 w 675"/>
              <a:gd name="p0y1" fmla="*/ 0 h 675"/>
              <a:gd name="p0x2" fmla="*/ 675 w 675"/>
              <a:gd name="p0y2" fmla="*/ 151 h 675"/>
              <a:gd name="p0x3" fmla="*/ 675 w 675"/>
              <a:gd name="p0y3" fmla="*/ 337 h 675"/>
              <a:gd name="p0x4" fmla="*/ 675 w 675"/>
              <a:gd name="p0y4" fmla="*/ 523 h 675"/>
              <a:gd name="p0x5" fmla="*/ 523 w 675"/>
              <a:gd name="p0y5" fmla="*/ 675 h 675"/>
              <a:gd name="p0x6" fmla="*/ 337 w 675"/>
              <a:gd name="p0y6" fmla="*/ 675 h 675"/>
              <a:gd name="p0x7" fmla="*/ 151 w 675"/>
              <a:gd name="p0y7" fmla="*/ 675 h 675"/>
              <a:gd name="p0x8" fmla="*/ 0 w 675"/>
              <a:gd name="p0y8" fmla="*/ 523 h 675"/>
              <a:gd name="p0x9" fmla="*/ 0 w 675"/>
              <a:gd name="p0y9" fmla="*/ 337 h 675"/>
              <a:gd name="p0x10" fmla="*/ 0 w 675"/>
              <a:gd name="p0y10" fmla="*/ 151 h 675"/>
              <a:gd name="p0x11" fmla="*/ 151 w 675"/>
              <a:gd name="p0y11" fmla="*/ 0 h 675"/>
              <a:gd name="p0x12" fmla="*/ 337 w 675"/>
              <a:gd name="p0y12" fmla="*/ 0 h 6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/>
          </a:solidFill>
          <a:ln w="28575" cmpd="sng">
            <a:solidFill>
              <a:srgbClr val="06B6D4"/>
            </a:solidFill>
            <a:prstDash val="solid"/>
          </a:ln>
          <a:effectLst>
            <a:outerShdw blurRad="57150" dist="19050" dir="5399999" algn="ctr" rotWithShape="0">
              <a:srgbClr val="000000">
                <a:alpha val="509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4" name="图片 73"/>
          <p:cNvPicPr>
            <a:picLocks noChangeAspect="1"/>
          </p:cNvPicPr>
          <p:nvPr>
            <p:custDataLst>
              <p:tags r:id="rId102"/>
            </p:custDataLst>
          </p:nvPr>
        </p:nvPicPr>
        <p:blipFill>
          <a:blip r:embed="rId103">
            <a:extLst>
              <a:ext uri="{96DAC541-7B7A-43D3-8B79-37D633B846F1}">
                <asvg:svgBlip xmlns:asvg="http://schemas.microsoft.com/office/drawing/2016/SVG/main" r:embed="rId104"/>
              </a:ext>
            </a:extLst>
          </a:blip>
          <a:srcRect l="-2941" t="-4510" r="-2941" b="-4510"/>
          <a:stretch>
            <a:fillRect/>
          </a:stretch>
        </p:blipFill>
        <p:spPr>
          <a:xfrm>
            <a:off x="6572250" y="3869055"/>
            <a:ext cx="171450" cy="176530"/>
          </a:xfrm>
          <a:prstGeom prst="rect">
            <a:avLst/>
          </a:prstGeom>
        </p:spPr>
      </p:pic>
      <p:grpSp>
        <p:nvGrpSpPr>
          <p:cNvPr id="107" name="组合 106"/>
          <p:cNvGrpSpPr/>
          <p:nvPr/>
        </p:nvGrpSpPr>
        <p:grpSpPr>
          <a:xfrm>
            <a:off x="7038975" y="3662045"/>
            <a:ext cx="4457700" cy="595630"/>
            <a:chOff x="11085" y="5767"/>
            <a:chExt cx="7020" cy="938"/>
          </a:xfrm>
        </p:grpSpPr>
        <p:sp>
          <p:nvSpPr>
            <p:cNvPr id="75" name="任意多边形 74"/>
            <p:cNvSpPr/>
            <p:nvPr>
              <p:custDataLst>
                <p:tags r:id="rId105"/>
              </p:custDataLst>
            </p:nvPr>
          </p:nvSpPr>
          <p:spPr>
            <a:xfrm>
              <a:off x="11085" y="5767"/>
              <a:ext cx="7020" cy="938"/>
            </a:xfrm>
            <a:custGeom>
              <a:avLst/>
              <a:gdLst>
                <a:gd name="sw" fmla="*/ 1 w 7020"/>
                <a:gd name="sh" fmla="*/ 1 h 937"/>
                <a:gd name="mins" fmla="min sw sh"/>
                <a:gd name="dsw" fmla="+- 0 sw mins"/>
                <a:gd name="dsh" fmla="+- 0 sh mins"/>
                <a:gd name="p0x0" fmla="*/ 120 w 7020"/>
                <a:gd name="p0y0" fmla="*/ 0 h 937"/>
                <a:gd name="p0x1" fmla="*/ 6900 w 7020"/>
                <a:gd name="p0y1" fmla="*/ 0 h 937"/>
                <a:gd name="p0x2" fmla="*/ 6966 w 7020"/>
                <a:gd name="p0y2" fmla="*/ 0 h 937"/>
                <a:gd name="p0x3" fmla="*/ 7020 w 7020"/>
                <a:gd name="p0y3" fmla="*/ 53 h 937"/>
                <a:gd name="p0x4" fmla="*/ 7020 w 7020"/>
                <a:gd name="p0y4" fmla="*/ 120 h 937"/>
                <a:gd name="p0x5" fmla="*/ 7020 w 7020"/>
                <a:gd name="p0y5" fmla="*/ 817 h 937"/>
                <a:gd name="p0x6" fmla="*/ 7020 w 7020"/>
                <a:gd name="p0y6" fmla="*/ 883 h 937"/>
                <a:gd name="p0x7" fmla="*/ 6966 w 7020"/>
                <a:gd name="p0y7" fmla="*/ 937 h 937"/>
                <a:gd name="p0x8" fmla="*/ 6900 w 7020"/>
                <a:gd name="p0y8" fmla="*/ 937 h 937"/>
                <a:gd name="p0x9" fmla="*/ 120 w 7020"/>
                <a:gd name="p0y9" fmla="*/ 937 h 937"/>
                <a:gd name="p0x10" fmla="*/ 53 w 7020"/>
                <a:gd name="p0y10" fmla="*/ 937 h 937"/>
                <a:gd name="p0x11" fmla="*/ 0 w 7020"/>
                <a:gd name="p0y11" fmla="*/ 883 h 937"/>
                <a:gd name="p0x12" fmla="*/ 0 w 7020"/>
                <a:gd name="p0y12" fmla="*/ 817 h 937"/>
                <a:gd name="p0x13" fmla="*/ 0 w 7020"/>
                <a:gd name="p0y13" fmla="*/ 120 h 937"/>
                <a:gd name="p0x14" fmla="*/ 0 w 7020"/>
                <a:gd name="p0y14" fmla="*/ 53 h 937"/>
                <a:gd name="p0x15" fmla="*/ 53 w 7020"/>
                <a:gd name="p0y15" fmla="*/ 0 h 937"/>
                <a:gd name="p0x16" fmla="*/ 120 w 7020"/>
                <a:gd name="p0y16" fmla="*/ 0 h 93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ECFE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6" name="任意多边形 75"/>
            <p:cNvSpPr/>
            <p:nvPr>
              <p:custDataLst>
                <p:tags r:id="rId106"/>
              </p:custDataLst>
            </p:nvPr>
          </p:nvSpPr>
          <p:spPr>
            <a:xfrm>
              <a:off x="11085" y="5767"/>
              <a:ext cx="120" cy="938"/>
            </a:xfrm>
            <a:custGeom>
              <a:avLst/>
              <a:gdLst>
                <a:gd name="sw" fmla="*/ 1 w 120"/>
                <a:gd name="sh" fmla="*/ 1 h 937"/>
                <a:gd name="mins" fmla="min sw sh"/>
                <a:gd name="dsw" fmla="+- 0 sw mins"/>
                <a:gd name="dsh" fmla="+- 0 sh mins"/>
                <a:gd name="p0x0" fmla="*/ 0 w 120"/>
                <a:gd name="p0y0" fmla="*/ 817 h 937"/>
                <a:gd name="p0x1" fmla="*/ 0 w 120"/>
                <a:gd name="p0y1" fmla="*/ 120 h 937"/>
                <a:gd name="p0x2" fmla="*/ 0 w 120"/>
                <a:gd name="p0y2" fmla="*/ 53 h 937"/>
                <a:gd name="p0x3" fmla="*/ 53 w 120"/>
                <a:gd name="p0y3" fmla="*/ 0 h 937"/>
                <a:gd name="p0x4" fmla="*/ 120 w 120"/>
                <a:gd name="p0y4" fmla="*/ 0 h 937"/>
                <a:gd name="p0x5" fmla="*/ 86 w 120"/>
                <a:gd name="p0y5" fmla="*/ 0 h 937"/>
                <a:gd name="p0x6" fmla="*/ 60 w 120"/>
                <a:gd name="p0y6" fmla="*/ 53 h 937"/>
                <a:gd name="p0x7" fmla="*/ 60 w 120"/>
                <a:gd name="p0y7" fmla="*/ 120 h 937"/>
                <a:gd name="p0x8" fmla="*/ 60 w 120"/>
                <a:gd name="p0y8" fmla="*/ 817 h 937"/>
                <a:gd name="p0x9" fmla="*/ 60 w 120"/>
                <a:gd name="p0y9" fmla="*/ 883 h 937"/>
                <a:gd name="p0x10" fmla="*/ 86 w 120"/>
                <a:gd name="p0y10" fmla="*/ 937 h 937"/>
                <a:gd name="p0x11" fmla="*/ 120 w 120"/>
                <a:gd name="p0y11" fmla="*/ 937 h 937"/>
                <a:gd name="p0x12" fmla="*/ 53 w 120"/>
                <a:gd name="p0y12" fmla="*/ 937 h 937"/>
                <a:gd name="p0x13" fmla="*/ 0 w 120"/>
                <a:gd name="p0y13" fmla="*/ 883 h 937"/>
                <a:gd name="p0x14" fmla="*/ 0 w 120"/>
                <a:gd name="p0y14" fmla="*/ 817 h 93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8" name="文本框 77"/>
          <p:cNvSpPr txBox="1"/>
          <p:nvPr>
            <p:custDataLst>
              <p:tags r:id="rId107"/>
            </p:custDataLst>
          </p:nvPr>
        </p:nvSpPr>
        <p:spPr>
          <a:xfrm>
            <a:off x="7210425" y="3757613"/>
            <a:ext cx="4152900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1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审美与价值判断</a:t>
            </a:r>
            <a:endParaRPr sz="112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108"/>
            </p:custDataLst>
          </p:nvPr>
        </p:nvSpPr>
        <p:spPr>
          <a:xfrm>
            <a:off x="7210425" y="3986213"/>
            <a:ext cx="415290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艺术品味鉴赏，伦理道德权衡取舍</a:t>
            </a:r>
            <a:endParaRPr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任意多边形 79"/>
          <p:cNvSpPr/>
          <p:nvPr>
            <p:custDataLst>
              <p:tags r:id="rId109"/>
            </p:custDataLst>
          </p:nvPr>
        </p:nvSpPr>
        <p:spPr>
          <a:xfrm>
            <a:off x="6443345" y="4455160"/>
            <a:ext cx="428625" cy="428625"/>
          </a:xfrm>
          <a:custGeom>
            <a:avLst/>
            <a:gdLst>
              <a:gd name="sw" fmla="*/ 1 w 675"/>
              <a:gd name="sh" fmla="*/ 1 h 675"/>
              <a:gd name="mins" fmla="min sw sh"/>
              <a:gd name="dsw" fmla="+- 0 sw mins"/>
              <a:gd name="dsh" fmla="+- 0 sh mins"/>
              <a:gd name="p0x0" fmla="*/ 337 w 675"/>
              <a:gd name="p0y0" fmla="*/ 0 h 675"/>
              <a:gd name="p0x1" fmla="*/ 523 w 675"/>
              <a:gd name="p0y1" fmla="*/ 0 h 675"/>
              <a:gd name="p0x2" fmla="*/ 675 w 675"/>
              <a:gd name="p0y2" fmla="*/ 151 h 675"/>
              <a:gd name="p0x3" fmla="*/ 675 w 675"/>
              <a:gd name="p0y3" fmla="*/ 337 h 675"/>
              <a:gd name="p0x4" fmla="*/ 675 w 675"/>
              <a:gd name="p0y4" fmla="*/ 523 h 675"/>
              <a:gd name="p0x5" fmla="*/ 523 w 675"/>
              <a:gd name="p0y5" fmla="*/ 675 h 675"/>
              <a:gd name="p0x6" fmla="*/ 337 w 675"/>
              <a:gd name="p0y6" fmla="*/ 675 h 675"/>
              <a:gd name="p0x7" fmla="*/ 151 w 675"/>
              <a:gd name="p0y7" fmla="*/ 675 h 675"/>
              <a:gd name="p0x8" fmla="*/ 0 w 675"/>
              <a:gd name="p0y8" fmla="*/ 523 h 675"/>
              <a:gd name="p0x9" fmla="*/ 0 w 675"/>
              <a:gd name="p0y9" fmla="*/ 337 h 675"/>
              <a:gd name="p0x10" fmla="*/ 0 w 675"/>
              <a:gd name="p0y10" fmla="*/ 151 h 675"/>
              <a:gd name="p0x11" fmla="*/ 151 w 675"/>
              <a:gd name="p0y11" fmla="*/ 0 h 675"/>
              <a:gd name="p0x12" fmla="*/ 337 w 675"/>
              <a:gd name="p0y12" fmla="*/ 0 h 6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/>
          </a:solidFill>
          <a:ln w="28575" cmpd="sng">
            <a:solidFill>
              <a:srgbClr val="06B6D4"/>
            </a:solidFill>
            <a:prstDash val="solid"/>
          </a:ln>
          <a:effectLst>
            <a:outerShdw blurRad="57150" dist="19050" dir="5399999" algn="ctr" rotWithShape="0">
              <a:srgbClr val="000000">
                <a:alpha val="509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1" name="图片 80"/>
          <p:cNvPicPr>
            <a:picLocks noChangeAspect="1"/>
          </p:cNvPicPr>
          <p:nvPr>
            <p:custDataLst>
              <p:tags r:id="rId110"/>
            </p:custDataLst>
          </p:nvPr>
        </p:nvPicPr>
        <p:blipFill>
          <a:blip r:embed="rId111">
            <a:extLst>
              <a:ext uri="{96DAC541-7B7A-43D3-8B79-37D633B846F1}">
                <asvg:svgBlip xmlns:asvg="http://schemas.microsoft.com/office/drawing/2016/SVG/main" r:embed="rId112"/>
              </a:ext>
            </a:extLst>
          </a:blip>
          <a:srcRect l="-3492" t="-4314" r="-3492" b="-4314"/>
          <a:stretch>
            <a:fillRect/>
          </a:stretch>
        </p:blipFill>
        <p:spPr>
          <a:xfrm>
            <a:off x="6550660" y="4578985"/>
            <a:ext cx="213995" cy="175895"/>
          </a:xfrm>
          <a:prstGeom prst="rect">
            <a:avLst/>
          </a:prstGeom>
        </p:spPr>
      </p:pic>
      <p:grpSp>
        <p:nvGrpSpPr>
          <p:cNvPr id="108" name="组合 107"/>
          <p:cNvGrpSpPr/>
          <p:nvPr/>
        </p:nvGrpSpPr>
        <p:grpSpPr>
          <a:xfrm>
            <a:off x="7038975" y="4371975"/>
            <a:ext cx="4457700" cy="594360"/>
            <a:chOff x="11085" y="6885"/>
            <a:chExt cx="7020" cy="936"/>
          </a:xfrm>
        </p:grpSpPr>
        <p:sp>
          <p:nvSpPr>
            <p:cNvPr id="82" name="任意多边形 81"/>
            <p:cNvSpPr/>
            <p:nvPr>
              <p:custDataLst>
                <p:tags r:id="rId113"/>
              </p:custDataLst>
            </p:nvPr>
          </p:nvSpPr>
          <p:spPr>
            <a:xfrm>
              <a:off x="11085" y="6885"/>
              <a:ext cx="7020" cy="937"/>
            </a:xfrm>
            <a:custGeom>
              <a:avLst/>
              <a:gdLst>
                <a:gd name="sw" fmla="*/ 1 w 7020"/>
                <a:gd name="sh" fmla="*/ 1 h 937"/>
                <a:gd name="mins" fmla="min sw sh"/>
                <a:gd name="dsw" fmla="+- 0 sw mins"/>
                <a:gd name="dsh" fmla="+- 0 sh mins"/>
                <a:gd name="p0x0" fmla="*/ 120 w 7020"/>
                <a:gd name="p0y0" fmla="*/ 0 h 937"/>
                <a:gd name="p0x1" fmla="*/ 6900 w 7020"/>
                <a:gd name="p0y1" fmla="*/ 0 h 937"/>
                <a:gd name="p0x2" fmla="*/ 6966 w 7020"/>
                <a:gd name="p0y2" fmla="*/ 0 h 937"/>
                <a:gd name="p0x3" fmla="*/ 7020 w 7020"/>
                <a:gd name="p0y3" fmla="*/ 53 h 937"/>
                <a:gd name="p0x4" fmla="*/ 7020 w 7020"/>
                <a:gd name="p0y4" fmla="*/ 120 h 937"/>
                <a:gd name="p0x5" fmla="*/ 7020 w 7020"/>
                <a:gd name="p0y5" fmla="*/ 817 h 937"/>
                <a:gd name="p0x6" fmla="*/ 7020 w 7020"/>
                <a:gd name="p0y6" fmla="*/ 883 h 937"/>
                <a:gd name="p0x7" fmla="*/ 6966 w 7020"/>
                <a:gd name="p0y7" fmla="*/ 937 h 937"/>
                <a:gd name="p0x8" fmla="*/ 6900 w 7020"/>
                <a:gd name="p0y8" fmla="*/ 937 h 937"/>
                <a:gd name="p0x9" fmla="*/ 120 w 7020"/>
                <a:gd name="p0y9" fmla="*/ 937 h 937"/>
                <a:gd name="p0x10" fmla="*/ 53 w 7020"/>
                <a:gd name="p0y10" fmla="*/ 937 h 937"/>
                <a:gd name="p0x11" fmla="*/ 0 w 7020"/>
                <a:gd name="p0y11" fmla="*/ 883 h 937"/>
                <a:gd name="p0x12" fmla="*/ 0 w 7020"/>
                <a:gd name="p0y12" fmla="*/ 817 h 937"/>
                <a:gd name="p0x13" fmla="*/ 0 w 7020"/>
                <a:gd name="p0y13" fmla="*/ 120 h 937"/>
                <a:gd name="p0x14" fmla="*/ 0 w 7020"/>
                <a:gd name="p0y14" fmla="*/ 53 h 937"/>
                <a:gd name="p0x15" fmla="*/ 53 w 7020"/>
                <a:gd name="p0y15" fmla="*/ 0 h 937"/>
                <a:gd name="p0x16" fmla="*/ 120 w 7020"/>
                <a:gd name="p0y16" fmla="*/ 0 h 93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ECFE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3" name="任意多边形 82"/>
            <p:cNvSpPr/>
            <p:nvPr>
              <p:custDataLst>
                <p:tags r:id="rId114"/>
              </p:custDataLst>
            </p:nvPr>
          </p:nvSpPr>
          <p:spPr>
            <a:xfrm>
              <a:off x="11085" y="6885"/>
              <a:ext cx="120" cy="937"/>
            </a:xfrm>
            <a:custGeom>
              <a:avLst/>
              <a:gdLst>
                <a:gd name="sw" fmla="*/ 1 w 120"/>
                <a:gd name="sh" fmla="*/ 1 h 937"/>
                <a:gd name="mins" fmla="min sw sh"/>
                <a:gd name="dsw" fmla="+- 0 sw mins"/>
                <a:gd name="dsh" fmla="+- 0 sh mins"/>
                <a:gd name="p0x0" fmla="*/ 0 w 120"/>
                <a:gd name="p0y0" fmla="*/ 817 h 937"/>
                <a:gd name="p0x1" fmla="*/ 0 w 120"/>
                <a:gd name="p0y1" fmla="*/ 120 h 937"/>
                <a:gd name="p0x2" fmla="*/ 0 w 120"/>
                <a:gd name="p0y2" fmla="*/ 53 h 937"/>
                <a:gd name="p0x3" fmla="*/ 53 w 120"/>
                <a:gd name="p0y3" fmla="*/ 0 h 937"/>
                <a:gd name="p0x4" fmla="*/ 120 w 120"/>
                <a:gd name="p0y4" fmla="*/ 0 h 937"/>
                <a:gd name="p0x5" fmla="*/ 86 w 120"/>
                <a:gd name="p0y5" fmla="*/ 0 h 937"/>
                <a:gd name="p0x6" fmla="*/ 60 w 120"/>
                <a:gd name="p0y6" fmla="*/ 53 h 937"/>
                <a:gd name="p0x7" fmla="*/ 60 w 120"/>
                <a:gd name="p0y7" fmla="*/ 120 h 937"/>
                <a:gd name="p0x8" fmla="*/ 60 w 120"/>
                <a:gd name="p0y8" fmla="*/ 817 h 937"/>
                <a:gd name="p0x9" fmla="*/ 60 w 120"/>
                <a:gd name="p0y9" fmla="*/ 883 h 937"/>
                <a:gd name="p0x10" fmla="*/ 86 w 120"/>
                <a:gd name="p0y10" fmla="*/ 937 h 937"/>
                <a:gd name="p0x11" fmla="*/ 120 w 120"/>
                <a:gd name="p0y11" fmla="*/ 937 h 937"/>
                <a:gd name="p0x12" fmla="*/ 53 w 120"/>
                <a:gd name="p0y12" fmla="*/ 937 h 937"/>
                <a:gd name="p0x13" fmla="*/ 0 w 120"/>
                <a:gd name="p0y13" fmla="*/ 883 h 937"/>
                <a:gd name="p0x14" fmla="*/ 0 w 120"/>
                <a:gd name="p0y14" fmla="*/ 817 h 93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85" name="文本框 84"/>
          <p:cNvSpPr txBox="1"/>
          <p:nvPr>
            <p:custDataLst>
              <p:tags r:id="rId115"/>
            </p:custDataLst>
          </p:nvPr>
        </p:nvSpPr>
        <p:spPr>
          <a:xfrm>
            <a:off x="7210425" y="4467225"/>
            <a:ext cx="4152900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1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承担责任决策</a:t>
            </a:r>
            <a:endParaRPr sz="112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文本框 85"/>
          <p:cNvSpPr txBox="1"/>
          <p:nvPr>
            <p:custDataLst>
              <p:tags r:id="rId116"/>
            </p:custDataLst>
          </p:nvPr>
        </p:nvSpPr>
        <p:spPr>
          <a:xfrm>
            <a:off x="7210425" y="4695825"/>
            <a:ext cx="415290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对最终结果负责，承担决策风险</a:t>
            </a:r>
            <a:endParaRPr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143000" y="2519334"/>
            <a:ext cx="1541707" cy="7677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54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54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143000" y="3431829"/>
            <a:ext cx="9848926" cy="9048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5400" b="1" spc="15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技术篇：拆解黑盒，掌握核心</a:t>
            </a:r>
            <a:endParaRPr sz="5400" b="1" spc="150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57200" y="409575"/>
            <a:ext cx="5391150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3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大语言模型：新时代的</a:t>
            </a:r>
            <a:r>
              <a:rPr lang="en-US" altLang="zh-CN" sz="3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3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大脑</a:t>
            </a:r>
            <a:r>
              <a:rPr lang="en-US" altLang="zh-CN" sz="3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lang="en-US" altLang="zh-CN" sz="3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 2"/>
          <p:cNvSpPr/>
          <p:nvPr>
            <p:custDataLst>
              <p:tags r:id="rId2"/>
            </p:custDataLst>
          </p:nvPr>
        </p:nvSpPr>
        <p:spPr>
          <a:xfrm>
            <a:off x="457200" y="1162050"/>
            <a:ext cx="3619500" cy="5238750"/>
          </a:xfrm>
          <a:custGeom>
            <a:avLst/>
            <a:gdLst>
              <a:gd name="sw" fmla="*/ 1 w 5700"/>
              <a:gd name="sh" fmla="*/ 1 h 8250"/>
              <a:gd name="mins" fmla="min sw sh"/>
              <a:gd name="dsw" fmla="+- 0 sw mins"/>
              <a:gd name="dsh" fmla="+- 0 sh mins"/>
              <a:gd name="p0x0" fmla="*/ 240 w 5700"/>
              <a:gd name="p0y0" fmla="*/ 0 h 8250"/>
              <a:gd name="p0x1" fmla="*/ 5460 w 5700"/>
              <a:gd name="p0y1" fmla="*/ 0 h 8250"/>
              <a:gd name="p0x2" fmla="*/ 5592 w 5700"/>
              <a:gd name="p0y2" fmla="*/ 0 h 8250"/>
              <a:gd name="p0x3" fmla="*/ 5700 w 5700"/>
              <a:gd name="p0y3" fmla="*/ 107 h 8250"/>
              <a:gd name="p0x4" fmla="*/ 5700 w 5700"/>
              <a:gd name="p0y4" fmla="*/ 240 h 8250"/>
              <a:gd name="p0x5" fmla="*/ 5700 w 5700"/>
              <a:gd name="p0y5" fmla="*/ 8010 h 8250"/>
              <a:gd name="p0x6" fmla="*/ 5700 w 5700"/>
              <a:gd name="p0y6" fmla="*/ 8142 h 8250"/>
              <a:gd name="p0x7" fmla="*/ 5592 w 5700"/>
              <a:gd name="p0y7" fmla="*/ 8250 h 8250"/>
              <a:gd name="p0x8" fmla="*/ 5460 w 5700"/>
              <a:gd name="p0y8" fmla="*/ 8250 h 8250"/>
              <a:gd name="p0x9" fmla="*/ 240 w 5700"/>
              <a:gd name="p0y9" fmla="*/ 8250 h 8250"/>
              <a:gd name="p0x10" fmla="*/ 107 w 5700"/>
              <a:gd name="p0y10" fmla="*/ 8250 h 8250"/>
              <a:gd name="p0x11" fmla="*/ 0 w 5700"/>
              <a:gd name="p0y11" fmla="*/ 8142 h 8250"/>
              <a:gd name="p0x12" fmla="*/ 0 w 5700"/>
              <a:gd name="p0y12" fmla="*/ 8010 h 8250"/>
              <a:gd name="p0x13" fmla="*/ 0 w 5700"/>
              <a:gd name="p0y13" fmla="*/ 240 h 8250"/>
              <a:gd name="p0x14" fmla="*/ 0 w 5700"/>
              <a:gd name="p0y14" fmla="*/ 107 h 8250"/>
              <a:gd name="p0x15" fmla="*/ 107 w 5700"/>
              <a:gd name="p0y15" fmla="*/ 0 h 8250"/>
              <a:gd name="p0x16" fmla="*/ 240 w 5700"/>
              <a:gd name="p0y16" fmla="*/ 0 h 82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1E3A8A"/>
          </a:solidFill>
          <a:ln>
            <a:noFill/>
          </a:ln>
          <a:effectLst>
            <a:outerShdw blurRad="428625" dist="95250" dir="5399999" algn="ctr" rotWithShape="0">
              <a:srgbClr val="1E3A8A">
                <a:alpha val="2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70" name="组合 69"/>
          <p:cNvGrpSpPr/>
          <p:nvPr/>
        </p:nvGrpSpPr>
        <p:grpSpPr>
          <a:xfrm>
            <a:off x="723900" y="1428750"/>
            <a:ext cx="3086100" cy="332740"/>
            <a:chOff x="1140" y="2250"/>
            <a:chExt cx="4860" cy="524"/>
          </a:xfrm>
        </p:grpSpPr>
        <p:sp>
          <p:nvSpPr>
            <p:cNvPr id="4" name="任意多边形 3"/>
            <p:cNvSpPr/>
            <p:nvPr>
              <p:custDataLst>
                <p:tags r:id="rId3"/>
              </p:custDataLst>
            </p:nvPr>
          </p:nvSpPr>
          <p:spPr>
            <a:xfrm>
              <a:off x="1140" y="2250"/>
              <a:ext cx="4860" cy="525"/>
            </a:xfrm>
            <a:custGeom>
              <a:avLst/>
              <a:gdLst>
                <a:gd name="sw" fmla="*/ 1 w 4860"/>
                <a:gd name="sh" fmla="*/ 1 h 525"/>
                <a:gd name="mins" fmla="min sw sh"/>
                <a:gd name="dsw" fmla="+- 0 sw mins"/>
                <a:gd name="dsh" fmla="+- 0 sh mins"/>
                <a:gd name="p0x0" fmla="*/ 0 w 4860"/>
                <a:gd name="p0y0" fmla="*/ 0 h 525"/>
                <a:gd name="p0x1" fmla="*/ 4860 w 4860"/>
                <a:gd name="p0y1" fmla="*/ 0 h 525"/>
                <a:gd name="p0x2" fmla="*/ 4860 w 4860"/>
                <a:gd name="p0y2" fmla="*/ 525 h 525"/>
                <a:gd name="p0x3" fmla="*/ 0 w 4860"/>
                <a:gd name="p0y3" fmla="*/ 525 h 525"/>
                <a:gd name="p0x4" fmla="*/ 0 w 4860"/>
                <a:gd name="p0y4" fmla="*/ 0 h 52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任意多边形 4"/>
            <p:cNvSpPr/>
            <p:nvPr>
              <p:custDataLst>
                <p:tags r:id="rId4"/>
              </p:custDataLst>
            </p:nvPr>
          </p:nvSpPr>
          <p:spPr>
            <a:xfrm>
              <a:off x="1140" y="2250"/>
              <a:ext cx="75" cy="525"/>
            </a:xfrm>
            <a:custGeom>
              <a:avLst/>
              <a:gdLst>
                <a:gd name="sw" fmla="*/ 1 w 75"/>
                <a:gd name="sh" fmla="*/ 1 h 525"/>
                <a:gd name="mins" fmla="min sw sh"/>
                <a:gd name="dsw" fmla="+- 0 sw mins"/>
                <a:gd name="dsh" fmla="+- 0 sh mins"/>
                <a:gd name="p0x0" fmla="*/ 0 w 75"/>
                <a:gd name="p0y0" fmla="*/ 525 h 525"/>
                <a:gd name="p0x1" fmla="*/ 0 w 75"/>
                <a:gd name="p0y1" fmla="*/ 0 h 525"/>
                <a:gd name="p0x2" fmla="*/ 75 w 75"/>
                <a:gd name="p0y2" fmla="*/ 0 h 525"/>
                <a:gd name="p0x3" fmla="*/ 75 w 75"/>
                <a:gd name="p0y3" fmla="*/ 525 h 525"/>
                <a:gd name="p0x4" fmla="*/ 0 w 75"/>
                <a:gd name="p0y4" fmla="*/ 525 h 52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7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-2083" b="-2083"/>
          <a:stretch>
            <a:fillRect/>
          </a:stretch>
        </p:blipFill>
        <p:spPr>
          <a:xfrm>
            <a:off x="904875" y="1490345"/>
            <a:ext cx="228600" cy="238125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1228725" y="1428750"/>
            <a:ext cx="2581275" cy="3333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通俗理解</a:t>
            </a:r>
            <a:endParaRPr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723900" y="1876425"/>
            <a:ext cx="3086252" cy="952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just">
              <a:lnSpc>
                <a:spcPct val="133000"/>
              </a:lnSpc>
            </a:pPr>
            <a:r>
              <a:rPr lang="zh-CN" altLang="en-US" sz="1125">
                <a:solidFill>
                  <a:srgbClr val="FFFFFF">
                    <a:alpha val="9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大语言模型（</a:t>
            </a:r>
            <a:r>
              <a:rPr lang="en-US" altLang="zh-CN" sz="1125">
                <a:solidFill>
                  <a:srgbClr val="FFFFFF">
                    <a:alpha val="9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</a:t>
            </a:r>
            <a:r>
              <a:rPr lang="zh-CN" altLang="en-US" sz="1125">
                <a:solidFill>
                  <a:srgbClr val="FFFFFF">
                    <a:alpha val="9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）是一位读过人类几乎所有公开文字的</a:t>
            </a:r>
            <a:r>
              <a:rPr lang="en-US" altLang="en-US" sz="1125" b="1">
                <a:solidFill>
                  <a:srgbClr val="FFFFFF">
                    <a:alpha val="9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125" b="1">
                <a:solidFill>
                  <a:srgbClr val="FFFFFF">
                    <a:alpha val="9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超级学霸</a:t>
            </a:r>
            <a:r>
              <a:rPr lang="en-US" altLang="zh-CN" sz="1125" b="1">
                <a:solidFill>
                  <a:srgbClr val="FFFFFF">
                    <a:alpha val="9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sz="1125">
                <a:solidFill>
                  <a:srgbClr val="FFFFFF">
                    <a:alpha val="9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，其核心能力是通过概率预测进行</a:t>
            </a:r>
            <a:r>
              <a:rPr lang="en-US" sz="1125" b="1">
                <a:solidFill>
                  <a:srgbClr val="FFFFFF">
                    <a:alpha val="9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125" b="1">
                <a:solidFill>
                  <a:srgbClr val="FFFFFF">
                    <a:alpha val="9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文字接龙</a:t>
            </a:r>
            <a:r>
              <a:rPr lang="en-US" altLang="zh-CN" sz="1125" b="1">
                <a:solidFill>
                  <a:srgbClr val="FFFFFF">
                    <a:alpha val="9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sz="1125">
                <a:solidFill>
                  <a:srgbClr val="FFFFFF">
                    <a:alpha val="9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，基于海量文本训练理解上下文并生成连贯内容。</a:t>
            </a:r>
            <a:endParaRPr sz="1125">
              <a:solidFill>
                <a:srgbClr val="FFFFFF">
                  <a:alpha val="9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723900" y="3000375"/>
            <a:ext cx="3086100" cy="3133725"/>
          </a:xfrm>
          <a:custGeom>
            <a:avLst/>
            <a:gdLst>
              <a:gd name="sw" fmla="*/ 1 w 4860"/>
              <a:gd name="sh" fmla="*/ 1 h 4935"/>
              <a:gd name="mins" fmla="min sw sh"/>
              <a:gd name="dsw" fmla="+- 0 sw mins"/>
              <a:gd name="dsh" fmla="+- 0 sh mins"/>
              <a:gd name="p0x0" fmla="*/ 180 w 4860"/>
              <a:gd name="p0y0" fmla="*/ 0 h 4935"/>
              <a:gd name="p0x1" fmla="*/ 4680 w 4860"/>
              <a:gd name="p0y1" fmla="*/ 0 h 4935"/>
              <a:gd name="p0x2" fmla="*/ 4779 w 4860"/>
              <a:gd name="p0y2" fmla="*/ 0 h 4935"/>
              <a:gd name="p0x3" fmla="*/ 4860 w 4860"/>
              <a:gd name="p0y3" fmla="*/ 80 h 4935"/>
              <a:gd name="p0x4" fmla="*/ 4860 w 4860"/>
              <a:gd name="p0y4" fmla="*/ 180 h 4935"/>
              <a:gd name="p0x5" fmla="*/ 4860 w 4860"/>
              <a:gd name="p0y5" fmla="*/ 4755 h 4935"/>
              <a:gd name="p0x6" fmla="*/ 4860 w 4860"/>
              <a:gd name="p0y6" fmla="*/ 4854 h 4935"/>
              <a:gd name="p0x7" fmla="*/ 4779 w 4860"/>
              <a:gd name="p0y7" fmla="*/ 4935 h 4935"/>
              <a:gd name="p0x8" fmla="*/ 4680 w 4860"/>
              <a:gd name="p0y8" fmla="*/ 4935 h 4935"/>
              <a:gd name="p0x9" fmla="*/ 180 w 4860"/>
              <a:gd name="p0y9" fmla="*/ 4935 h 4935"/>
              <a:gd name="p0x10" fmla="*/ 80 w 4860"/>
              <a:gd name="p0y10" fmla="*/ 4935 h 4935"/>
              <a:gd name="p0x11" fmla="*/ 0 w 4860"/>
              <a:gd name="p0y11" fmla="*/ 4854 h 4935"/>
              <a:gd name="p0x12" fmla="*/ 0 w 4860"/>
              <a:gd name="p0y12" fmla="*/ 4755 h 4935"/>
              <a:gd name="p0x13" fmla="*/ 0 w 4860"/>
              <a:gd name="p0y13" fmla="*/ 180 h 4935"/>
              <a:gd name="p0x14" fmla="*/ 0 w 4860"/>
              <a:gd name="p0y14" fmla="*/ 80 h 4935"/>
              <a:gd name="p0x15" fmla="*/ 80 w 4860"/>
              <a:gd name="p0y15" fmla="*/ 0 h 4935"/>
              <a:gd name="p0x16" fmla="*/ 180 w 4860"/>
              <a:gd name="p0y16" fmla="*/ 0 h 49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1800225" y="3500438"/>
            <a:ext cx="933450" cy="190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核心能力层级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2"/>
            </p:custDataLst>
          </p:nvPr>
        </p:nvSpPr>
        <p:spPr>
          <a:xfrm>
            <a:off x="1049655" y="3823970"/>
            <a:ext cx="2433955" cy="447675"/>
          </a:xfrm>
          <a:custGeom>
            <a:avLst/>
            <a:gdLst>
              <a:gd name="sw" fmla="*/ 1 w 3833"/>
              <a:gd name="sh" fmla="*/ 1 h 705"/>
              <a:gd name="mins" fmla="min sw sh"/>
              <a:gd name="dsw" fmla="+- 0 sw mins"/>
              <a:gd name="dsh" fmla="+- 0 sh mins"/>
              <a:gd name="p0x0" fmla="*/ 90 w 3833"/>
              <a:gd name="p0y0" fmla="*/ 0 h 705"/>
              <a:gd name="p0x1" fmla="*/ 3743 w 3833"/>
              <a:gd name="p0y1" fmla="*/ 0 h 705"/>
              <a:gd name="p0x2" fmla="*/ 3793 w 3833"/>
              <a:gd name="p0y2" fmla="*/ 0 h 705"/>
              <a:gd name="p0x3" fmla="*/ 3833 w 3833"/>
              <a:gd name="p0y3" fmla="*/ 40 h 705"/>
              <a:gd name="p0x4" fmla="*/ 3833 w 3833"/>
              <a:gd name="p0y4" fmla="*/ 90 h 705"/>
              <a:gd name="p0x5" fmla="*/ 3833 w 3833"/>
              <a:gd name="p0y5" fmla="*/ 615 h 705"/>
              <a:gd name="p0x6" fmla="*/ 3833 w 3833"/>
              <a:gd name="p0y6" fmla="*/ 664 h 705"/>
              <a:gd name="p0x7" fmla="*/ 3793 w 3833"/>
              <a:gd name="p0y7" fmla="*/ 705 h 705"/>
              <a:gd name="p0x8" fmla="*/ 3743 w 3833"/>
              <a:gd name="p0y8" fmla="*/ 705 h 705"/>
              <a:gd name="p0x9" fmla="*/ 90 w 3833"/>
              <a:gd name="p0y9" fmla="*/ 705 h 705"/>
              <a:gd name="p0x10" fmla="*/ 40 w 3833"/>
              <a:gd name="p0y10" fmla="*/ 705 h 705"/>
              <a:gd name="p0x11" fmla="*/ 0 w 3833"/>
              <a:gd name="p0y11" fmla="*/ 664 h 705"/>
              <a:gd name="p0x12" fmla="*/ 0 w 3833"/>
              <a:gd name="p0y12" fmla="*/ 615 h 705"/>
              <a:gd name="p0x13" fmla="*/ 0 w 3833"/>
              <a:gd name="p0y13" fmla="*/ 90 h 705"/>
              <a:gd name="p0x14" fmla="*/ 0 w 3833"/>
              <a:gd name="p0y14" fmla="*/ 40 h 705"/>
              <a:gd name="p0x15" fmla="*/ 40 w 3833"/>
              <a:gd name="p0y15" fmla="*/ 0 h 705"/>
              <a:gd name="p0x16" fmla="*/ 90 w 3833"/>
              <a:gd name="p0y16" fmla="*/ 0 h 7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85725" dist="38100" dir="5399999" algn="ctr" rotWithShape="0">
              <a:srgbClr val="000000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1581150" y="3938588"/>
            <a:ext cx="1371600" cy="2190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上下文理解与生成</a:t>
            </a:r>
            <a:endParaRPr sz="12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4"/>
            </p:custDataLst>
          </p:nvPr>
        </p:nvSpPr>
        <p:spPr>
          <a:xfrm>
            <a:off x="1454785" y="4347845"/>
            <a:ext cx="1623060" cy="447675"/>
          </a:xfrm>
          <a:custGeom>
            <a:avLst/>
            <a:gdLst>
              <a:gd name="sw" fmla="*/ 1 w 2555"/>
              <a:gd name="sh" fmla="*/ 1 h 705"/>
              <a:gd name="mins" fmla="min sw sh"/>
              <a:gd name="dsw" fmla="+- 0 sw mins"/>
              <a:gd name="dsh" fmla="+- 0 sh mins"/>
              <a:gd name="p0x0" fmla="*/ 90 w 2555"/>
              <a:gd name="p0y0" fmla="*/ 0 h 705"/>
              <a:gd name="p0x1" fmla="*/ 2465 w 2555"/>
              <a:gd name="p0y1" fmla="*/ 0 h 705"/>
              <a:gd name="p0x2" fmla="*/ 2515 w 2555"/>
              <a:gd name="p0y2" fmla="*/ 0 h 705"/>
              <a:gd name="p0x3" fmla="*/ 2555 w 2555"/>
              <a:gd name="p0y3" fmla="*/ 40 h 705"/>
              <a:gd name="p0x4" fmla="*/ 2555 w 2555"/>
              <a:gd name="p0y4" fmla="*/ 90 h 705"/>
              <a:gd name="p0x5" fmla="*/ 2555 w 2555"/>
              <a:gd name="p0y5" fmla="*/ 615 h 705"/>
              <a:gd name="p0x6" fmla="*/ 2555 w 2555"/>
              <a:gd name="p0y6" fmla="*/ 664 h 705"/>
              <a:gd name="p0x7" fmla="*/ 2515 w 2555"/>
              <a:gd name="p0y7" fmla="*/ 705 h 705"/>
              <a:gd name="p0x8" fmla="*/ 2465 w 2555"/>
              <a:gd name="p0y8" fmla="*/ 705 h 705"/>
              <a:gd name="p0x9" fmla="*/ 90 w 2555"/>
              <a:gd name="p0y9" fmla="*/ 705 h 705"/>
              <a:gd name="p0x10" fmla="*/ 40 w 2555"/>
              <a:gd name="p0y10" fmla="*/ 705 h 705"/>
              <a:gd name="p0x11" fmla="*/ 0 w 2555"/>
              <a:gd name="p0y11" fmla="*/ 664 h 705"/>
              <a:gd name="p0x12" fmla="*/ 0 w 2555"/>
              <a:gd name="p0y12" fmla="*/ 615 h 705"/>
              <a:gd name="p0x13" fmla="*/ 0 w 2555"/>
              <a:gd name="p0y13" fmla="*/ 90 h 705"/>
              <a:gd name="p0x14" fmla="*/ 0 w 2555"/>
              <a:gd name="p0y14" fmla="*/ 40 h 705"/>
              <a:gd name="p0x15" fmla="*/ 40 w 2555"/>
              <a:gd name="p0y15" fmla="*/ 0 h 705"/>
              <a:gd name="p0x16" fmla="*/ 90 w 2555"/>
              <a:gd name="p0y16" fmla="*/ 0 h 7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  <a:effectLst>
            <a:outerShdw blurRad="85725" dist="38100" dir="5399999" algn="ctr" rotWithShape="0">
              <a:srgbClr val="000000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5"/>
            </p:custDataLst>
          </p:nvPr>
        </p:nvSpPr>
        <p:spPr>
          <a:xfrm>
            <a:off x="1657274" y="4462463"/>
            <a:ext cx="1219200" cy="2190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知识压缩与存储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6"/>
            </p:custDataLst>
          </p:nvPr>
        </p:nvSpPr>
        <p:spPr>
          <a:xfrm>
            <a:off x="1860550" y="4928870"/>
            <a:ext cx="811530" cy="666750"/>
          </a:xfrm>
          <a:custGeom>
            <a:avLst/>
            <a:gdLst>
              <a:gd name="sw" fmla="*/ 1 w 1277"/>
              <a:gd name="sh" fmla="*/ 1 h 1050"/>
              <a:gd name="mins" fmla="min sw sh"/>
              <a:gd name="dsw" fmla="+- 0 sw mins"/>
              <a:gd name="dsh" fmla="+- 0 sh mins"/>
              <a:gd name="p0x0" fmla="*/ 90 w 1277"/>
              <a:gd name="p0y0" fmla="*/ 0 h 1050"/>
              <a:gd name="p0x1" fmla="*/ 1187 w 1277"/>
              <a:gd name="p0y1" fmla="*/ 0 h 1050"/>
              <a:gd name="p0x2" fmla="*/ 1237 w 1277"/>
              <a:gd name="p0y2" fmla="*/ 0 h 1050"/>
              <a:gd name="p0x3" fmla="*/ 1277 w 1277"/>
              <a:gd name="p0y3" fmla="*/ 40 h 1050"/>
              <a:gd name="p0x4" fmla="*/ 1277 w 1277"/>
              <a:gd name="p0y4" fmla="*/ 90 h 1050"/>
              <a:gd name="p0x5" fmla="*/ 1277 w 1277"/>
              <a:gd name="p0y5" fmla="*/ 960 h 1050"/>
              <a:gd name="p0x6" fmla="*/ 1277 w 1277"/>
              <a:gd name="p0y6" fmla="*/ 1009 h 1050"/>
              <a:gd name="p0x7" fmla="*/ 1237 w 1277"/>
              <a:gd name="p0y7" fmla="*/ 1050 h 1050"/>
              <a:gd name="p0x8" fmla="*/ 1187 w 1277"/>
              <a:gd name="p0y8" fmla="*/ 1050 h 1050"/>
              <a:gd name="p0x9" fmla="*/ 90 w 1277"/>
              <a:gd name="p0y9" fmla="*/ 1050 h 1050"/>
              <a:gd name="p0x10" fmla="*/ 40 w 1277"/>
              <a:gd name="p0y10" fmla="*/ 1050 h 1050"/>
              <a:gd name="p0x11" fmla="*/ 0 w 1277"/>
              <a:gd name="p0y11" fmla="*/ 1009 h 1050"/>
              <a:gd name="p0x12" fmla="*/ 0 w 1277"/>
              <a:gd name="p0y12" fmla="*/ 960 h 1050"/>
              <a:gd name="p0x13" fmla="*/ 0 w 1277"/>
              <a:gd name="p0y13" fmla="*/ 90 h 1050"/>
              <a:gd name="p0x14" fmla="*/ 0 w 1277"/>
              <a:gd name="p0y14" fmla="*/ 40 h 1050"/>
              <a:gd name="p0x15" fmla="*/ 40 w 1277"/>
              <a:gd name="p0y15" fmla="*/ 0 h 1050"/>
              <a:gd name="p0x16" fmla="*/ 90 w 1277"/>
              <a:gd name="p0y16" fmla="*/ 0 h 1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6B6D4"/>
          </a:solidFill>
          <a:ln>
            <a:noFill/>
          </a:ln>
          <a:effectLst>
            <a:outerShdw blurRad="85725" dist="38100" dir="5399999" algn="ctr" rotWithShape="0">
              <a:srgbClr val="000000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7"/>
            </p:custDataLst>
          </p:nvPr>
        </p:nvSpPr>
        <p:spPr>
          <a:xfrm>
            <a:off x="2000174" y="5043488"/>
            <a:ext cx="533400" cy="4381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文字接龙预测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4267200" y="1162050"/>
            <a:ext cx="3638550" cy="2523490"/>
            <a:chOff x="6720" y="1830"/>
            <a:chExt cx="5730" cy="3974"/>
          </a:xfrm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grpSpPr>
        <p:sp>
          <p:nvSpPr>
            <p:cNvPr id="18" name="任意多边形 17"/>
            <p:cNvSpPr/>
            <p:nvPr>
              <p:custDataLst>
                <p:tags r:id="rId18"/>
              </p:custDataLst>
            </p:nvPr>
          </p:nvSpPr>
          <p:spPr>
            <a:xfrm>
              <a:off x="6720" y="1830"/>
              <a:ext cx="5730" cy="3975"/>
            </a:xfrm>
            <a:custGeom>
              <a:avLst/>
              <a:gdLst>
                <a:gd name="sw" fmla="*/ 1 w 5730"/>
                <a:gd name="sh" fmla="*/ 1 h 3975"/>
                <a:gd name="mins" fmla="min sw sh"/>
                <a:gd name="dsw" fmla="+- 0 sw mins"/>
                <a:gd name="dsh" fmla="+- 0 sh mins"/>
                <a:gd name="p0x0" fmla="*/ 240 w 5730"/>
                <a:gd name="p0y0" fmla="*/ 0 h 3975"/>
                <a:gd name="p0x1" fmla="*/ 5490 w 5730"/>
                <a:gd name="p0y1" fmla="*/ 0 h 3975"/>
                <a:gd name="p0x2" fmla="*/ 5622 w 5730"/>
                <a:gd name="p0y2" fmla="*/ 0 h 3975"/>
                <a:gd name="p0x3" fmla="*/ 5730 w 5730"/>
                <a:gd name="p0y3" fmla="*/ 107 h 3975"/>
                <a:gd name="p0x4" fmla="*/ 5730 w 5730"/>
                <a:gd name="p0y4" fmla="*/ 240 h 3975"/>
                <a:gd name="p0x5" fmla="*/ 5730 w 5730"/>
                <a:gd name="p0y5" fmla="*/ 3735 h 3975"/>
                <a:gd name="p0x6" fmla="*/ 5730 w 5730"/>
                <a:gd name="p0y6" fmla="*/ 3867 h 3975"/>
                <a:gd name="p0x7" fmla="*/ 5622 w 5730"/>
                <a:gd name="p0y7" fmla="*/ 3975 h 3975"/>
                <a:gd name="p0x8" fmla="*/ 5490 w 5730"/>
                <a:gd name="p0y8" fmla="*/ 3975 h 3975"/>
                <a:gd name="p0x9" fmla="*/ 240 w 5730"/>
                <a:gd name="p0y9" fmla="*/ 3975 h 3975"/>
                <a:gd name="p0x10" fmla="*/ 107 w 5730"/>
                <a:gd name="p0y10" fmla="*/ 3975 h 3975"/>
                <a:gd name="p0x11" fmla="*/ 0 w 5730"/>
                <a:gd name="p0y11" fmla="*/ 3867 h 3975"/>
                <a:gd name="p0x12" fmla="*/ 0 w 5730"/>
                <a:gd name="p0y12" fmla="*/ 3735 h 3975"/>
                <a:gd name="p0x13" fmla="*/ 0 w 5730"/>
                <a:gd name="p0y13" fmla="*/ 240 h 3975"/>
                <a:gd name="p0x14" fmla="*/ 0 w 5730"/>
                <a:gd name="p0y14" fmla="*/ 107 h 3975"/>
                <a:gd name="p0x15" fmla="*/ 107 w 5730"/>
                <a:gd name="p0y15" fmla="*/ 0 h 3975"/>
                <a:gd name="p0x16" fmla="*/ 240 w 5730"/>
                <a:gd name="p0y16" fmla="*/ 0 h 39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>
              <p:custDataLst>
                <p:tags r:id="rId19"/>
              </p:custDataLst>
            </p:nvPr>
          </p:nvSpPr>
          <p:spPr>
            <a:xfrm>
              <a:off x="6720" y="1830"/>
              <a:ext cx="240" cy="3975"/>
            </a:xfrm>
            <a:custGeom>
              <a:avLst/>
              <a:gdLst>
                <a:gd name="sw" fmla="*/ 1 w 240"/>
                <a:gd name="sh" fmla="*/ 1 h 3975"/>
                <a:gd name="mins" fmla="min sw sh"/>
                <a:gd name="dsw" fmla="+- 0 sw mins"/>
                <a:gd name="dsh" fmla="+- 0 sh mins"/>
                <a:gd name="p0x0" fmla="*/ 0 w 240"/>
                <a:gd name="p0y0" fmla="*/ 3735 h 3975"/>
                <a:gd name="p0x1" fmla="*/ 0 w 240"/>
                <a:gd name="p0y1" fmla="*/ 240 h 3975"/>
                <a:gd name="p0x2" fmla="*/ 0 w 240"/>
                <a:gd name="p0y2" fmla="*/ 107 h 3975"/>
                <a:gd name="p0x3" fmla="*/ 107 w 240"/>
                <a:gd name="p0y3" fmla="*/ 0 h 3975"/>
                <a:gd name="p0x4" fmla="*/ 240 w 240"/>
                <a:gd name="p0y4" fmla="*/ 0 h 3975"/>
                <a:gd name="p0x5" fmla="*/ 157 w 240"/>
                <a:gd name="p0y5" fmla="*/ 0 h 3975"/>
                <a:gd name="p0x6" fmla="*/ 90 w 240"/>
                <a:gd name="p0y6" fmla="*/ 107 h 3975"/>
                <a:gd name="p0x7" fmla="*/ 90 w 240"/>
                <a:gd name="p0y7" fmla="*/ 240 h 3975"/>
                <a:gd name="p0x8" fmla="*/ 90 w 240"/>
                <a:gd name="p0y8" fmla="*/ 3735 h 3975"/>
                <a:gd name="p0x9" fmla="*/ 90 w 240"/>
                <a:gd name="p0y9" fmla="*/ 3867 h 3975"/>
                <a:gd name="p0x10" fmla="*/ 157 w 240"/>
                <a:gd name="p0y10" fmla="*/ 3975 h 3975"/>
                <a:gd name="p0x11" fmla="*/ 240 w 240"/>
                <a:gd name="p0y11" fmla="*/ 3975 h 3975"/>
                <a:gd name="p0x12" fmla="*/ 107 w 240"/>
                <a:gd name="p0y12" fmla="*/ 3975 h 3975"/>
                <a:gd name="p0x13" fmla="*/ 0 w 240"/>
                <a:gd name="p0y13" fmla="*/ 3867 h 3975"/>
                <a:gd name="p0x14" fmla="*/ 0 w 240"/>
                <a:gd name="p0y14" fmla="*/ 3735 h 39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1" name="任意多边形 20"/>
          <p:cNvSpPr/>
          <p:nvPr>
            <p:custDataLst>
              <p:tags r:id="rId20"/>
            </p:custDataLst>
          </p:nvPr>
        </p:nvSpPr>
        <p:spPr>
          <a:xfrm>
            <a:off x="4552950" y="1390650"/>
            <a:ext cx="438150" cy="438150"/>
          </a:xfrm>
          <a:custGeom>
            <a:avLst/>
            <a:gdLst>
              <a:gd name="sw" fmla="*/ 1 w 690"/>
              <a:gd name="sh" fmla="*/ 1 h 690"/>
              <a:gd name="mins" fmla="min sw sh"/>
              <a:gd name="dsw" fmla="+- 0 sw mins"/>
              <a:gd name="dsh" fmla="+- 0 sh mins"/>
              <a:gd name="p0x0" fmla="*/ 150 w 690"/>
              <a:gd name="p0y0" fmla="*/ 0 h 690"/>
              <a:gd name="p0x1" fmla="*/ 540 w 690"/>
              <a:gd name="p0y1" fmla="*/ 0 h 690"/>
              <a:gd name="p0x2" fmla="*/ 622 w 690"/>
              <a:gd name="p0y2" fmla="*/ 0 h 690"/>
              <a:gd name="p0x3" fmla="*/ 690 w 690"/>
              <a:gd name="p0y3" fmla="*/ 67 h 690"/>
              <a:gd name="p0x4" fmla="*/ 690 w 690"/>
              <a:gd name="p0y4" fmla="*/ 150 h 690"/>
              <a:gd name="p0x5" fmla="*/ 690 w 690"/>
              <a:gd name="p0y5" fmla="*/ 540 h 690"/>
              <a:gd name="p0x6" fmla="*/ 690 w 690"/>
              <a:gd name="p0y6" fmla="*/ 622 h 690"/>
              <a:gd name="p0x7" fmla="*/ 622 w 690"/>
              <a:gd name="p0y7" fmla="*/ 690 h 690"/>
              <a:gd name="p0x8" fmla="*/ 540 w 690"/>
              <a:gd name="p0y8" fmla="*/ 690 h 690"/>
              <a:gd name="p0x9" fmla="*/ 150 w 690"/>
              <a:gd name="p0y9" fmla="*/ 690 h 690"/>
              <a:gd name="p0x10" fmla="*/ 67 w 690"/>
              <a:gd name="p0y10" fmla="*/ 690 h 690"/>
              <a:gd name="p0x11" fmla="*/ 0 w 690"/>
              <a:gd name="p0y11" fmla="*/ 622 h 690"/>
              <a:gd name="p0x12" fmla="*/ 0 w 690"/>
              <a:gd name="p0y12" fmla="*/ 540 h 690"/>
              <a:gd name="p0x13" fmla="*/ 0 w 690"/>
              <a:gd name="p0y13" fmla="*/ 150 h 690"/>
              <a:gd name="p0x14" fmla="*/ 0 w 690"/>
              <a:gd name="p0y14" fmla="*/ 67 h 690"/>
              <a:gd name="p0x15" fmla="*/ 67 w 690"/>
              <a:gd name="p0y15" fmla="*/ 0 h 690"/>
              <a:gd name="p0x16" fmla="*/ 150 w 690"/>
              <a:gd name="p0y16" fmla="*/ 0 h 6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-4259" t="-3651" r="-4259" b="-3651"/>
          <a:stretch>
            <a:fillRect/>
          </a:stretch>
        </p:blipFill>
        <p:spPr>
          <a:xfrm>
            <a:off x="4678680" y="1499870"/>
            <a:ext cx="186055" cy="214630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24"/>
            </p:custDataLst>
          </p:nvPr>
        </p:nvSpPr>
        <p:spPr>
          <a:xfrm>
            <a:off x="5124450" y="1471613"/>
            <a:ext cx="1333500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大：规模惊人</a:t>
            </a:r>
            <a:endParaRPr sz="15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5"/>
            </p:custDataLst>
          </p:nvPr>
        </p:nvSpPr>
        <p:spPr>
          <a:xfrm>
            <a:off x="4552950" y="1946910"/>
            <a:ext cx="3067050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参数量级决定知识容量，训练数据覆盖人类主要文明成果。</a:t>
            </a:r>
            <a:endParaRPr sz="105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-2333" t="-42857" r="-2333" b="-42857"/>
          <a:stretch>
            <a:fillRect/>
          </a:stretch>
        </p:blipFill>
        <p:spPr>
          <a:xfrm>
            <a:off x="4552950" y="2461895"/>
            <a:ext cx="99695" cy="123825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29"/>
            </p:custDataLst>
          </p:nvPr>
        </p:nvSpPr>
        <p:spPr>
          <a:xfrm>
            <a:off x="4729163" y="2424589"/>
            <a:ext cx="2947988" cy="2133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千亿甚至万亿级参数规模</a:t>
            </a:r>
            <a:endParaRPr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-2333" t="-42857" r="-2333" b="-42857"/>
          <a:stretch>
            <a:fillRect/>
          </a:stretch>
        </p:blipFill>
        <p:spPr>
          <a:xfrm>
            <a:off x="4552950" y="2686050"/>
            <a:ext cx="99695" cy="123825"/>
          </a:xfrm>
          <a:prstGeom prst="rect">
            <a:avLst/>
          </a:prstGeom>
        </p:spPr>
      </p:pic>
      <p:sp>
        <p:nvSpPr>
          <p:cNvPr id="28" name="文本框 27"/>
          <p:cNvSpPr txBox="1"/>
          <p:nvPr>
            <p:custDataLst>
              <p:tags r:id="rId31"/>
            </p:custDataLst>
          </p:nvPr>
        </p:nvSpPr>
        <p:spPr>
          <a:xfrm>
            <a:off x="4729163" y="2648426"/>
            <a:ext cx="2947988" cy="2133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涵盖书籍、论文、网页等文本</a:t>
            </a:r>
            <a:endParaRPr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-2333" t="-42857" r="-2333" b="-42857"/>
          <a:stretch>
            <a:fillRect/>
          </a:stretch>
        </p:blipFill>
        <p:spPr>
          <a:xfrm>
            <a:off x="4552950" y="2909570"/>
            <a:ext cx="99695" cy="123825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33"/>
            </p:custDataLst>
          </p:nvPr>
        </p:nvSpPr>
        <p:spPr>
          <a:xfrm>
            <a:off x="4729163" y="2872264"/>
            <a:ext cx="2947988" cy="2133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知识量远超任何个体人类</a:t>
            </a:r>
            <a:endParaRPr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8096250" y="1162050"/>
            <a:ext cx="3638550" cy="2523490"/>
            <a:chOff x="12750" y="1830"/>
            <a:chExt cx="5730" cy="3974"/>
          </a:xfrm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grpSpPr>
        <p:sp>
          <p:nvSpPr>
            <p:cNvPr id="31" name="任意多边形 30"/>
            <p:cNvSpPr/>
            <p:nvPr>
              <p:custDataLst>
                <p:tags r:id="rId34"/>
              </p:custDataLst>
            </p:nvPr>
          </p:nvSpPr>
          <p:spPr>
            <a:xfrm>
              <a:off x="12750" y="1830"/>
              <a:ext cx="5730" cy="3975"/>
            </a:xfrm>
            <a:custGeom>
              <a:avLst/>
              <a:gdLst>
                <a:gd name="sw" fmla="*/ 1 w 5730"/>
                <a:gd name="sh" fmla="*/ 1 h 3975"/>
                <a:gd name="mins" fmla="min sw sh"/>
                <a:gd name="dsw" fmla="+- 0 sw mins"/>
                <a:gd name="dsh" fmla="+- 0 sh mins"/>
                <a:gd name="p0x0" fmla="*/ 240 w 5730"/>
                <a:gd name="p0y0" fmla="*/ 0 h 3975"/>
                <a:gd name="p0x1" fmla="*/ 5490 w 5730"/>
                <a:gd name="p0y1" fmla="*/ 0 h 3975"/>
                <a:gd name="p0x2" fmla="*/ 5622 w 5730"/>
                <a:gd name="p0y2" fmla="*/ 0 h 3975"/>
                <a:gd name="p0x3" fmla="*/ 5730 w 5730"/>
                <a:gd name="p0y3" fmla="*/ 107 h 3975"/>
                <a:gd name="p0x4" fmla="*/ 5730 w 5730"/>
                <a:gd name="p0y4" fmla="*/ 240 h 3975"/>
                <a:gd name="p0x5" fmla="*/ 5730 w 5730"/>
                <a:gd name="p0y5" fmla="*/ 3735 h 3975"/>
                <a:gd name="p0x6" fmla="*/ 5730 w 5730"/>
                <a:gd name="p0y6" fmla="*/ 3867 h 3975"/>
                <a:gd name="p0x7" fmla="*/ 5622 w 5730"/>
                <a:gd name="p0y7" fmla="*/ 3975 h 3975"/>
                <a:gd name="p0x8" fmla="*/ 5490 w 5730"/>
                <a:gd name="p0y8" fmla="*/ 3975 h 3975"/>
                <a:gd name="p0x9" fmla="*/ 240 w 5730"/>
                <a:gd name="p0y9" fmla="*/ 3975 h 3975"/>
                <a:gd name="p0x10" fmla="*/ 107 w 5730"/>
                <a:gd name="p0y10" fmla="*/ 3975 h 3975"/>
                <a:gd name="p0x11" fmla="*/ 0 w 5730"/>
                <a:gd name="p0y11" fmla="*/ 3867 h 3975"/>
                <a:gd name="p0x12" fmla="*/ 0 w 5730"/>
                <a:gd name="p0y12" fmla="*/ 3735 h 3975"/>
                <a:gd name="p0x13" fmla="*/ 0 w 5730"/>
                <a:gd name="p0y13" fmla="*/ 240 h 3975"/>
                <a:gd name="p0x14" fmla="*/ 0 w 5730"/>
                <a:gd name="p0y14" fmla="*/ 107 h 3975"/>
                <a:gd name="p0x15" fmla="*/ 107 w 5730"/>
                <a:gd name="p0y15" fmla="*/ 0 h 3975"/>
                <a:gd name="p0x16" fmla="*/ 240 w 5730"/>
                <a:gd name="p0y16" fmla="*/ 0 h 39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" name="任意多边形 31"/>
            <p:cNvSpPr/>
            <p:nvPr>
              <p:custDataLst>
                <p:tags r:id="rId35"/>
              </p:custDataLst>
            </p:nvPr>
          </p:nvSpPr>
          <p:spPr>
            <a:xfrm>
              <a:off x="12750" y="1830"/>
              <a:ext cx="240" cy="3975"/>
            </a:xfrm>
            <a:custGeom>
              <a:avLst/>
              <a:gdLst>
                <a:gd name="sw" fmla="*/ 1 w 240"/>
                <a:gd name="sh" fmla="*/ 1 h 3975"/>
                <a:gd name="mins" fmla="min sw sh"/>
                <a:gd name="dsw" fmla="+- 0 sw mins"/>
                <a:gd name="dsh" fmla="+- 0 sh mins"/>
                <a:gd name="p0x0" fmla="*/ 0 w 240"/>
                <a:gd name="p0y0" fmla="*/ 3735 h 3975"/>
                <a:gd name="p0x1" fmla="*/ 0 w 240"/>
                <a:gd name="p0y1" fmla="*/ 240 h 3975"/>
                <a:gd name="p0x2" fmla="*/ 0 w 240"/>
                <a:gd name="p0y2" fmla="*/ 107 h 3975"/>
                <a:gd name="p0x3" fmla="*/ 107 w 240"/>
                <a:gd name="p0y3" fmla="*/ 0 h 3975"/>
                <a:gd name="p0x4" fmla="*/ 240 w 240"/>
                <a:gd name="p0y4" fmla="*/ 0 h 3975"/>
                <a:gd name="p0x5" fmla="*/ 157 w 240"/>
                <a:gd name="p0y5" fmla="*/ 0 h 3975"/>
                <a:gd name="p0x6" fmla="*/ 90 w 240"/>
                <a:gd name="p0y6" fmla="*/ 107 h 3975"/>
                <a:gd name="p0x7" fmla="*/ 90 w 240"/>
                <a:gd name="p0y7" fmla="*/ 240 h 3975"/>
                <a:gd name="p0x8" fmla="*/ 90 w 240"/>
                <a:gd name="p0y8" fmla="*/ 3735 h 3975"/>
                <a:gd name="p0x9" fmla="*/ 90 w 240"/>
                <a:gd name="p0y9" fmla="*/ 3867 h 3975"/>
                <a:gd name="p0x10" fmla="*/ 157 w 240"/>
                <a:gd name="p0y10" fmla="*/ 3975 h 3975"/>
                <a:gd name="p0x11" fmla="*/ 240 w 240"/>
                <a:gd name="p0y11" fmla="*/ 3975 h 3975"/>
                <a:gd name="p0x12" fmla="*/ 107 w 240"/>
                <a:gd name="p0y12" fmla="*/ 3975 h 3975"/>
                <a:gd name="p0x13" fmla="*/ 0 w 240"/>
                <a:gd name="p0y13" fmla="*/ 3867 h 3975"/>
                <a:gd name="p0x14" fmla="*/ 0 w 240"/>
                <a:gd name="p0y14" fmla="*/ 3735 h 39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4" name="任意多边形 33"/>
          <p:cNvSpPr/>
          <p:nvPr>
            <p:custDataLst>
              <p:tags r:id="rId36"/>
            </p:custDataLst>
          </p:nvPr>
        </p:nvSpPr>
        <p:spPr>
          <a:xfrm>
            <a:off x="8382000" y="1390650"/>
            <a:ext cx="438150" cy="438150"/>
          </a:xfrm>
          <a:custGeom>
            <a:avLst/>
            <a:gdLst>
              <a:gd name="sw" fmla="*/ 1 w 690"/>
              <a:gd name="sh" fmla="*/ 1 h 690"/>
              <a:gd name="mins" fmla="min sw sh"/>
              <a:gd name="dsw" fmla="+- 0 sw mins"/>
              <a:gd name="dsh" fmla="+- 0 sh mins"/>
              <a:gd name="p0x0" fmla="*/ 150 w 690"/>
              <a:gd name="p0y0" fmla="*/ 0 h 690"/>
              <a:gd name="p0x1" fmla="*/ 540 w 690"/>
              <a:gd name="p0y1" fmla="*/ 0 h 690"/>
              <a:gd name="p0x2" fmla="*/ 622 w 690"/>
              <a:gd name="p0y2" fmla="*/ 0 h 690"/>
              <a:gd name="p0x3" fmla="*/ 690 w 690"/>
              <a:gd name="p0y3" fmla="*/ 67 h 690"/>
              <a:gd name="p0x4" fmla="*/ 690 w 690"/>
              <a:gd name="p0y4" fmla="*/ 150 h 690"/>
              <a:gd name="p0x5" fmla="*/ 690 w 690"/>
              <a:gd name="p0y5" fmla="*/ 540 h 690"/>
              <a:gd name="p0x6" fmla="*/ 690 w 690"/>
              <a:gd name="p0y6" fmla="*/ 622 h 690"/>
              <a:gd name="p0x7" fmla="*/ 622 w 690"/>
              <a:gd name="p0y7" fmla="*/ 690 h 690"/>
              <a:gd name="p0x8" fmla="*/ 540 w 690"/>
              <a:gd name="p0y8" fmla="*/ 690 h 690"/>
              <a:gd name="p0x9" fmla="*/ 150 w 690"/>
              <a:gd name="p0y9" fmla="*/ 690 h 690"/>
              <a:gd name="p0x10" fmla="*/ 67 w 690"/>
              <a:gd name="p0y10" fmla="*/ 690 h 690"/>
              <a:gd name="p0x11" fmla="*/ 0 w 690"/>
              <a:gd name="p0y11" fmla="*/ 622 h 690"/>
              <a:gd name="p0x12" fmla="*/ 0 w 690"/>
              <a:gd name="p0y12" fmla="*/ 540 h 690"/>
              <a:gd name="p0x13" fmla="*/ 0 w 690"/>
              <a:gd name="p0y13" fmla="*/ 150 h 690"/>
              <a:gd name="p0x14" fmla="*/ 0 w 690"/>
              <a:gd name="p0y14" fmla="*/ 67 h 690"/>
              <a:gd name="p0x15" fmla="*/ 67 w 690"/>
              <a:gd name="p0y15" fmla="*/ 0 h 690"/>
              <a:gd name="p0x16" fmla="*/ 150 w 690"/>
              <a:gd name="p0y16" fmla="*/ 0 h 6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 l="-6818" t="-3651" r="-6818" b="-3651"/>
          <a:stretch>
            <a:fillRect/>
          </a:stretch>
        </p:blipFill>
        <p:spPr>
          <a:xfrm>
            <a:off x="8481695" y="1499870"/>
            <a:ext cx="238125" cy="214630"/>
          </a:xfrm>
          <a:prstGeom prst="rect">
            <a:avLst/>
          </a:prstGeom>
        </p:spPr>
      </p:pic>
      <p:sp>
        <p:nvSpPr>
          <p:cNvPr id="36" name="文本框 35"/>
          <p:cNvSpPr txBox="1"/>
          <p:nvPr>
            <p:custDataLst>
              <p:tags r:id="rId40"/>
            </p:custDataLst>
          </p:nvPr>
        </p:nvSpPr>
        <p:spPr>
          <a:xfrm>
            <a:off x="8953500" y="1471613"/>
            <a:ext cx="1524000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涌现：规模质变</a:t>
            </a:r>
            <a:endParaRPr sz="15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41"/>
            </p:custDataLst>
          </p:nvPr>
        </p:nvSpPr>
        <p:spPr>
          <a:xfrm>
            <a:off x="8382000" y="1946910"/>
            <a:ext cx="3067050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当模型规模突破临界值，会突然展现出训练时未明确教授的能力。</a:t>
            </a:r>
            <a:endParaRPr sz="105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8" name="图片 37"/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-2333" t="-42857" r="-2333" b="-42857"/>
          <a:stretch>
            <a:fillRect/>
          </a:stretch>
        </p:blipFill>
        <p:spPr>
          <a:xfrm>
            <a:off x="8382000" y="2461895"/>
            <a:ext cx="99695" cy="123825"/>
          </a:xfrm>
          <a:prstGeom prst="rect">
            <a:avLst/>
          </a:prstGeom>
        </p:spPr>
      </p:pic>
      <p:sp>
        <p:nvSpPr>
          <p:cNvPr id="39" name="文本框 38"/>
          <p:cNvSpPr txBox="1"/>
          <p:nvPr>
            <p:custDataLst>
              <p:tags r:id="rId43"/>
            </p:custDataLst>
          </p:nvPr>
        </p:nvSpPr>
        <p:spPr>
          <a:xfrm>
            <a:off x="8558213" y="2424589"/>
            <a:ext cx="2947988" cy="2133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思维链推理与逻辑推导</a:t>
            </a:r>
            <a:endParaRPr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-2333" t="-42857" r="-2333" b="-42857"/>
          <a:stretch>
            <a:fillRect/>
          </a:stretch>
        </p:blipFill>
        <p:spPr>
          <a:xfrm>
            <a:off x="8382000" y="2686050"/>
            <a:ext cx="99695" cy="123825"/>
          </a:xfrm>
          <a:prstGeom prst="rect">
            <a:avLst/>
          </a:prstGeom>
        </p:spPr>
      </p:pic>
      <p:sp>
        <p:nvSpPr>
          <p:cNvPr id="41" name="文本框 40"/>
          <p:cNvSpPr txBox="1"/>
          <p:nvPr>
            <p:custDataLst>
              <p:tags r:id="rId45"/>
            </p:custDataLst>
          </p:nvPr>
        </p:nvSpPr>
        <p:spPr>
          <a:xfrm>
            <a:off x="8558213" y="2648426"/>
            <a:ext cx="2947988" cy="2133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少样本学习与上下文学习</a:t>
            </a:r>
            <a:endParaRPr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2" name="图片 41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-2333" t="-42857" r="-2333" b="-42857"/>
          <a:stretch>
            <a:fillRect/>
          </a:stretch>
        </p:blipFill>
        <p:spPr>
          <a:xfrm>
            <a:off x="8382000" y="2909570"/>
            <a:ext cx="99695" cy="123825"/>
          </a:xfrm>
          <a:prstGeom prst="rect">
            <a:avLst/>
          </a:prstGeom>
        </p:spPr>
      </p:pic>
      <p:sp>
        <p:nvSpPr>
          <p:cNvPr id="43" name="文本框 42"/>
          <p:cNvSpPr txBox="1"/>
          <p:nvPr>
            <p:custDataLst>
              <p:tags r:id="rId47"/>
            </p:custDataLst>
          </p:nvPr>
        </p:nvSpPr>
        <p:spPr>
          <a:xfrm>
            <a:off x="8558213" y="2872264"/>
            <a:ext cx="2947988" cy="2133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跨领域知识迁移与整合</a:t>
            </a:r>
            <a:endParaRPr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3" name="组合 72"/>
          <p:cNvGrpSpPr/>
          <p:nvPr/>
        </p:nvGrpSpPr>
        <p:grpSpPr>
          <a:xfrm>
            <a:off x="4267200" y="3876675"/>
            <a:ext cx="3638550" cy="2523490"/>
            <a:chOff x="6720" y="6105"/>
            <a:chExt cx="5730" cy="3974"/>
          </a:xfrm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grpSpPr>
        <p:sp>
          <p:nvSpPr>
            <p:cNvPr id="44" name="任意多边形 43"/>
            <p:cNvSpPr/>
            <p:nvPr>
              <p:custDataLst>
                <p:tags r:id="rId48"/>
              </p:custDataLst>
            </p:nvPr>
          </p:nvSpPr>
          <p:spPr>
            <a:xfrm>
              <a:off x="6720" y="6105"/>
              <a:ext cx="5730" cy="3975"/>
            </a:xfrm>
            <a:custGeom>
              <a:avLst/>
              <a:gdLst>
                <a:gd name="sw" fmla="*/ 1 w 5730"/>
                <a:gd name="sh" fmla="*/ 1 h 3975"/>
                <a:gd name="mins" fmla="min sw sh"/>
                <a:gd name="dsw" fmla="+- 0 sw mins"/>
                <a:gd name="dsh" fmla="+- 0 sh mins"/>
                <a:gd name="p0x0" fmla="*/ 240 w 5730"/>
                <a:gd name="p0y0" fmla="*/ 0 h 3975"/>
                <a:gd name="p0x1" fmla="*/ 5490 w 5730"/>
                <a:gd name="p0y1" fmla="*/ 0 h 3975"/>
                <a:gd name="p0x2" fmla="*/ 5622 w 5730"/>
                <a:gd name="p0y2" fmla="*/ 0 h 3975"/>
                <a:gd name="p0x3" fmla="*/ 5730 w 5730"/>
                <a:gd name="p0y3" fmla="*/ 107 h 3975"/>
                <a:gd name="p0x4" fmla="*/ 5730 w 5730"/>
                <a:gd name="p0y4" fmla="*/ 240 h 3975"/>
                <a:gd name="p0x5" fmla="*/ 5730 w 5730"/>
                <a:gd name="p0y5" fmla="*/ 3735 h 3975"/>
                <a:gd name="p0x6" fmla="*/ 5730 w 5730"/>
                <a:gd name="p0y6" fmla="*/ 3867 h 3975"/>
                <a:gd name="p0x7" fmla="*/ 5622 w 5730"/>
                <a:gd name="p0y7" fmla="*/ 3975 h 3975"/>
                <a:gd name="p0x8" fmla="*/ 5490 w 5730"/>
                <a:gd name="p0y8" fmla="*/ 3975 h 3975"/>
                <a:gd name="p0x9" fmla="*/ 240 w 5730"/>
                <a:gd name="p0y9" fmla="*/ 3975 h 3975"/>
                <a:gd name="p0x10" fmla="*/ 107 w 5730"/>
                <a:gd name="p0y10" fmla="*/ 3975 h 3975"/>
                <a:gd name="p0x11" fmla="*/ 0 w 5730"/>
                <a:gd name="p0y11" fmla="*/ 3867 h 3975"/>
                <a:gd name="p0x12" fmla="*/ 0 w 5730"/>
                <a:gd name="p0y12" fmla="*/ 3735 h 3975"/>
                <a:gd name="p0x13" fmla="*/ 0 w 5730"/>
                <a:gd name="p0y13" fmla="*/ 240 h 3975"/>
                <a:gd name="p0x14" fmla="*/ 0 w 5730"/>
                <a:gd name="p0y14" fmla="*/ 107 h 3975"/>
                <a:gd name="p0x15" fmla="*/ 107 w 5730"/>
                <a:gd name="p0y15" fmla="*/ 0 h 3975"/>
                <a:gd name="p0x16" fmla="*/ 240 w 5730"/>
                <a:gd name="p0y16" fmla="*/ 0 h 39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>
              <p:custDataLst>
                <p:tags r:id="rId49"/>
              </p:custDataLst>
            </p:nvPr>
          </p:nvSpPr>
          <p:spPr>
            <a:xfrm>
              <a:off x="6720" y="6105"/>
              <a:ext cx="240" cy="3975"/>
            </a:xfrm>
            <a:custGeom>
              <a:avLst/>
              <a:gdLst>
                <a:gd name="sw" fmla="*/ 1 w 240"/>
                <a:gd name="sh" fmla="*/ 1 h 3975"/>
                <a:gd name="mins" fmla="min sw sh"/>
                <a:gd name="dsw" fmla="+- 0 sw mins"/>
                <a:gd name="dsh" fmla="+- 0 sh mins"/>
                <a:gd name="p0x0" fmla="*/ 0 w 240"/>
                <a:gd name="p0y0" fmla="*/ 3735 h 3975"/>
                <a:gd name="p0x1" fmla="*/ 0 w 240"/>
                <a:gd name="p0y1" fmla="*/ 240 h 3975"/>
                <a:gd name="p0x2" fmla="*/ 0 w 240"/>
                <a:gd name="p0y2" fmla="*/ 107 h 3975"/>
                <a:gd name="p0x3" fmla="*/ 107 w 240"/>
                <a:gd name="p0y3" fmla="*/ 0 h 3975"/>
                <a:gd name="p0x4" fmla="*/ 240 w 240"/>
                <a:gd name="p0y4" fmla="*/ 0 h 3975"/>
                <a:gd name="p0x5" fmla="*/ 157 w 240"/>
                <a:gd name="p0y5" fmla="*/ 0 h 3975"/>
                <a:gd name="p0x6" fmla="*/ 90 w 240"/>
                <a:gd name="p0y6" fmla="*/ 107 h 3975"/>
                <a:gd name="p0x7" fmla="*/ 90 w 240"/>
                <a:gd name="p0y7" fmla="*/ 240 h 3975"/>
                <a:gd name="p0x8" fmla="*/ 90 w 240"/>
                <a:gd name="p0y8" fmla="*/ 3735 h 3975"/>
                <a:gd name="p0x9" fmla="*/ 90 w 240"/>
                <a:gd name="p0y9" fmla="*/ 3867 h 3975"/>
                <a:gd name="p0x10" fmla="*/ 157 w 240"/>
                <a:gd name="p0y10" fmla="*/ 3975 h 3975"/>
                <a:gd name="p0x11" fmla="*/ 240 w 240"/>
                <a:gd name="p0y11" fmla="*/ 3975 h 3975"/>
                <a:gd name="p0x12" fmla="*/ 107 w 240"/>
                <a:gd name="p0y12" fmla="*/ 3975 h 3975"/>
                <a:gd name="p0x13" fmla="*/ 0 w 240"/>
                <a:gd name="p0y13" fmla="*/ 3867 h 3975"/>
                <a:gd name="p0x14" fmla="*/ 0 w 240"/>
                <a:gd name="p0y14" fmla="*/ 3735 h 39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7" name="任意多边形 46"/>
          <p:cNvSpPr/>
          <p:nvPr>
            <p:custDataLst>
              <p:tags r:id="rId50"/>
            </p:custDataLst>
          </p:nvPr>
        </p:nvSpPr>
        <p:spPr>
          <a:xfrm>
            <a:off x="4552950" y="4105275"/>
            <a:ext cx="438150" cy="438150"/>
          </a:xfrm>
          <a:custGeom>
            <a:avLst/>
            <a:gdLst>
              <a:gd name="sw" fmla="*/ 1 w 690"/>
              <a:gd name="sh" fmla="*/ 1 h 690"/>
              <a:gd name="mins" fmla="min sw sh"/>
              <a:gd name="dsw" fmla="+- 0 sw mins"/>
              <a:gd name="dsh" fmla="+- 0 sh mins"/>
              <a:gd name="p0x0" fmla="*/ 150 w 690"/>
              <a:gd name="p0y0" fmla="*/ 0 h 690"/>
              <a:gd name="p0x1" fmla="*/ 540 w 690"/>
              <a:gd name="p0y1" fmla="*/ 0 h 690"/>
              <a:gd name="p0x2" fmla="*/ 622 w 690"/>
              <a:gd name="p0y2" fmla="*/ 0 h 690"/>
              <a:gd name="p0x3" fmla="*/ 690 w 690"/>
              <a:gd name="p0y3" fmla="*/ 67 h 690"/>
              <a:gd name="p0x4" fmla="*/ 690 w 690"/>
              <a:gd name="p0y4" fmla="*/ 150 h 690"/>
              <a:gd name="p0x5" fmla="*/ 690 w 690"/>
              <a:gd name="p0y5" fmla="*/ 540 h 690"/>
              <a:gd name="p0x6" fmla="*/ 690 w 690"/>
              <a:gd name="p0y6" fmla="*/ 622 h 690"/>
              <a:gd name="p0x7" fmla="*/ 622 w 690"/>
              <a:gd name="p0y7" fmla="*/ 690 h 690"/>
              <a:gd name="p0x8" fmla="*/ 540 w 690"/>
              <a:gd name="p0y8" fmla="*/ 690 h 690"/>
              <a:gd name="p0x9" fmla="*/ 150 w 690"/>
              <a:gd name="p0y9" fmla="*/ 690 h 690"/>
              <a:gd name="p0x10" fmla="*/ 67 w 690"/>
              <a:gd name="p0y10" fmla="*/ 690 h 690"/>
              <a:gd name="p0x11" fmla="*/ 0 w 690"/>
              <a:gd name="p0y11" fmla="*/ 622 h 690"/>
              <a:gd name="p0x12" fmla="*/ 0 w 690"/>
              <a:gd name="p0y12" fmla="*/ 540 h 690"/>
              <a:gd name="p0x13" fmla="*/ 0 w 690"/>
              <a:gd name="p0y13" fmla="*/ 150 h 690"/>
              <a:gd name="p0x14" fmla="*/ 0 w 690"/>
              <a:gd name="p0y14" fmla="*/ 67 h 690"/>
              <a:gd name="p0x15" fmla="*/ 67 w 690"/>
              <a:gd name="p0y15" fmla="*/ 0 h 690"/>
              <a:gd name="p0x16" fmla="*/ 150 w 690"/>
              <a:gd name="p0y16" fmla="*/ 0 h 6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8" name="图片 47"/>
          <p:cNvPicPr>
            <a:picLocks noChangeAspect="1"/>
          </p:cNvPicPr>
          <p:nvPr>
            <p:custDataLst>
              <p:tags r:id="rId51"/>
            </p:custDataLst>
          </p:nvPr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 l="-9524" t="-3651" r="-9524" b="-3651"/>
          <a:stretch>
            <a:fillRect/>
          </a:stretch>
        </p:blipFill>
        <p:spPr>
          <a:xfrm>
            <a:off x="4652645" y="4214495"/>
            <a:ext cx="238125" cy="214630"/>
          </a:xfrm>
          <a:prstGeom prst="rect">
            <a:avLst/>
          </a:prstGeom>
        </p:spPr>
      </p:pic>
      <p:sp>
        <p:nvSpPr>
          <p:cNvPr id="49" name="文本框 48"/>
          <p:cNvSpPr txBox="1"/>
          <p:nvPr>
            <p:custDataLst>
              <p:tags r:id="rId54"/>
            </p:custDataLst>
          </p:nvPr>
        </p:nvSpPr>
        <p:spPr>
          <a:xfrm>
            <a:off x="5124450" y="4186238"/>
            <a:ext cx="1714500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通用：多任务处理</a:t>
            </a:r>
            <a:endParaRPr sz="15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55"/>
            </p:custDataLst>
          </p:nvPr>
        </p:nvSpPr>
        <p:spPr>
          <a:xfrm>
            <a:off x="4552950" y="4661535"/>
            <a:ext cx="3067050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一个模型搞定多种任务，无需为每个任务单独训练专用系统。</a:t>
            </a:r>
            <a:endParaRPr sz="105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1" name="图片 50"/>
          <p:cNvPicPr>
            <a:picLocks noChangeAspect="1"/>
          </p:cNvPicPr>
          <p:nvPr>
            <p:custDataLst>
              <p:tags r:id="rId5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-2333" t="-42857" r="-2333" b="-42857"/>
          <a:stretch>
            <a:fillRect/>
          </a:stretch>
        </p:blipFill>
        <p:spPr>
          <a:xfrm>
            <a:off x="4552950" y="5176520"/>
            <a:ext cx="99695" cy="123825"/>
          </a:xfrm>
          <a:prstGeom prst="rect">
            <a:avLst/>
          </a:prstGeom>
        </p:spPr>
      </p:pic>
      <p:sp>
        <p:nvSpPr>
          <p:cNvPr id="52" name="文本框 51"/>
          <p:cNvSpPr txBox="1"/>
          <p:nvPr>
            <p:custDataLst>
              <p:tags r:id="rId57"/>
            </p:custDataLst>
          </p:nvPr>
        </p:nvSpPr>
        <p:spPr>
          <a:xfrm>
            <a:off x="4729163" y="5139214"/>
            <a:ext cx="2947988" cy="2133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问答、翻译、摘要、编程</a:t>
            </a:r>
            <a:endParaRPr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3" name="图片 52"/>
          <p:cNvPicPr>
            <a:picLocks noChangeAspect="1"/>
          </p:cNvPicPr>
          <p:nvPr>
            <p:custDataLst>
              <p:tags r:id="rId58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-2333" t="-42857" r="-2333" b="-42857"/>
          <a:stretch>
            <a:fillRect/>
          </a:stretch>
        </p:blipFill>
        <p:spPr>
          <a:xfrm>
            <a:off x="4552950" y="5400675"/>
            <a:ext cx="99695" cy="123825"/>
          </a:xfrm>
          <a:prstGeom prst="rect">
            <a:avLst/>
          </a:prstGeom>
        </p:spPr>
      </p:pic>
      <p:sp>
        <p:nvSpPr>
          <p:cNvPr id="54" name="文本框 53"/>
          <p:cNvSpPr txBox="1"/>
          <p:nvPr>
            <p:custDataLst>
              <p:tags r:id="rId59"/>
            </p:custDataLst>
          </p:nvPr>
        </p:nvSpPr>
        <p:spPr>
          <a:xfrm>
            <a:off x="4729163" y="5363051"/>
            <a:ext cx="2947988" cy="2133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创意写作与技术分析</a:t>
            </a:r>
            <a:endParaRPr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5" name="图片 54"/>
          <p:cNvPicPr>
            <a:picLocks noChangeAspect="1"/>
          </p:cNvPicPr>
          <p:nvPr>
            <p:custDataLst>
              <p:tags r:id="rId60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-2333" t="-42857" r="-2333" b="-42857"/>
          <a:stretch>
            <a:fillRect/>
          </a:stretch>
        </p:blipFill>
        <p:spPr>
          <a:xfrm>
            <a:off x="4552950" y="5624195"/>
            <a:ext cx="99695" cy="123825"/>
          </a:xfrm>
          <a:prstGeom prst="rect">
            <a:avLst/>
          </a:prstGeom>
        </p:spPr>
      </p:pic>
      <p:sp>
        <p:nvSpPr>
          <p:cNvPr id="56" name="文本框 55"/>
          <p:cNvSpPr txBox="1"/>
          <p:nvPr>
            <p:custDataLst>
              <p:tags r:id="rId61"/>
            </p:custDataLst>
          </p:nvPr>
        </p:nvSpPr>
        <p:spPr>
          <a:xfrm>
            <a:off x="4729163" y="5586889"/>
            <a:ext cx="2947988" cy="2133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统一接口，零样本适配</a:t>
            </a:r>
            <a:endParaRPr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4" name="组合 73"/>
          <p:cNvGrpSpPr/>
          <p:nvPr/>
        </p:nvGrpSpPr>
        <p:grpSpPr>
          <a:xfrm>
            <a:off x="8096250" y="3876675"/>
            <a:ext cx="3638550" cy="2523490"/>
            <a:chOff x="12750" y="6105"/>
            <a:chExt cx="5730" cy="3974"/>
          </a:xfrm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grpSpPr>
        <p:sp>
          <p:nvSpPr>
            <p:cNvPr id="57" name="任意多边形 56"/>
            <p:cNvSpPr/>
            <p:nvPr>
              <p:custDataLst>
                <p:tags r:id="rId62"/>
              </p:custDataLst>
            </p:nvPr>
          </p:nvSpPr>
          <p:spPr>
            <a:xfrm>
              <a:off x="12750" y="6105"/>
              <a:ext cx="5730" cy="3975"/>
            </a:xfrm>
            <a:custGeom>
              <a:avLst/>
              <a:gdLst>
                <a:gd name="sw" fmla="*/ 1 w 5730"/>
                <a:gd name="sh" fmla="*/ 1 h 3975"/>
                <a:gd name="mins" fmla="min sw sh"/>
                <a:gd name="dsw" fmla="+- 0 sw mins"/>
                <a:gd name="dsh" fmla="+- 0 sh mins"/>
                <a:gd name="p0x0" fmla="*/ 240 w 5730"/>
                <a:gd name="p0y0" fmla="*/ 0 h 3975"/>
                <a:gd name="p0x1" fmla="*/ 5490 w 5730"/>
                <a:gd name="p0y1" fmla="*/ 0 h 3975"/>
                <a:gd name="p0x2" fmla="*/ 5622 w 5730"/>
                <a:gd name="p0y2" fmla="*/ 0 h 3975"/>
                <a:gd name="p0x3" fmla="*/ 5730 w 5730"/>
                <a:gd name="p0y3" fmla="*/ 107 h 3975"/>
                <a:gd name="p0x4" fmla="*/ 5730 w 5730"/>
                <a:gd name="p0y4" fmla="*/ 240 h 3975"/>
                <a:gd name="p0x5" fmla="*/ 5730 w 5730"/>
                <a:gd name="p0y5" fmla="*/ 3735 h 3975"/>
                <a:gd name="p0x6" fmla="*/ 5730 w 5730"/>
                <a:gd name="p0y6" fmla="*/ 3867 h 3975"/>
                <a:gd name="p0x7" fmla="*/ 5622 w 5730"/>
                <a:gd name="p0y7" fmla="*/ 3975 h 3975"/>
                <a:gd name="p0x8" fmla="*/ 5490 w 5730"/>
                <a:gd name="p0y8" fmla="*/ 3975 h 3975"/>
                <a:gd name="p0x9" fmla="*/ 240 w 5730"/>
                <a:gd name="p0y9" fmla="*/ 3975 h 3975"/>
                <a:gd name="p0x10" fmla="*/ 107 w 5730"/>
                <a:gd name="p0y10" fmla="*/ 3975 h 3975"/>
                <a:gd name="p0x11" fmla="*/ 0 w 5730"/>
                <a:gd name="p0y11" fmla="*/ 3867 h 3975"/>
                <a:gd name="p0x12" fmla="*/ 0 w 5730"/>
                <a:gd name="p0y12" fmla="*/ 3735 h 3975"/>
                <a:gd name="p0x13" fmla="*/ 0 w 5730"/>
                <a:gd name="p0y13" fmla="*/ 240 h 3975"/>
                <a:gd name="p0x14" fmla="*/ 0 w 5730"/>
                <a:gd name="p0y14" fmla="*/ 107 h 3975"/>
                <a:gd name="p0x15" fmla="*/ 107 w 5730"/>
                <a:gd name="p0y15" fmla="*/ 0 h 3975"/>
                <a:gd name="p0x16" fmla="*/ 240 w 5730"/>
                <a:gd name="p0y16" fmla="*/ 0 h 39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8" name="任意多边形 57"/>
            <p:cNvSpPr/>
            <p:nvPr>
              <p:custDataLst>
                <p:tags r:id="rId63"/>
              </p:custDataLst>
            </p:nvPr>
          </p:nvSpPr>
          <p:spPr>
            <a:xfrm>
              <a:off x="12750" y="6105"/>
              <a:ext cx="240" cy="3975"/>
            </a:xfrm>
            <a:custGeom>
              <a:avLst/>
              <a:gdLst>
                <a:gd name="sw" fmla="*/ 1 w 240"/>
                <a:gd name="sh" fmla="*/ 1 h 3975"/>
                <a:gd name="mins" fmla="min sw sh"/>
                <a:gd name="dsw" fmla="+- 0 sw mins"/>
                <a:gd name="dsh" fmla="+- 0 sh mins"/>
                <a:gd name="p0x0" fmla="*/ 0 w 240"/>
                <a:gd name="p0y0" fmla="*/ 3735 h 3975"/>
                <a:gd name="p0x1" fmla="*/ 0 w 240"/>
                <a:gd name="p0y1" fmla="*/ 240 h 3975"/>
                <a:gd name="p0x2" fmla="*/ 0 w 240"/>
                <a:gd name="p0y2" fmla="*/ 107 h 3975"/>
                <a:gd name="p0x3" fmla="*/ 107 w 240"/>
                <a:gd name="p0y3" fmla="*/ 0 h 3975"/>
                <a:gd name="p0x4" fmla="*/ 240 w 240"/>
                <a:gd name="p0y4" fmla="*/ 0 h 3975"/>
                <a:gd name="p0x5" fmla="*/ 157 w 240"/>
                <a:gd name="p0y5" fmla="*/ 0 h 3975"/>
                <a:gd name="p0x6" fmla="*/ 90 w 240"/>
                <a:gd name="p0y6" fmla="*/ 107 h 3975"/>
                <a:gd name="p0x7" fmla="*/ 90 w 240"/>
                <a:gd name="p0y7" fmla="*/ 240 h 3975"/>
                <a:gd name="p0x8" fmla="*/ 90 w 240"/>
                <a:gd name="p0y8" fmla="*/ 3735 h 3975"/>
                <a:gd name="p0x9" fmla="*/ 90 w 240"/>
                <a:gd name="p0y9" fmla="*/ 3867 h 3975"/>
                <a:gd name="p0x10" fmla="*/ 157 w 240"/>
                <a:gd name="p0y10" fmla="*/ 3975 h 3975"/>
                <a:gd name="p0x11" fmla="*/ 240 w 240"/>
                <a:gd name="p0y11" fmla="*/ 3975 h 3975"/>
                <a:gd name="p0x12" fmla="*/ 107 w 240"/>
                <a:gd name="p0y12" fmla="*/ 3975 h 3975"/>
                <a:gd name="p0x13" fmla="*/ 0 w 240"/>
                <a:gd name="p0y13" fmla="*/ 3867 h 3975"/>
                <a:gd name="p0x14" fmla="*/ 0 w 240"/>
                <a:gd name="p0y14" fmla="*/ 3735 h 39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0" name="任意多边形 59"/>
          <p:cNvSpPr/>
          <p:nvPr>
            <p:custDataLst>
              <p:tags r:id="rId64"/>
            </p:custDataLst>
          </p:nvPr>
        </p:nvSpPr>
        <p:spPr>
          <a:xfrm>
            <a:off x="8382000" y="4105275"/>
            <a:ext cx="438150" cy="438150"/>
          </a:xfrm>
          <a:custGeom>
            <a:avLst/>
            <a:gdLst>
              <a:gd name="sw" fmla="*/ 1 w 690"/>
              <a:gd name="sh" fmla="*/ 1 h 690"/>
              <a:gd name="mins" fmla="min sw sh"/>
              <a:gd name="dsw" fmla="+- 0 sw mins"/>
              <a:gd name="dsh" fmla="+- 0 sh mins"/>
              <a:gd name="p0x0" fmla="*/ 150 w 690"/>
              <a:gd name="p0y0" fmla="*/ 0 h 690"/>
              <a:gd name="p0x1" fmla="*/ 540 w 690"/>
              <a:gd name="p0y1" fmla="*/ 0 h 690"/>
              <a:gd name="p0x2" fmla="*/ 622 w 690"/>
              <a:gd name="p0y2" fmla="*/ 0 h 690"/>
              <a:gd name="p0x3" fmla="*/ 690 w 690"/>
              <a:gd name="p0y3" fmla="*/ 67 h 690"/>
              <a:gd name="p0x4" fmla="*/ 690 w 690"/>
              <a:gd name="p0y4" fmla="*/ 150 h 690"/>
              <a:gd name="p0x5" fmla="*/ 690 w 690"/>
              <a:gd name="p0y5" fmla="*/ 540 h 690"/>
              <a:gd name="p0x6" fmla="*/ 690 w 690"/>
              <a:gd name="p0y6" fmla="*/ 622 h 690"/>
              <a:gd name="p0x7" fmla="*/ 622 w 690"/>
              <a:gd name="p0y7" fmla="*/ 690 h 690"/>
              <a:gd name="p0x8" fmla="*/ 540 w 690"/>
              <a:gd name="p0y8" fmla="*/ 690 h 690"/>
              <a:gd name="p0x9" fmla="*/ 150 w 690"/>
              <a:gd name="p0y9" fmla="*/ 690 h 690"/>
              <a:gd name="p0x10" fmla="*/ 67 w 690"/>
              <a:gd name="p0y10" fmla="*/ 690 h 690"/>
              <a:gd name="p0x11" fmla="*/ 0 w 690"/>
              <a:gd name="p0y11" fmla="*/ 622 h 690"/>
              <a:gd name="p0x12" fmla="*/ 0 w 690"/>
              <a:gd name="p0y12" fmla="*/ 540 h 690"/>
              <a:gd name="p0x13" fmla="*/ 0 w 690"/>
              <a:gd name="p0y13" fmla="*/ 150 h 690"/>
              <a:gd name="p0x14" fmla="*/ 0 w 690"/>
              <a:gd name="p0y14" fmla="*/ 67 h 690"/>
              <a:gd name="p0x15" fmla="*/ 67 w 690"/>
              <a:gd name="p0y15" fmla="*/ 0 h 690"/>
              <a:gd name="p0x16" fmla="*/ 150 w 690"/>
              <a:gd name="p0y16" fmla="*/ 0 h 6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1" name="图片 60"/>
          <p:cNvPicPr>
            <a:picLocks noChangeAspect="1"/>
          </p:cNvPicPr>
          <p:nvPr>
            <p:custDataLst>
              <p:tags r:id="rId65"/>
            </p:custDataLst>
          </p:nvPr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rcRect l="-2949" t="-3651" r="-2949" b="-3651"/>
          <a:stretch>
            <a:fillRect/>
          </a:stretch>
        </p:blipFill>
        <p:spPr>
          <a:xfrm>
            <a:off x="8469630" y="4214495"/>
            <a:ext cx="262255" cy="214630"/>
          </a:xfrm>
          <a:prstGeom prst="rect">
            <a:avLst/>
          </a:prstGeom>
        </p:spPr>
      </p:pic>
      <p:sp>
        <p:nvSpPr>
          <p:cNvPr id="62" name="文本框 61"/>
          <p:cNvSpPr txBox="1"/>
          <p:nvPr>
            <p:custDataLst>
              <p:tags r:id="rId68"/>
            </p:custDataLst>
          </p:nvPr>
        </p:nvSpPr>
        <p:spPr>
          <a:xfrm>
            <a:off x="8953500" y="4186238"/>
            <a:ext cx="1143000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主流大模型</a:t>
            </a:r>
            <a:endParaRPr sz="15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文本框 62"/>
          <p:cNvSpPr txBox="1"/>
          <p:nvPr>
            <p:custDataLst>
              <p:tags r:id="rId69"/>
            </p:custDataLst>
          </p:nvPr>
        </p:nvSpPr>
        <p:spPr>
          <a:xfrm>
            <a:off x="8382000" y="4661535"/>
            <a:ext cx="2933700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全球科技巨头与创业公司竞相推出的代表性产品生态。</a:t>
            </a:r>
            <a:endParaRPr sz="105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4" name="图片 63"/>
          <p:cNvPicPr>
            <a:picLocks noChangeAspect="1"/>
          </p:cNvPicPr>
          <p:nvPr>
            <p:custDataLst>
              <p:tags r:id="rId70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-2333" t="-42857" r="-2333" b="-42857"/>
          <a:stretch>
            <a:fillRect/>
          </a:stretch>
        </p:blipFill>
        <p:spPr>
          <a:xfrm>
            <a:off x="8382000" y="5176520"/>
            <a:ext cx="99695" cy="123825"/>
          </a:xfrm>
          <a:prstGeom prst="rect">
            <a:avLst/>
          </a:prstGeom>
        </p:spPr>
      </p:pic>
      <p:sp>
        <p:nvSpPr>
          <p:cNvPr id="65" name="文本框 64"/>
          <p:cNvSpPr txBox="1"/>
          <p:nvPr>
            <p:custDataLst>
              <p:tags r:id="rId71"/>
            </p:custDataLst>
          </p:nvPr>
        </p:nvSpPr>
        <p:spPr>
          <a:xfrm>
            <a:off x="8558213" y="5139214"/>
            <a:ext cx="2947988" cy="2133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en-US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GPT-4/GPT-4o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6" name="图片 65"/>
          <p:cNvPicPr>
            <a:picLocks noChangeAspect="1"/>
          </p:cNvPicPr>
          <p:nvPr>
            <p:custDataLst>
              <p:tags r:id="rId72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-2333" t="-42857" r="-2333" b="-42857"/>
          <a:stretch>
            <a:fillRect/>
          </a:stretch>
        </p:blipFill>
        <p:spPr>
          <a:xfrm>
            <a:off x="8382000" y="5400675"/>
            <a:ext cx="99695" cy="123825"/>
          </a:xfrm>
          <a:prstGeom prst="rect">
            <a:avLst/>
          </a:prstGeom>
        </p:spPr>
      </p:pic>
      <p:sp>
        <p:nvSpPr>
          <p:cNvPr id="67" name="文本框 66"/>
          <p:cNvSpPr txBox="1"/>
          <p:nvPr>
            <p:custDataLst>
              <p:tags r:id="rId73"/>
            </p:custDataLst>
          </p:nvPr>
        </p:nvSpPr>
        <p:spPr>
          <a:xfrm>
            <a:off x="8558213" y="5363051"/>
            <a:ext cx="2947988" cy="2133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en-US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Anthropic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8" name="图片 67"/>
          <p:cNvPicPr>
            <a:picLocks noChangeAspect="1"/>
          </p:cNvPicPr>
          <p:nvPr>
            <p:custDataLst>
              <p:tags r:id="rId74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-2333" t="-42857" r="-2333" b="-42857"/>
          <a:stretch>
            <a:fillRect/>
          </a:stretch>
        </p:blipFill>
        <p:spPr>
          <a:xfrm>
            <a:off x="8382000" y="5624195"/>
            <a:ext cx="99695" cy="123825"/>
          </a:xfrm>
          <a:prstGeom prst="rect">
            <a:avLst/>
          </a:prstGeom>
        </p:spPr>
      </p:pic>
      <p:sp>
        <p:nvSpPr>
          <p:cNvPr id="69" name="文本框 68"/>
          <p:cNvSpPr txBox="1"/>
          <p:nvPr>
            <p:custDataLst>
              <p:tags r:id="rId75"/>
            </p:custDataLst>
          </p:nvPr>
        </p:nvSpPr>
        <p:spPr>
          <a:xfrm>
            <a:off x="8558213" y="5586889"/>
            <a:ext cx="2947988" cy="2133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文心一言、</a:t>
            </a:r>
            <a:r>
              <a:rPr lang="en-US" alt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Kimi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、通义千问</a:t>
            </a:r>
            <a:endParaRPr lang="zh-CN" altLang="en-US"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57200" y="409575"/>
            <a:ext cx="6577013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3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3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智能体：从</a:t>
            </a:r>
            <a:r>
              <a:rPr lang="en-US" altLang="zh-CN" sz="3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3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聊天</a:t>
            </a:r>
            <a:r>
              <a:rPr lang="en-US" altLang="zh-CN" sz="3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3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</a:t>
            </a:r>
            <a:r>
              <a:rPr lang="en-US" altLang="zh-CN" sz="3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3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</a:t>
            </a:r>
            <a:r>
              <a:rPr lang="en-US" altLang="zh-CN" sz="3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3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的飞跃</a:t>
            </a:r>
            <a:endParaRPr lang="zh-CN" altLang="en-US" sz="3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 2"/>
          <p:cNvSpPr/>
          <p:nvPr>
            <p:custDataLst>
              <p:tags r:id="rId2"/>
            </p:custDataLst>
          </p:nvPr>
        </p:nvSpPr>
        <p:spPr>
          <a:xfrm>
            <a:off x="457200" y="1162050"/>
            <a:ext cx="3429000" cy="5238750"/>
          </a:xfrm>
          <a:custGeom>
            <a:avLst/>
            <a:gdLst>
              <a:gd name="sw" fmla="*/ 1 w 5400"/>
              <a:gd name="sh" fmla="*/ 1 h 8250"/>
              <a:gd name="mins" fmla="min sw sh"/>
              <a:gd name="dsw" fmla="+- 0 sw mins"/>
              <a:gd name="dsh" fmla="+- 0 sh mins"/>
              <a:gd name="p0x0" fmla="*/ 240 w 5400"/>
              <a:gd name="p0y0" fmla="*/ 0 h 8250"/>
              <a:gd name="p0x1" fmla="*/ 5160 w 5400"/>
              <a:gd name="p0y1" fmla="*/ 0 h 8250"/>
              <a:gd name="p0x2" fmla="*/ 5292 w 5400"/>
              <a:gd name="p0y2" fmla="*/ 0 h 8250"/>
              <a:gd name="p0x3" fmla="*/ 5400 w 5400"/>
              <a:gd name="p0y3" fmla="*/ 107 h 8250"/>
              <a:gd name="p0x4" fmla="*/ 5400 w 5400"/>
              <a:gd name="p0y4" fmla="*/ 240 h 8250"/>
              <a:gd name="p0x5" fmla="*/ 5400 w 5400"/>
              <a:gd name="p0y5" fmla="*/ 8010 h 8250"/>
              <a:gd name="p0x6" fmla="*/ 5400 w 5400"/>
              <a:gd name="p0y6" fmla="*/ 8142 h 8250"/>
              <a:gd name="p0x7" fmla="*/ 5292 w 5400"/>
              <a:gd name="p0y7" fmla="*/ 8250 h 8250"/>
              <a:gd name="p0x8" fmla="*/ 5160 w 5400"/>
              <a:gd name="p0y8" fmla="*/ 8250 h 8250"/>
              <a:gd name="p0x9" fmla="*/ 240 w 5400"/>
              <a:gd name="p0y9" fmla="*/ 8250 h 8250"/>
              <a:gd name="p0x10" fmla="*/ 107 w 5400"/>
              <a:gd name="p0y10" fmla="*/ 8250 h 8250"/>
              <a:gd name="p0x11" fmla="*/ 0 w 5400"/>
              <a:gd name="p0y11" fmla="*/ 8142 h 8250"/>
              <a:gd name="p0x12" fmla="*/ 0 w 5400"/>
              <a:gd name="p0y12" fmla="*/ 8010 h 8250"/>
              <a:gd name="p0x13" fmla="*/ 0 w 5400"/>
              <a:gd name="p0y13" fmla="*/ 240 h 8250"/>
              <a:gd name="p0x14" fmla="*/ 0 w 5400"/>
              <a:gd name="p0y14" fmla="*/ 107 h 8250"/>
              <a:gd name="p0x15" fmla="*/ 107 w 5400"/>
              <a:gd name="p0y15" fmla="*/ 0 h 8250"/>
              <a:gd name="p0x16" fmla="*/ 240 w 5400"/>
              <a:gd name="p0y16" fmla="*/ 0 h 82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457200" y="1162050"/>
            <a:ext cx="3429000" cy="1524000"/>
          </a:xfrm>
          <a:custGeom>
            <a:avLst/>
            <a:gdLst>
              <a:gd name="sw" fmla="*/ 1 w 5400"/>
              <a:gd name="sh" fmla="*/ 1 h 2400"/>
              <a:gd name="mins" fmla="min sw sh"/>
              <a:gd name="dsw" fmla="+- 0 sw mins"/>
              <a:gd name="dsh" fmla="+- 0 sh mins"/>
              <a:gd name="p0x0" fmla="*/ 240 w 5400"/>
              <a:gd name="p0y0" fmla="*/ 0 h 2400"/>
              <a:gd name="p0x1" fmla="*/ 5160 w 5400"/>
              <a:gd name="p0y1" fmla="*/ 0 h 2400"/>
              <a:gd name="p0x2" fmla="*/ 5292 w 5400"/>
              <a:gd name="p0y2" fmla="*/ 0 h 2400"/>
              <a:gd name="p0x3" fmla="*/ 5400 w 5400"/>
              <a:gd name="p0y3" fmla="*/ 107 h 2400"/>
              <a:gd name="p0x4" fmla="*/ 5400 w 5400"/>
              <a:gd name="p0y4" fmla="*/ 240 h 2400"/>
              <a:gd name="p0x5" fmla="*/ 5400 w 5400"/>
              <a:gd name="p0y5" fmla="*/ 2400 h 2400"/>
              <a:gd name="p0x6" fmla="*/ 0 w 5400"/>
              <a:gd name="p0y6" fmla="*/ 2400 h 2400"/>
              <a:gd name="p0x7" fmla="*/ 0 w 5400"/>
              <a:gd name="p0y7" fmla="*/ 240 h 2400"/>
              <a:gd name="p0x8" fmla="*/ 0 w 5400"/>
              <a:gd name="p0y8" fmla="*/ 107 h 2400"/>
              <a:gd name="p0x9" fmla="*/ 107 w 5400"/>
              <a:gd name="p0y9" fmla="*/ 0 h 2400"/>
              <a:gd name="p0x10" fmla="*/ 240 w 5400"/>
              <a:gd name="p0y10" fmla="*/ 0 h 2400"/>
            </a:gdLst>
            <a:ahLst/>
            <a:cxnLst/>
            <a:pathLst>
              <a:path w="5400" h="2400">
                <a:moveTo>
                  <a:pt x="240" y="0"/>
                </a:moveTo>
                <a:lnTo>
                  <a:pt x="5160" y="0"/>
                </a:lnTo>
                <a:cubicBezTo>
                  <a:pt x="5295" y="-4"/>
                  <a:pt x="5403" y="119"/>
                  <a:pt x="5400" y="240"/>
                </a:cubicBezTo>
                <a:lnTo>
                  <a:pt x="5400" y="2400"/>
                </a:lnTo>
                <a:lnTo>
                  <a:pt x="0" y="2400"/>
                </a:lnTo>
                <a:lnTo>
                  <a:pt x="0" y="240"/>
                </a:lnTo>
                <a:cubicBezTo>
                  <a:pt x="-4" y="105"/>
                  <a:pt x="119" y="-3"/>
                  <a:pt x="240" y="0"/>
                </a:cubicBezTo>
                <a:close/>
              </a:path>
            </a:pathLst>
          </a:custGeom>
          <a:solidFill>
            <a:srgbClr val="1E3A8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-1786" b="-1786"/>
          <a:stretch>
            <a:fillRect/>
          </a:stretch>
        </p:blipFill>
        <p:spPr>
          <a:xfrm>
            <a:off x="1838325" y="1343025"/>
            <a:ext cx="666750" cy="552450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7"/>
            </p:custDataLst>
          </p:nvPr>
        </p:nvSpPr>
        <p:spPr>
          <a:xfrm>
            <a:off x="1176338" y="1962150"/>
            <a:ext cx="1990725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大模型</a:t>
            </a:r>
            <a:r>
              <a:rPr lang="en-US" altLang="zh-CN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vs AI</a:t>
            </a:r>
            <a:r>
              <a:rPr lang="zh-CN" altLang="en-US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</a:t>
            </a:r>
            <a:endParaRPr lang="zh-CN" altLang="en-US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8"/>
            </p:custDataLst>
          </p:nvPr>
        </p:nvSpPr>
        <p:spPr>
          <a:xfrm>
            <a:off x="1381125" y="2305050"/>
            <a:ext cx="1581150" cy="190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50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</a:t>
            </a:r>
            <a:r>
              <a:rPr lang="en-US" altLang="zh-CN" sz="1050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50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</a:t>
            </a:r>
            <a:r>
              <a:rPr lang="en-US" altLang="zh-CN" sz="1050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50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</a:t>
            </a:r>
            <a:r>
              <a:rPr lang="en-US" altLang="zh-CN" sz="1050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50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</a:t>
            </a:r>
            <a:r>
              <a:rPr lang="en-US" altLang="zh-CN" sz="1050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50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的进化</a:t>
            </a:r>
            <a:endParaRPr lang="zh-CN" altLang="en-US" sz="1050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685800" y="2914650"/>
            <a:ext cx="2971800" cy="1551940"/>
            <a:chOff x="1080" y="4590"/>
            <a:chExt cx="4680" cy="2444"/>
          </a:xfrm>
        </p:grpSpPr>
        <p:sp>
          <p:nvSpPr>
            <p:cNvPr id="8" name="任意多边形 7"/>
            <p:cNvSpPr/>
            <p:nvPr>
              <p:custDataLst>
                <p:tags r:id="rId9"/>
              </p:custDataLst>
            </p:nvPr>
          </p:nvSpPr>
          <p:spPr>
            <a:xfrm>
              <a:off x="1080" y="4590"/>
              <a:ext cx="4680" cy="2445"/>
            </a:xfrm>
            <a:custGeom>
              <a:avLst/>
              <a:gdLst>
                <a:gd name="sw" fmla="*/ 1 w 4680"/>
                <a:gd name="sh" fmla="*/ 1 h 2445"/>
                <a:gd name="mins" fmla="min sw sh"/>
                <a:gd name="dsw" fmla="+- 0 sw mins"/>
                <a:gd name="dsh" fmla="+- 0 sh mins"/>
                <a:gd name="p0x0" fmla="*/ 0 w 4680"/>
                <a:gd name="p0y0" fmla="*/ 0 h 2445"/>
                <a:gd name="p0x1" fmla="*/ 4560 w 4680"/>
                <a:gd name="p0y1" fmla="*/ 0 h 2445"/>
                <a:gd name="p0x2" fmla="*/ 4626 w 4680"/>
                <a:gd name="p0y2" fmla="*/ 0 h 2445"/>
                <a:gd name="p0x3" fmla="*/ 4680 w 4680"/>
                <a:gd name="p0y3" fmla="*/ 53 h 2445"/>
                <a:gd name="p0x4" fmla="*/ 4680 w 4680"/>
                <a:gd name="p0y4" fmla="*/ 120 h 2445"/>
                <a:gd name="p0x5" fmla="*/ 4680 w 4680"/>
                <a:gd name="p0y5" fmla="*/ 2325 h 2445"/>
                <a:gd name="p0x6" fmla="*/ 4680 w 4680"/>
                <a:gd name="p0y6" fmla="*/ 2391 h 2445"/>
                <a:gd name="p0x7" fmla="*/ 4626 w 4680"/>
                <a:gd name="p0y7" fmla="*/ 2445 h 2445"/>
                <a:gd name="p0x8" fmla="*/ 4560 w 4680"/>
                <a:gd name="p0y8" fmla="*/ 2445 h 2445"/>
                <a:gd name="p0x9" fmla="*/ 0 w 4680"/>
                <a:gd name="p0y9" fmla="*/ 2445 h 2445"/>
                <a:gd name="p0x10" fmla="*/ 0 w 4680"/>
                <a:gd name="p0y10" fmla="*/ 0 h 24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lnTo>
                    <a:pt x="p0x10" y="p0y10"/>
                  </a:lnTo>
                  <a:close/>
                </a:path>
              </a:pathLst>
            </a:custGeom>
            <a:solidFill>
              <a:srgbClr val="F7F9F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>
              <p:custDataLst>
                <p:tags r:id="rId10"/>
              </p:custDataLst>
            </p:nvPr>
          </p:nvSpPr>
          <p:spPr>
            <a:xfrm>
              <a:off x="1080" y="4590"/>
              <a:ext cx="75" cy="2445"/>
            </a:xfrm>
            <a:custGeom>
              <a:avLst/>
              <a:gdLst>
                <a:gd name="sw" fmla="*/ 1 w 75"/>
                <a:gd name="sh" fmla="*/ 1 h 2445"/>
                <a:gd name="mins" fmla="min sw sh"/>
                <a:gd name="dsw" fmla="+- 0 sw mins"/>
                <a:gd name="dsh" fmla="+- 0 sh mins"/>
                <a:gd name="p0x0" fmla="*/ 0 w 75"/>
                <a:gd name="p0y0" fmla="*/ 2445 h 2445"/>
                <a:gd name="p0x1" fmla="*/ 0 w 75"/>
                <a:gd name="p0y1" fmla="*/ 0 h 2445"/>
                <a:gd name="p0x2" fmla="*/ 75 w 75"/>
                <a:gd name="p0y2" fmla="*/ 0 h 2445"/>
                <a:gd name="p0x3" fmla="*/ 75 w 75"/>
                <a:gd name="p0y3" fmla="*/ 2445 h 2445"/>
                <a:gd name="p0x4" fmla="*/ 0 w 75"/>
                <a:gd name="p0y4" fmla="*/ 2445 h 24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904875" y="3026569"/>
            <a:ext cx="2581275" cy="13239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125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大模型如同只有</a:t>
            </a:r>
            <a:r>
              <a:rPr lang="en-US" altLang="zh-CN" sz="1125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125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大脑</a:t>
            </a:r>
            <a:r>
              <a:rPr lang="en-US" altLang="zh-CN" sz="1125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125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的学者，能思考但无法行动；</a:t>
            </a:r>
            <a:r>
              <a:rPr lang="en-US" altLang="zh-CN" sz="1125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125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智能体则像具备</a:t>
            </a:r>
            <a:r>
              <a:rPr lang="en-US" altLang="zh-CN" sz="1125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125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</a:t>
            </a:r>
            <a:r>
              <a:rPr lang="en-US" altLang="zh-CN" sz="1125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125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（工具）、</a:t>
            </a:r>
            <a:r>
              <a:rPr lang="en-US" altLang="zh-CN" sz="1125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125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脚</a:t>
            </a:r>
            <a:r>
              <a:rPr lang="en-US" altLang="zh-CN" sz="1125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125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（执行）和</a:t>
            </a:r>
            <a:r>
              <a:rPr lang="en-US" altLang="zh-CN" sz="1125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125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目标感</a:t>
            </a:r>
            <a:r>
              <a:rPr lang="en-US" altLang="zh-CN" sz="1125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125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（自主规划）的数字化员工。未来，手机界面将变成一个个为你服务的智能体（</a:t>
            </a:r>
            <a:r>
              <a:rPr lang="en-US" altLang="zh-CN" sz="1125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r>
              <a:rPr lang="zh-CN" altLang="en-US" sz="1125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即应用），而非单一</a:t>
            </a:r>
            <a:r>
              <a:rPr lang="en-US" altLang="zh-CN" sz="1125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</a:t>
            </a:r>
            <a:r>
              <a:rPr lang="zh-CN" altLang="en-US" sz="1125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125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2"/>
            </p:custDataLst>
          </p:nvPr>
        </p:nvSpPr>
        <p:spPr>
          <a:xfrm>
            <a:off x="690245" y="4662170"/>
            <a:ext cx="2962275" cy="843280"/>
          </a:xfrm>
          <a:custGeom>
            <a:avLst/>
            <a:gdLst>
              <a:gd name="sw" fmla="*/ 1 w 4665"/>
              <a:gd name="sh" fmla="*/ 1 h 1327"/>
              <a:gd name="mins" fmla="min sw sh"/>
              <a:gd name="dsw" fmla="+- 0 sw mins"/>
              <a:gd name="dsh" fmla="+- 0 sh mins"/>
              <a:gd name="p0x0" fmla="*/ 150 w 4665"/>
              <a:gd name="p0y0" fmla="*/ 0 h 1327"/>
              <a:gd name="p0x1" fmla="*/ 4515 w 4665"/>
              <a:gd name="p0y1" fmla="*/ 0 h 1327"/>
              <a:gd name="p0x2" fmla="*/ 4597 w 4665"/>
              <a:gd name="p0y2" fmla="*/ 0 h 1327"/>
              <a:gd name="p0x3" fmla="*/ 4665 w 4665"/>
              <a:gd name="p0y3" fmla="*/ 67 h 1327"/>
              <a:gd name="p0x4" fmla="*/ 4665 w 4665"/>
              <a:gd name="p0y4" fmla="*/ 150 h 1327"/>
              <a:gd name="p0x5" fmla="*/ 4665 w 4665"/>
              <a:gd name="p0y5" fmla="*/ 1177 h 1327"/>
              <a:gd name="p0x6" fmla="*/ 4665 w 4665"/>
              <a:gd name="p0y6" fmla="*/ 1260 h 1327"/>
              <a:gd name="p0x7" fmla="*/ 4597 w 4665"/>
              <a:gd name="p0y7" fmla="*/ 1327 h 1327"/>
              <a:gd name="p0x8" fmla="*/ 4515 w 4665"/>
              <a:gd name="p0y8" fmla="*/ 1327 h 1327"/>
              <a:gd name="p0x9" fmla="*/ 150 w 4665"/>
              <a:gd name="p0y9" fmla="*/ 1327 h 1327"/>
              <a:gd name="p0x10" fmla="*/ 67 w 4665"/>
              <a:gd name="p0y10" fmla="*/ 1327 h 1327"/>
              <a:gd name="p0x11" fmla="*/ 0 w 4665"/>
              <a:gd name="p0y11" fmla="*/ 1260 h 1327"/>
              <a:gd name="p0x12" fmla="*/ 0 w 4665"/>
              <a:gd name="p0y12" fmla="*/ 1177 h 1327"/>
              <a:gd name="p0x13" fmla="*/ 0 w 4665"/>
              <a:gd name="p0y13" fmla="*/ 150 h 1327"/>
              <a:gd name="p0x14" fmla="*/ 0 w 4665"/>
              <a:gd name="p0y14" fmla="*/ 67 h 1327"/>
              <a:gd name="p0x15" fmla="*/ 67 w 4665"/>
              <a:gd name="p0y15" fmla="*/ 0 h 1327"/>
              <a:gd name="p0x16" fmla="*/ 150 w 4665"/>
              <a:gd name="p0y16" fmla="*/ 0 h 132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2E8F0"/>
            </a:solidFill>
            <a:prstDash val="solid"/>
          </a:ln>
          <a:effectLst>
            <a:outerShdw blurRad="85725" dist="38100" dir="5399999" algn="ctr" rotWithShape="0">
              <a:srgbClr val="000000">
                <a:alpha val="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13"/>
            </p:custDataLst>
          </p:nvPr>
        </p:nvSpPr>
        <p:spPr>
          <a:xfrm>
            <a:off x="828675" y="4893310"/>
            <a:ext cx="381000" cy="381000"/>
          </a:xfrm>
          <a:custGeom>
            <a:avLst/>
            <a:gdLst>
              <a:gd name="sw" fmla="*/ 1 w 600"/>
              <a:gd name="sh" fmla="*/ 1 h 600"/>
              <a:gd name="mins" fmla="min sw sh"/>
              <a:gd name="dsw" fmla="+- 0 sw mins"/>
              <a:gd name="dsh" fmla="+- 0 sh mins"/>
              <a:gd name="p0x0" fmla="*/ 300 w 600"/>
              <a:gd name="p0y0" fmla="*/ 0 h 600"/>
              <a:gd name="p0x1" fmla="*/ 465 w 600"/>
              <a:gd name="p0y1" fmla="*/ 0 h 600"/>
              <a:gd name="p0x2" fmla="*/ 600 w 600"/>
              <a:gd name="p0y2" fmla="*/ 134 h 600"/>
              <a:gd name="p0x3" fmla="*/ 600 w 600"/>
              <a:gd name="p0y3" fmla="*/ 300 h 600"/>
              <a:gd name="p0x4" fmla="*/ 600 w 600"/>
              <a:gd name="p0y4" fmla="*/ 465 h 600"/>
              <a:gd name="p0x5" fmla="*/ 465 w 600"/>
              <a:gd name="p0y5" fmla="*/ 600 h 600"/>
              <a:gd name="p0x6" fmla="*/ 300 w 600"/>
              <a:gd name="p0y6" fmla="*/ 600 h 600"/>
              <a:gd name="p0x7" fmla="*/ 134 w 600"/>
              <a:gd name="p0y7" fmla="*/ 600 h 600"/>
              <a:gd name="p0x8" fmla="*/ 0 w 600"/>
              <a:gd name="p0y8" fmla="*/ 465 h 600"/>
              <a:gd name="p0x9" fmla="*/ 0 w 600"/>
              <a:gd name="p0y9" fmla="*/ 300 h 600"/>
              <a:gd name="p0x10" fmla="*/ 0 w 600"/>
              <a:gd name="p0y10" fmla="*/ 134 h 600"/>
              <a:gd name="p0x11" fmla="*/ 134 w 600"/>
              <a:gd name="p0y11" fmla="*/ 0 h 600"/>
              <a:gd name="p0x12" fmla="*/ 300 w 600"/>
              <a:gd name="p0y12" fmla="*/ 0 h 6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0F2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2941" t="-4510" r="-2941" b="-4510"/>
          <a:stretch>
            <a:fillRect/>
          </a:stretch>
        </p:blipFill>
        <p:spPr>
          <a:xfrm>
            <a:off x="933450" y="4993005"/>
            <a:ext cx="171450" cy="176530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17"/>
            </p:custDataLst>
          </p:nvPr>
        </p:nvSpPr>
        <p:spPr>
          <a:xfrm>
            <a:off x="1343025" y="4781550"/>
            <a:ext cx="2171700" cy="2333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7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大模型局限</a:t>
            </a:r>
            <a:endParaRPr sz="1275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8"/>
            </p:custDataLst>
          </p:nvPr>
        </p:nvSpPr>
        <p:spPr>
          <a:xfrm>
            <a:off x="1343025" y="5033963"/>
            <a:ext cx="21717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仅能生成文本，被动响应，缺乏行动能力</a:t>
            </a:r>
            <a:endParaRPr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9"/>
            </p:custDataLst>
          </p:nvPr>
        </p:nvSpPr>
        <p:spPr>
          <a:xfrm>
            <a:off x="690245" y="5686425"/>
            <a:ext cx="2962275" cy="666750"/>
          </a:xfrm>
          <a:custGeom>
            <a:avLst/>
            <a:gdLst>
              <a:gd name="sw" fmla="*/ 1 w 4665"/>
              <a:gd name="sh" fmla="*/ 1 h 1050"/>
              <a:gd name="mins" fmla="min sw sh"/>
              <a:gd name="dsw" fmla="+- 0 sw mins"/>
              <a:gd name="dsh" fmla="+- 0 sh mins"/>
              <a:gd name="p0x0" fmla="*/ 150 w 4665"/>
              <a:gd name="p0y0" fmla="*/ 0 h 1050"/>
              <a:gd name="p0x1" fmla="*/ 4515 w 4665"/>
              <a:gd name="p0y1" fmla="*/ 0 h 1050"/>
              <a:gd name="p0x2" fmla="*/ 4597 w 4665"/>
              <a:gd name="p0y2" fmla="*/ 0 h 1050"/>
              <a:gd name="p0x3" fmla="*/ 4665 w 4665"/>
              <a:gd name="p0y3" fmla="*/ 67 h 1050"/>
              <a:gd name="p0x4" fmla="*/ 4665 w 4665"/>
              <a:gd name="p0y4" fmla="*/ 150 h 1050"/>
              <a:gd name="p0x5" fmla="*/ 4665 w 4665"/>
              <a:gd name="p0y5" fmla="*/ 900 h 1050"/>
              <a:gd name="p0x6" fmla="*/ 4665 w 4665"/>
              <a:gd name="p0y6" fmla="*/ 982 h 1050"/>
              <a:gd name="p0x7" fmla="*/ 4597 w 4665"/>
              <a:gd name="p0y7" fmla="*/ 1050 h 1050"/>
              <a:gd name="p0x8" fmla="*/ 4515 w 4665"/>
              <a:gd name="p0y8" fmla="*/ 1050 h 1050"/>
              <a:gd name="p0x9" fmla="*/ 150 w 4665"/>
              <a:gd name="p0y9" fmla="*/ 1050 h 1050"/>
              <a:gd name="p0x10" fmla="*/ 67 w 4665"/>
              <a:gd name="p0y10" fmla="*/ 1050 h 1050"/>
              <a:gd name="p0x11" fmla="*/ 0 w 4665"/>
              <a:gd name="p0y11" fmla="*/ 982 h 1050"/>
              <a:gd name="p0x12" fmla="*/ 0 w 4665"/>
              <a:gd name="p0y12" fmla="*/ 900 h 1050"/>
              <a:gd name="p0x13" fmla="*/ 0 w 4665"/>
              <a:gd name="p0y13" fmla="*/ 150 h 1050"/>
              <a:gd name="p0x14" fmla="*/ 0 w 4665"/>
              <a:gd name="p0y14" fmla="*/ 67 h 1050"/>
              <a:gd name="p0x15" fmla="*/ 67 w 4665"/>
              <a:gd name="p0y15" fmla="*/ 0 h 1050"/>
              <a:gd name="p0x16" fmla="*/ 150 w 4665"/>
              <a:gd name="p0y16" fmla="*/ 0 h 1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2E8F0"/>
            </a:solidFill>
            <a:prstDash val="solid"/>
          </a:ln>
          <a:effectLst>
            <a:outerShdw blurRad="85725" dist="38100" dir="5399999" algn="ctr" rotWithShape="0">
              <a:srgbClr val="000000">
                <a:alpha val="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20"/>
            </p:custDataLst>
          </p:nvPr>
        </p:nvSpPr>
        <p:spPr>
          <a:xfrm>
            <a:off x="828675" y="5829300"/>
            <a:ext cx="381000" cy="381000"/>
          </a:xfrm>
          <a:custGeom>
            <a:avLst/>
            <a:gdLst>
              <a:gd name="sw" fmla="*/ 1 w 600"/>
              <a:gd name="sh" fmla="*/ 1 h 600"/>
              <a:gd name="mins" fmla="min sw sh"/>
              <a:gd name="dsw" fmla="+- 0 sw mins"/>
              <a:gd name="dsh" fmla="+- 0 sh mins"/>
              <a:gd name="p0x0" fmla="*/ 300 w 600"/>
              <a:gd name="p0y0" fmla="*/ 0 h 600"/>
              <a:gd name="p0x1" fmla="*/ 465 w 600"/>
              <a:gd name="p0y1" fmla="*/ 0 h 600"/>
              <a:gd name="p0x2" fmla="*/ 600 w 600"/>
              <a:gd name="p0y2" fmla="*/ 134 h 600"/>
              <a:gd name="p0x3" fmla="*/ 600 w 600"/>
              <a:gd name="p0y3" fmla="*/ 300 h 600"/>
              <a:gd name="p0x4" fmla="*/ 600 w 600"/>
              <a:gd name="p0y4" fmla="*/ 465 h 600"/>
              <a:gd name="p0x5" fmla="*/ 465 w 600"/>
              <a:gd name="p0y5" fmla="*/ 600 h 600"/>
              <a:gd name="p0x6" fmla="*/ 300 w 600"/>
              <a:gd name="p0y6" fmla="*/ 600 h 600"/>
              <a:gd name="p0x7" fmla="*/ 134 w 600"/>
              <a:gd name="p0y7" fmla="*/ 600 h 600"/>
              <a:gd name="p0x8" fmla="*/ 0 w 600"/>
              <a:gd name="p0y8" fmla="*/ 465 h 600"/>
              <a:gd name="p0x9" fmla="*/ 0 w 600"/>
              <a:gd name="p0y9" fmla="*/ 300 h 600"/>
              <a:gd name="p0x10" fmla="*/ 0 w 600"/>
              <a:gd name="p0y10" fmla="*/ 134 h 600"/>
              <a:gd name="p0x11" fmla="*/ 134 w 600"/>
              <a:gd name="p0y11" fmla="*/ 0 h 600"/>
              <a:gd name="p0x12" fmla="*/ 300 w 600"/>
              <a:gd name="p0y12" fmla="*/ 0 h 6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0F2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-3492" t="-4510" r="-3492" b="-4510"/>
          <a:stretch>
            <a:fillRect/>
          </a:stretch>
        </p:blipFill>
        <p:spPr>
          <a:xfrm>
            <a:off x="911860" y="5928995"/>
            <a:ext cx="213995" cy="176530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24"/>
            </p:custDataLst>
          </p:nvPr>
        </p:nvSpPr>
        <p:spPr>
          <a:xfrm>
            <a:off x="1343025" y="5805488"/>
            <a:ext cx="1981200" cy="2333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7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智能体突破</a:t>
            </a:r>
            <a:endParaRPr sz="1275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5"/>
            </p:custDataLst>
          </p:nvPr>
        </p:nvSpPr>
        <p:spPr>
          <a:xfrm>
            <a:off x="1343025" y="6057900"/>
            <a:ext cx="2105025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主动规划，调用工具，闭环完成任务</a:t>
            </a:r>
            <a:endParaRPr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4076700" y="1204595"/>
            <a:ext cx="209550" cy="214630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29"/>
            </p:custDataLst>
          </p:nvPr>
        </p:nvSpPr>
        <p:spPr>
          <a:xfrm>
            <a:off x="4400550" y="1162050"/>
            <a:ext cx="2095500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智能体四大核心能力</a:t>
            </a:r>
            <a:endParaRPr sz="165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4076700" y="1619250"/>
            <a:ext cx="3733800" cy="2294890"/>
            <a:chOff x="6420" y="2550"/>
            <a:chExt cx="5880" cy="3614"/>
          </a:xfrm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grpSpPr>
        <p:sp>
          <p:nvSpPr>
            <p:cNvPr id="26" name="任意多边形 25"/>
            <p:cNvSpPr/>
            <p:nvPr>
              <p:custDataLst>
                <p:tags r:id="rId30"/>
              </p:custDataLst>
            </p:nvPr>
          </p:nvSpPr>
          <p:spPr>
            <a:xfrm>
              <a:off x="6420" y="2550"/>
              <a:ext cx="5880" cy="3615"/>
            </a:xfrm>
            <a:custGeom>
              <a:avLst/>
              <a:gdLst>
                <a:gd name="sw" fmla="*/ 1 w 5880"/>
                <a:gd name="sh" fmla="*/ 1 h 3615"/>
                <a:gd name="mins" fmla="min sw sh"/>
                <a:gd name="dsw" fmla="+- 0 sw mins"/>
                <a:gd name="dsh" fmla="+- 0 sh mins"/>
                <a:gd name="p0x0" fmla="*/ 240 w 5880"/>
                <a:gd name="p0y0" fmla="*/ 0 h 3615"/>
                <a:gd name="p0x1" fmla="*/ 5640 w 5880"/>
                <a:gd name="p0y1" fmla="*/ 0 h 3615"/>
                <a:gd name="p0x2" fmla="*/ 5772 w 5880"/>
                <a:gd name="p0y2" fmla="*/ 0 h 3615"/>
                <a:gd name="p0x3" fmla="*/ 5880 w 5880"/>
                <a:gd name="p0y3" fmla="*/ 107 h 3615"/>
                <a:gd name="p0x4" fmla="*/ 5880 w 5880"/>
                <a:gd name="p0y4" fmla="*/ 240 h 3615"/>
                <a:gd name="p0x5" fmla="*/ 5880 w 5880"/>
                <a:gd name="p0y5" fmla="*/ 3375 h 3615"/>
                <a:gd name="p0x6" fmla="*/ 5880 w 5880"/>
                <a:gd name="p0y6" fmla="*/ 3507 h 3615"/>
                <a:gd name="p0x7" fmla="*/ 5772 w 5880"/>
                <a:gd name="p0y7" fmla="*/ 3615 h 3615"/>
                <a:gd name="p0x8" fmla="*/ 5640 w 5880"/>
                <a:gd name="p0y8" fmla="*/ 3615 h 3615"/>
                <a:gd name="p0x9" fmla="*/ 240 w 5880"/>
                <a:gd name="p0y9" fmla="*/ 3615 h 3615"/>
                <a:gd name="p0x10" fmla="*/ 107 w 5880"/>
                <a:gd name="p0y10" fmla="*/ 3615 h 3615"/>
                <a:gd name="p0x11" fmla="*/ 0 w 5880"/>
                <a:gd name="p0y11" fmla="*/ 3507 h 3615"/>
                <a:gd name="p0x12" fmla="*/ 0 w 5880"/>
                <a:gd name="p0y12" fmla="*/ 3375 h 3615"/>
                <a:gd name="p0x13" fmla="*/ 0 w 5880"/>
                <a:gd name="p0y13" fmla="*/ 240 h 3615"/>
                <a:gd name="p0x14" fmla="*/ 0 w 5880"/>
                <a:gd name="p0y14" fmla="*/ 107 h 3615"/>
                <a:gd name="p0x15" fmla="*/ 107 w 5880"/>
                <a:gd name="p0y15" fmla="*/ 0 h 3615"/>
                <a:gd name="p0x16" fmla="*/ 240 w 5880"/>
                <a:gd name="p0y16" fmla="*/ 0 h 36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>
              <p:custDataLst>
                <p:tags r:id="rId31"/>
              </p:custDataLst>
            </p:nvPr>
          </p:nvSpPr>
          <p:spPr>
            <a:xfrm>
              <a:off x="6420" y="2550"/>
              <a:ext cx="5880" cy="240"/>
            </a:xfrm>
            <a:custGeom>
              <a:avLst/>
              <a:gdLst>
                <a:gd name="sw" fmla="*/ 1 w 5880"/>
                <a:gd name="sh" fmla="*/ 1 h 240"/>
                <a:gd name="mins" fmla="min sw sh"/>
                <a:gd name="dsw" fmla="+- 0 sw mins"/>
                <a:gd name="dsh" fmla="+- 0 sh mins"/>
                <a:gd name="p0x0" fmla="*/ 240 w 5880"/>
                <a:gd name="p0y0" fmla="*/ 0 h 240"/>
                <a:gd name="p0x1" fmla="*/ 5640 w 5880"/>
                <a:gd name="p0y1" fmla="*/ 0 h 240"/>
                <a:gd name="p0x2" fmla="*/ 5772 w 5880"/>
                <a:gd name="p0y2" fmla="*/ 0 h 240"/>
                <a:gd name="p0x3" fmla="*/ 5880 w 5880"/>
                <a:gd name="p0y3" fmla="*/ 107 h 240"/>
                <a:gd name="p0x4" fmla="*/ 5880 w 5880"/>
                <a:gd name="p0y4" fmla="*/ 240 h 240"/>
                <a:gd name="p0x5" fmla="*/ 5880 w 5880"/>
                <a:gd name="p0y5" fmla="*/ 140 h 240"/>
                <a:gd name="p0x6" fmla="*/ 5772 w 5880"/>
                <a:gd name="p0y6" fmla="*/ 60 h 240"/>
                <a:gd name="p0x7" fmla="*/ 5640 w 5880"/>
                <a:gd name="p0y7" fmla="*/ 60 h 240"/>
                <a:gd name="p0x8" fmla="*/ 240 w 5880"/>
                <a:gd name="p0y8" fmla="*/ 60 h 240"/>
                <a:gd name="p0x9" fmla="*/ 107 w 5880"/>
                <a:gd name="p0y9" fmla="*/ 60 h 240"/>
                <a:gd name="p0x10" fmla="*/ 0 w 5880"/>
                <a:gd name="p0y10" fmla="*/ 140 h 240"/>
                <a:gd name="p0x11" fmla="*/ 0 w 5880"/>
                <a:gd name="p0y11" fmla="*/ 240 h 240"/>
                <a:gd name="p0x12" fmla="*/ 0 w 5880"/>
                <a:gd name="p0y12" fmla="*/ 107 h 240"/>
                <a:gd name="p0x13" fmla="*/ 107 w 5880"/>
                <a:gd name="p0y13" fmla="*/ 0 h 240"/>
                <a:gd name="p0x14" fmla="*/ 240 w 5880"/>
                <a:gd name="p0y14" fmla="*/ 0 h 2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29" name="图片 28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l="-1515" t="-12933" r="-1515" b="-12933"/>
          <a:stretch>
            <a:fillRect/>
          </a:stretch>
        </p:blipFill>
        <p:spPr>
          <a:xfrm>
            <a:off x="4305300" y="1876425"/>
            <a:ext cx="323850" cy="299720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35"/>
            </p:custDataLst>
          </p:nvPr>
        </p:nvSpPr>
        <p:spPr>
          <a:xfrm>
            <a:off x="4305300" y="2286000"/>
            <a:ext cx="3276600" cy="2333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7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规划能力</a:t>
            </a:r>
            <a:endParaRPr sz="1275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36"/>
            </p:custDataLst>
          </p:nvPr>
        </p:nvSpPr>
        <p:spPr>
          <a:xfrm>
            <a:off x="4305300" y="2581751"/>
            <a:ext cx="3276600" cy="3990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将复杂目标拆解为可执行的子任务序列，制定行动路线图并根据环境反馈动态调整策略。</a:t>
            </a:r>
            <a:endParaRPr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37"/>
            </p:custDataLst>
          </p:nvPr>
        </p:nvSpPr>
        <p:spPr>
          <a:xfrm>
            <a:off x="4305300" y="3442970"/>
            <a:ext cx="1266825" cy="243205"/>
          </a:xfrm>
          <a:custGeom>
            <a:avLst/>
            <a:gdLst>
              <a:gd name="sw" fmla="*/ 1 w 1995"/>
              <a:gd name="sh" fmla="*/ 1 h 382"/>
              <a:gd name="mins" fmla="min sw sh"/>
              <a:gd name="dsw" fmla="+- 0 sw mins"/>
              <a:gd name="dsh" fmla="+- 0 sh mins"/>
              <a:gd name="p0x0" fmla="*/ 60 w 1995"/>
              <a:gd name="p0y0" fmla="*/ 0 h 382"/>
              <a:gd name="p0x1" fmla="*/ 1935 w 1995"/>
              <a:gd name="p0y1" fmla="*/ 0 h 382"/>
              <a:gd name="p0x2" fmla="*/ 1968 w 1995"/>
              <a:gd name="p0y2" fmla="*/ 0 h 382"/>
              <a:gd name="p0x3" fmla="*/ 1995 w 1995"/>
              <a:gd name="p0y3" fmla="*/ 26 h 382"/>
              <a:gd name="p0x4" fmla="*/ 1995 w 1995"/>
              <a:gd name="p0y4" fmla="*/ 60 h 382"/>
              <a:gd name="p0x5" fmla="*/ 1995 w 1995"/>
              <a:gd name="p0y5" fmla="*/ 322 h 382"/>
              <a:gd name="p0x6" fmla="*/ 1995 w 1995"/>
              <a:gd name="p0y6" fmla="*/ 355 h 382"/>
              <a:gd name="p0x7" fmla="*/ 1968 w 1995"/>
              <a:gd name="p0y7" fmla="*/ 382 h 382"/>
              <a:gd name="p0x8" fmla="*/ 1935 w 1995"/>
              <a:gd name="p0y8" fmla="*/ 382 h 382"/>
              <a:gd name="p0x9" fmla="*/ 60 w 1995"/>
              <a:gd name="p0y9" fmla="*/ 382 h 382"/>
              <a:gd name="p0x10" fmla="*/ 26 w 1995"/>
              <a:gd name="p0y10" fmla="*/ 382 h 382"/>
              <a:gd name="p0x11" fmla="*/ 0 w 1995"/>
              <a:gd name="p0y11" fmla="*/ 355 h 382"/>
              <a:gd name="p0x12" fmla="*/ 0 w 1995"/>
              <a:gd name="p0y12" fmla="*/ 322 h 382"/>
              <a:gd name="p0x13" fmla="*/ 0 w 1995"/>
              <a:gd name="p0y13" fmla="*/ 60 h 382"/>
              <a:gd name="p0x14" fmla="*/ 0 w 1995"/>
              <a:gd name="p0y14" fmla="*/ 26 h 382"/>
              <a:gd name="p0x15" fmla="*/ 26 w 1995"/>
              <a:gd name="p0y15" fmla="*/ 0 h 382"/>
              <a:gd name="p0x16" fmla="*/ 60 w 1995"/>
              <a:gd name="p0y16" fmla="*/ 0 h 38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9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38"/>
            </p:custDataLst>
          </p:nvPr>
        </p:nvSpPr>
        <p:spPr>
          <a:xfrm>
            <a:off x="4400550" y="3481388"/>
            <a:ext cx="1190625" cy="1666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任务分解</a:t>
            </a:r>
            <a:r>
              <a:rPr lang="en-US" altLang="zh-CN"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路径规划</a:t>
            </a:r>
            <a:endParaRPr lang="zh-CN" altLang="en-US" sz="9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0" name="组合 59"/>
          <p:cNvGrpSpPr/>
          <p:nvPr/>
        </p:nvGrpSpPr>
        <p:grpSpPr>
          <a:xfrm>
            <a:off x="8001000" y="1619250"/>
            <a:ext cx="3733800" cy="2294890"/>
            <a:chOff x="12600" y="2550"/>
            <a:chExt cx="5880" cy="3614"/>
          </a:xfrm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grpSpPr>
        <p:sp>
          <p:nvSpPr>
            <p:cNvPr id="34" name="任意多边形 33"/>
            <p:cNvSpPr/>
            <p:nvPr>
              <p:custDataLst>
                <p:tags r:id="rId39"/>
              </p:custDataLst>
            </p:nvPr>
          </p:nvSpPr>
          <p:spPr>
            <a:xfrm>
              <a:off x="12600" y="2550"/>
              <a:ext cx="5880" cy="3615"/>
            </a:xfrm>
            <a:custGeom>
              <a:avLst/>
              <a:gdLst>
                <a:gd name="sw" fmla="*/ 1 w 5880"/>
                <a:gd name="sh" fmla="*/ 1 h 3615"/>
                <a:gd name="mins" fmla="min sw sh"/>
                <a:gd name="dsw" fmla="+- 0 sw mins"/>
                <a:gd name="dsh" fmla="+- 0 sh mins"/>
                <a:gd name="p0x0" fmla="*/ 240 w 5880"/>
                <a:gd name="p0y0" fmla="*/ 0 h 3615"/>
                <a:gd name="p0x1" fmla="*/ 5640 w 5880"/>
                <a:gd name="p0y1" fmla="*/ 0 h 3615"/>
                <a:gd name="p0x2" fmla="*/ 5772 w 5880"/>
                <a:gd name="p0y2" fmla="*/ 0 h 3615"/>
                <a:gd name="p0x3" fmla="*/ 5880 w 5880"/>
                <a:gd name="p0y3" fmla="*/ 107 h 3615"/>
                <a:gd name="p0x4" fmla="*/ 5880 w 5880"/>
                <a:gd name="p0y4" fmla="*/ 240 h 3615"/>
                <a:gd name="p0x5" fmla="*/ 5880 w 5880"/>
                <a:gd name="p0y5" fmla="*/ 3375 h 3615"/>
                <a:gd name="p0x6" fmla="*/ 5880 w 5880"/>
                <a:gd name="p0y6" fmla="*/ 3507 h 3615"/>
                <a:gd name="p0x7" fmla="*/ 5772 w 5880"/>
                <a:gd name="p0y7" fmla="*/ 3615 h 3615"/>
                <a:gd name="p0x8" fmla="*/ 5640 w 5880"/>
                <a:gd name="p0y8" fmla="*/ 3615 h 3615"/>
                <a:gd name="p0x9" fmla="*/ 240 w 5880"/>
                <a:gd name="p0y9" fmla="*/ 3615 h 3615"/>
                <a:gd name="p0x10" fmla="*/ 107 w 5880"/>
                <a:gd name="p0y10" fmla="*/ 3615 h 3615"/>
                <a:gd name="p0x11" fmla="*/ 0 w 5880"/>
                <a:gd name="p0y11" fmla="*/ 3507 h 3615"/>
                <a:gd name="p0x12" fmla="*/ 0 w 5880"/>
                <a:gd name="p0y12" fmla="*/ 3375 h 3615"/>
                <a:gd name="p0x13" fmla="*/ 0 w 5880"/>
                <a:gd name="p0y13" fmla="*/ 240 h 3615"/>
                <a:gd name="p0x14" fmla="*/ 0 w 5880"/>
                <a:gd name="p0y14" fmla="*/ 107 h 3615"/>
                <a:gd name="p0x15" fmla="*/ 107 w 5880"/>
                <a:gd name="p0y15" fmla="*/ 0 h 3615"/>
                <a:gd name="p0x16" fmla="*/ 240 w 5880"/>
                <a:gd name="p0y16" fmla="*/ 0 h 36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任意多边形 34"/>
            <p:cNvSpPr/>
            <p:nvPr>
              <p:custDataLst>
                <p:tags r:id="rId40"/>
              </p:custDataLst>
            </p:nvPr>
          </p:nvSpPr>
          <p:spPr>
            <a:xfrm>
              <a:off x="12600" y="2550"/>
              <a:ext cx="5880" cy="240"/>
            </a:xfrm>
            <a:custGeom>
              <a:avLst/>
              <a:gdLst>
                <a:gd name="sw" fmla="*/ 1 w 5880"/>
                <a:gd name="sh" fmla="*/ 1 h 240"/>
                <a:gd name="mins" fmla="min sw sh"/>
                <a:gd name="dsw" fmla="+- 0 sw mins"/>
                <a:gd name="dsh" fmla="+- 0 sh mins"/>
                <a:gd name="p0x0" fmla="*/ 240 w 5880"/>
                <a:gd name="p0y0" fmla="*/ 0 h 240"/>
                <a:gd name="p0x1" fmla="*/ 5640 w 5880"/>
                <a:gd name="p0y1" fmla="*/ 0 h 240"/>
                <a:gd name="p0x2" fmla="*/ 5772 w 5880"/>
                <a:gd name="p0y2" fmla="*/ 0 h 240"/>
                <a:gd name="p0x3" fmla="*/ 5880 w 5880"/>
                <a:gd name="p0y3" fmla="*/ 107 h 240"/>
                <a:gd name="p0x4" fmla="*/ 5880 w 5880"/>
                <a:gd name="p0y4" fmla="*/ 240 h 240"/>
                <a:gd name="p0x5" fmla="*/ 5880 w 5880"/>
                <a:gd name="p0y5" fmla="*/ 140 h 240"/>
                <a:gd name="p0x6" fmla="*/ 5772 w 5880"/>
                <a:gd name="p0y6" fmla="*/ 60 h 240"/>
                <a:gd name="p0x7" fmla="*/ 5640 w 5880"/>
                <a:gd name="p0y7" fmla="*/ 60 h 240"/>
                <a:gd name="p0x8" fmla="*/ 240 w 5880"/>
                <a:gd name="p0y8" fmla="*/ 60 h 240"/>
                <a:gd name="p0x9" fmla="*/ 107 w 5880"/>
                <a:gd name="p0y9" fmla="*/ 60 h 240"/>
                <a:gd name="p0x10" fmla="*/ 0 w 5880"/>
                <a:gd name="p0y10" fmla="*/ 140 h 240"/>
                <a:gd name="p0x11" fmla="*/ 0 w 5880"/>
                <a:gd name="p0y11" fmla="*/ 240 h 240"/>
                <a:gd name="p0x12" fmla="*/ 0 w 5880"/>
                <a:gd name="p0y12" fmla="*/ 107 h 240"/>
                <a:gd name="p0x13" fmla="*/ 107 w 5880"/>
                <a:gd name="p0y13" fmla="*/ 0 h 240"/>
                <a:gd name="p0x14" fmla="*/ 240 w 5880"/>
                <a:gd name="p0y14" fmla="*/ 0 h 2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7" name="图片 36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 l="-2933" t="-4253" r="-2933" b="-4253"/>
          <a:stretch>
            <a:fillRect/>
          </a:stretch>
        </p:blipFill>
        <p:spPr>
          <a:xfrm>
            <a:off x="8229600" y="1876425"/>
            <a:ext cx="252095" cy="299720"/>
          </a:xfrm>
          <a:prstGeom prst="rect">
            <a:avLst/>
          </a:prstGeom>
        </p:spPr>
      </p:pic>
      <p:sp>
        <p:nvSpPr>
          <p:cNvPr id="38" name="文本框 37"/>
          <p:cNvSpPr txBox="1"/>
          <p:nvPr>
            <p:custDataLst>
              <p:tags r:id="rId44"/>
            </p:custDataLst>
          </p:nvPr>
        </p:nvSpPr>
        <p:spPr>
          <a:xfrm>
            <a:off x="8229600" y="2286000"/>
            <a:ext cx="3276600" cy="2333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7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记忆能力</a:t>
            </a:r>
            <a:endParaRPr sz="1275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45"/>
            </p:custDataLst>
          </p:nvPr>
        </p:nvSpPr>
        <p:spPr>
          <a:xfrm>
            <a:off x="8229600" y="2581751"/>
            <a:ext cx="3276600" cy="3990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长期保存用户偏好、历史交互和上下文信息，实现个性化服务和跨会话的连贯对话体验。</a:t>
            </a:r>
            <a:endParaRPr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46"/>
            </p:custDataLst>
          </p:nvPr>
        </p:nvSpPr>
        <p:spPr>
          <a:xfrm>
            <a:off x="8229600" y="3442970"/>
            <a:ext cx="1152525" cy="243205"/>
          </a:xfrm>
          <a:custGeom>
            <a:avLst/>
            <a:gdLst>
              <a:gd name="sw" fmla="*/ 1 w 1815"/>
              <a:gd name="sh" fmla="*/ 1 h 382"/>
              <a:gd name="mins" fmla="min sw sh"/>
              <a:gd name="dsw" fmla="+- 0 sw mins"/>
              <a:gd name="dsh" fmla="+- 0 sh mins"/>
              <a:gd name="p0x0" fmla="*/ 60 w 1815"/>
              <a:gd name="p0y0" fmla="*/ 0 h 382"/>
              <a:gd name="p0x1" fmla="*/ 1755 w 1815"/>
              <a:gd name="p0y1" fmla="*/ 0 h 382"/>
              <a:gd name="p0x2" fmla="*/ 1788 w 1815"/>
              <a:gd name="p0y2" fmla="*/ 0 h 382"/>
              <a:gd name="p0x3" fmla="*/ 1815 w 1815"/>
              <a:gd name="p0y3" fmla="*/ 26 h 382"/>
              <a:gd name="p0x4" fmla="*/ 1815 w 1815"/>
              <a:gd name="p0y4" fmla="*/ 60 h 382"/>
              <a:gd name="p0x5" fmla="*/ 1815 w 1815"/>
              <a:gd name="p0y5" fmla="*/ 322 h 382"/>
              <a:gd name="p0x6" fmla="*/ 1815 w 1815"/>
              <a:gd name="p0y6" fmla="*/ 355 h 382"/>
              <a:gd name="p0x7" fmla="*/ 1788 w 1815"/>
              <a:gd name="p0y7" fmla="*/ 382 h 382"/>
              <a:gd name="p0x8" fmla="*/ 1755 w 1815"/>
              <a:gd name="p0y8" fmla="*/ 382 h 382"/>
              <a:gd name="p0x9" fmla="*/ 60 w 1815"/>
              <a:gd name="p0y9" fmla="*/ 382 h 382"/>
              <a:gd name="p0x10" fmla="*/ 26 w 1815"/>
              <a:gd name="p0y10" fmla="*/ 382 h 382"/>
              <a:gd name="p0x11" fmla="*/ 0 w 1815"/>
              <a:gd name="p0y11" fmla="*/ 355 h 382"/>
              <a:gd name="p0x12" fmla="*/ 0 w 1815"/>
              <a:gd name="p0y12" fmla="*/ 322 h 382"/>
              <a:gd name="p0x13" fmla="*/ 0 w 1815"/>
              <a:gd name="p0y13" fmla="*/ 60 h 382"/>
              <a:gd name="p0x14" fmla="*/ 0 w 1815"/>
              <a:gd name="p0y14" fmla="*/ 26 h 382"/>
              <a:gd name="p0x15" fmla="*/ 26 w 1815"/>
              <a:gd name="p0y15" fmla="*/ 0 h 382"/>
              <a:gd name="p0x16" fmla="*/ 60 w 1815"/>
              <a:gd name="p0y16" fmla="*/ 0 h 38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9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47"/>
            </p:custDataLst>
          </p:nvPr>
        </p:nvSpPr>
        <p:spPr>
          <a:xfrm>
            <a:off x="8324850" y="3481388"/>
            <a:ext cx="1076325" cy="1666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长期记忆</a:t>
            </a:r>
            <a:r>
              <a:rPr lang="en-US" altLang="zh-CN"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个性化</a:t>
            </a:r>
            <a:endParaRPr lang="zh-CN" altLang="en-US" sz="9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4076700" y="4105275"/>
            <a:ext cx="3733800" cy="2294890"/>
            <a:chOff x="6420" y="6465"/>
            <a:chExt cx="5880" cy="3614"/>
          </a:xfrm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grpSpPr>
        <p:sp>
          <p:nvSpPr>
            <p:cNvPr id="42" name="任意多边形 41"/>
            <p:cNvSpPr/>
            <p:nvPr>
              <p:custDataLst>
                <p:tags r:id="rId48"/>
              </p:custDataLst>
            </p:nvPr>
          </p:nvSpPr>
          <p:spPr>
            <a:xfrm>
              <a:off x="6420" y="6465"/>
              <a:ext cx="5880" cy="3615"/>
            </a:xfrm>
            <a:custGeom>
              <a:avLst/>
              <a:gdLst>
                <a:gd name="sw" fmla="*/ 1 w 5880"/>
                <a:gd name="sh" fmla="*/ 1 h 3615"/>
                <a:gd name="mins" fmla="min sw sh"/>
                <a:gd name="dsw" fmla="+- 0 sw mins"/>
                <a:gd name="dsh" fmla="+- 0 sh mins"/>
                <a:gd name="p0x0" fmla="*/ 240 w 5880"/>
                <a:gd name="p0y0" fmla="*/ 0 h 3615"/>
                <a:gd name="p0x1" fmla="*/ 5640 w 5880"/>
                <a:gd name="p0y1" fmla="*/ 0 h 3615"/>
                <a:gd name="p0x2" fmla="*/ 5772 w 5880"/>
                <a:gd name="p0y2" fmla="*/ 0 h 3615"/>
                <a:gd name="p0x3" fmla="*/ 5880 w 5880"/>
                <a:gd name="p0y3" fmla="*/ 107 h 3615"/>
                <a:gd name="p0x4" fmla="*/ 5880 w 5880"/>
                <a:gd name="p0y4" fmla="*/ 240 h 3615"/>
                <a:gd name="p0x5" fmla="*/ 5880 w 5880"/>
                <a:gd name="p0y5" fmla="*/ 3375 h 3615"/>
                <a:gd name="p0x6" fmla="*/ 5880 w 5880"/>
                <a:gd name="p0y6" fmla="*/ 3507 h 3615"/>
                <a:gd name="p0x7" fmla="*/ 5772 w 5880"/>
                <a:gd name="p0y7" fmla="*/ 3615 h 3615"/>
                <a:gd name="p0x8" fmla="*/ 5640 w 5880"/>
                <a:gd name="p0y8" fmla="*/ 3615 h 3615"/>
                <a:gd name="p0x9" fmla="*/ 240 w 5880"/>
                <a:gd name="p0y9" fmla="*/ 3615 h 3615"/>
                <a:gd name="p0x10" fmla="*/ 107 w 5880"/>
                <a:gd name="p0y10" fmla="*/ 3615 h 3615"/>
                <a:gd name="p0x11" fmla="*/ 0 w 5880"/>
                <a:gd name="p0y11" fmla="*/ 3507 h 3615"/>
                <a:gd name="p0x12" fmla="*/ 0 w 5880"/>
                <a:gd name="p0y12" fmla="*/ 3375 h 3615"/>
                <a:gd name="p0x13" fmla="*/ 0 w 5880"/>
                <a:gd name="p0y13" fmla="*/ 240 h 3615"/>
                <a:gd name="p0x14" fmla="*/ 0 w 5880"/>
                <a:gd name="p0y14" fmla="*/ 107 h 3615"/>
                <a:gd name="p0x15" fmla="*/ 107 w 5880"/>
                <a:gd name="p0y15" fmla="*/ 0 h 3615"/>
                <a:gd name="p0x16" fmla="*/ 240 w 5880"/>
                <a:gd name="p0y16" fmla="*/ 0 h 36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任意多边形 42"/>
            <p:cNvSpPr/>
            <p:nvPr>
              <p:custDataLst>
                <p:tags r:id="rId49"/>
              </p:custDataLst>
            </p:nvPr>
          </p:nvSpPr>
          <p:spPr>
            <a:xfrm>
              <a:off x="6420" y="6465"/>
              <a:ext cx="5880" cy="240"/>
            </a:xfrm>
            <a:custGeom>
              <a:avLst/>
              <a:gdLst>
                <a:gd name="sw" fmla="*/ 1 w 5880"/>
                <a:gd name="sh" fmla="*/ 1 h 240"/>
                <a:gd name="mins" fmla="min sw sh"/>
                <a:gd name="dsw" fmla="+- 0 sw mins"/>
                <a:gd name="dsh" fmla="+- 0 sh mins"/>
                <a:gd name="p0x0" fmla="*/ 240 w 5880"/>
                <a:gd name="p0y0" fmla="*/ 0 h 240"/>
                <a:gd name="p0x1" fmla="*/ 5640 w 5880"/>
                <a:gd name="p0y1" fmla="*/ 0 h 240"/>
                <a:gd name="p0x2" fmla="*/ 5772 w 5880"/>
                <a:gd name="p0y2" fmla="*/ 0 h 240"/>
                <a:gd name="p0x3" fmla="*/ 5880 w 5880"/>
                <a:gd name="p0y3" fmla="*/ 107 h 240"/>
                <a:gd name="p0x4" fmla="*/ 5880 w 5880"/>
                <a:gd name="p0y4" fmla="*/ 240 h 240"/>
                <a:gd name="p0x5" fmla="*/ 5880 w 5880"/>
                <a:gd name="p0y5" fmla="*/ 140 h 240"/>
                <a:gd name="p0x6" fmla="*/ 5772 w 5880"/>
                <a:gd name="p0y6" fmla="*/ 60 h 240"/>
                <a:gd name="p0x7" fmla="*/ 5640 w 5880"/>
                <a:gd name="p0y7" fmla="*/ 60 h 240"/>
                <a:gd name="p0x8" fmla="*/ 240 w 5880"/>
                <a:gd name="p0y8" fmla="*/ 60 h 240"/>
                <a:gd name="p0x9" fmla="*/ 107 w 5880"/>
                <a:gd name="p0y9" fmla="*/ 60 h 240"/>
                <a:gd name="p0x10" fmla="*/ 0 w 5880"/>
                <a:gd name="p0y10" fmla="*/ 140 h 240"/>
                <a:gd name="p0x11" fmla="*/ 0 w 5880"/>
                <a:gd name="p0y11" fmla="*/ 240 h 240"/>
                <a:gd name="p0x12" fmla="*/ 0 w 5880"/>
                <a:gd name="p0y12" fmla="*/ 107 h 240"/>
                <a:gd name="p0x13" fmla="*/ 107 w 5880"/>
                <a:gd name="p0y13" fmla="*/ 0 h 240"/>
                <a:gd name="p0x14" fmla="*/ 240 w 5880"/>
                <a:gd name="p0y14" fmla="*/ 0 h 2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45" name="图片 44"/>
          <p:cNvPicPr>
            <a:picLocks noChangeAspect="1"/>
          </p:cNvPicPr>
          <p:nvPr>
            <p:custDataLst>
              <p:tags r:id="rId50"/>
            </p:custDataLst>
          </p:nvPr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 l="-1724" t="-4253" r="-1724" b="-4253"/>
          <a:stretch>
            <a:fillRect/>
          </a:stretch>
        </p:blipFill>
        <p:spPr>
          <a:xfrm>
            <a:off x="4305300" y="4362450"/>
            <a:ext cx="285750" cy="299720"/>
          </a:xfrm>
          <a:prstGeom prst="rect">
            <a:avLst/>
          </a:prstGeom>
        </p:spPr>
      </p:pic>
      <p:sp>
        <p:nvSpPr>
          <p:cNvPr id="46" name="文本框 45"/>
          <p:cNvSpPr txBox="1"/>
          <p:nvPr>
            <p:custDataLst>
              <p:tags r:id="rId53"/>
            </p:custDataLst>
          </p:nvPr>
        </p:nvSpPr>
        <p:spPr>
          <a:xfrm>
            <a:off x="4305300" y="4772025"/>
            <a:ext cx="3276600" cy="2333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7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工具调用</a:t>
            </a:r>
            <a:endParaRPr sz="1275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54"/>
            </p:custDataLst>
          </p:nvPr>
        </p:nvSpPr>
        <p:spPr>
          <a:xfrm>
            <a:off x="4305300" y="5067776"/>
            <a:ext cx="3276600" cy="3990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灵活调用外部</a:t>
            </a:r>
            <a:r>
              <a:rPr lang="en-US" alt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、搜索引擎、数据库等工具，突破模型知识边界，获取实时数据与专业功能。</a:t>
            </a:r>
            <a:endParaRPr lang="zh-CN" altLang="en-US"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任意多边形 47"/>
          <p:cNvSpPr/>
          <p:nvPr>
            <p:custDataLst>
              <p:tags r:id="rId55"/>
            </p:custDataLst>
          </p:nvPr>
        </p:nvSpPr>
        <p:spPr>
          <a:xfrm>
            <a:off x="4305300" y="5928995"/>
            <a:ext cx="1219200" cy="243205"/>
          </a:xfrm>
          <a:custGeom>
            <a:avLst/>
            <a:gdLst>
              <a:gd name="sw" fmla="*/ 1 w 1920"/>
              <a:gd name="sh" fmla="*/ 1 h 382"/>
              <a:gd name="mins" fmla="min sw sh"/>
              <a:gd name="dsw" fmla="+- 0 sw mins"/>
              <a:gd name="dsh" fmla="+- 0 sh mins"/>
              <a:gd name="p0x0" fmla="*/ 60 w 1920"/>
              <a:gd name="p0y0" fmla="*/ 0 h 382"/>
              <a:gd name="p0x1" fmla="*/ 1860 w 1920"/>
              <a:gd name="p0y1" fmla="*/ 0 h 382"/>
              <a:gd name="p0x2" fmla="*/ 1893 w 1920"/>
              <a:gd name="p0y2" fmla="*/ 0 h 382"/>
              <a:gd name="p0x3" fmla="*/ 1920 w 1920"/>
              <a:gd name="p0y3" fmla="*/ 26 h 382"/>
              <a:gd name="p0x4" fmla="*/ 1920 w 1920"/>
              <a:gd name="p0y4" fmla="*/ 60 h 382"/>
              <a:gd name="p0x5" fmla="*/ 1920 w 1920"/>
              <a:gd name="p0y5" fmla="*/ 322 h 382"/>
              <a:gd name="p0x6" fmla="*/ 1920 w 1920"/>
              <a:gd name="p0y6" fmla="*/ 355 h 382"/>
              <a:gd name="p0x7" fmla="*/ 1893 w 1920"/>
              <a:gd name="p0y7" fmla="*/ 382 h 382"/>
              <a:gd name="p0x8" fmla="*/ 1860 w 1920"/>
              <a:gd name="p0y8" fmla="*/ 382 h 382"/>
              <a:gd name="p0x9" fmla="*/ 60 w 1920"/>
              <a:gd name="p0y9" fmla="*/ 382 h 382"/>
              <a:gd name="p0x10" fmla="*/ 26 w 1920"/>
              <a:gd name="p0y10" fmla="*/ 382 h 382"/>
              <a:gd name="p0x11" fmla="*/ 0 w 1920"/>
              <a:gd name="p0y11" fmla="*/ 355 h 382"/>
              <a:gd name="p0x12" fmla="*/ 0 w 1920"/>
              <a:gd name="p0y12" fmla="*/ 322 h 382"/>
              <a:gd name="p0x13" fmla="*/ 0 w 1920"/>
              <a:gd name="p0y13" fmla="*/ 60 h 382"/>
              <a:gd name="p0x14" fmla="*/ 0 w 1920"/>
              <a:gd name="p0y14" fmla="*/ 26 h 382"/>
              <a:gd name="p0x15" fmla="*/ 26 w 1920"/>
              <a:gd name="p0y15" fmla="*/ 0 h 382"/>
              <a:gd name="p0x16" fmla="*/ 60 w 1920"/>
              <a:gd name="p0y16" fmla="*/ 0 h 38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9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>
            <p:custDataLst>
              <p:tags r:id="rId56"/>
            </p:custDataLst>
          </p:nvPr>
        </p:nvSpPr>
        <p:spPr>
          <a:xfrm>
            <a:off x="4400550" y="5967413"/>
            <a:ext cx="1143000" cy="1666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</a:t>
            </a:r>
            <a:r>
              <a:rPr lang="zh-CN" altLang="en-US"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集成</a:t>
            </a:r>
            <a:r>
              <a:rPr lang="en-US" altLang="zh-CN"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实时数据</a:t>
            </a:r>
            <a:endParaRPr lang="zh-CN" altLang="en-US" sz="9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8001000" y="4105275"/>
            <a:ext cx="3733800" cy="2294890"/>
            <a:chOff x="12600" y="6465"/>
            <a:chExt cx="5880" cy="3614"/>
          </a:xfrm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grpSpPr>
        <p:sp>
          <p:nvSpPr>
            <p:cNvPr id="50" name="任意多边形 49"/>
            <p:cNvSpPr/>
            <p:nvPr>
              <p:custDataLst>
                <p:tags r:id="rId57"/>
              </p:custDataLst>
            </p:nvPr>
          </p:nvSpPr>
          <p:spPr>
            <a:xfrm>
              <a:off x="12600" y="6465"/>
              <a:ext cx="5880" cy="3615"/>
            </a:xfrm>
            <a:custGeom>
              <a:avLst/>
              <a:gdLst>
                <a:gd name="sw" fmla="*/ 1 w 5880"/>
                <a:gd name="sh" fmla="*/ 1 h 3615"/>
                <a:gd name="mins" fmla="min sw sh"/>
                <a:gd name="dsw" fmla="+- 0 sw mins"/>
                <a:gd name="dsh" fmla="+- 0 sh mins"/>
                <a:gd name="p0x0" fmla="*/ 240 w 5880"/>
                <a:gd name="p0y0" fmla="*/ 0 h 3615"/>
                <a:gd name="p0x1" fmla="*/ 5640 w 5880"/>
                <a:gd name="p0y1" fmla="*/ 0 h 3615"/>
                <a:gd name="p0x2" fmla="*/ 5772 w 5880"/>
                <a:gd name="p0y2" fmla="*/ 0 h 3615"/>
                <a:gd name="p0x3" fmla="*/ 5880 w 5880"/>
                <a:gd name="p0y3" fmla="*/ 107 h 3615"/>
                <a:gd name="p0x4" fmla="*/ 5880 w 5880"/>
                <a:gd name="p0y4" fmla="*/ 240 h 3615"/>
                <a:gd name="p0x5" fmla="*/ 5880 w 5880"/>
                <a:gd name="p0y5" fmla="*/ 3375 h 3615"/>
                <a:gd name="p0x6" fmla="*/ 5880 w 5880"/>
                <a:gd name="p0y6" fmla="*/ 3507 h 3615"/>
                <a:gd name="p0x7" fmla="*/ 5772 w 5880"/>
                <a:gd name="p0y7" fmla="*/ 3615 h 3615"/>
                <a:gd name="p0x8" fmla="*/ 5640 w 5880"/>
                <a:gd name="p0y8" fmla="*/ 3615 h 3615"/>
                <a:gd name="p0x9" fmla="*/ 240 w 5880"/>
                <a:gd name="p0y9" fmla="*/ 3615 h 3615"/>
                <a:gd name="p0x10" fmla="*/ 107 w 5880"/>
                <a:gd name="p0y10" fmla="*/ 3615 h 3615"/>
                <a:gd name="p0x11" fmla="*/ 0 w 5880"/>
                <a:gd name="p0y11" fmla="*/ 3507 h 3615"/>
                <a:gd name="p0x12" fmla="*/ 0 w 5880"/>
                <a:gd name="p0y12" fmla="*/ 3375 h 3615"/>
                <a:gd name="p0x13" fmla="*/ 0 w 5880"/>
                <a:gd name="p0y13" fmla="*/ 240 h 3615"/>
                <a:gd name="p0x14" fmla="*/ 0 w 5880"/>
                <a:gd name="p0y14" fmla="*/ 107 h 3615"/>
                <a:gd name="p0x15" fmla="*/ 107 w 5880"/>
                <a:gd name="p0y15" fmla="*/ 0 h 3615"/>
                <a:gd name="p0x16" fmla="*/ 240 w 5880"/>
                <a:gd name="p0y16" fmla="*/ 0 h 36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1" name="任意多边形 50"/>
            <p:cNvSpPr/>
            <p:nvPr>
              <p:custDataLst>
                <p:tags r:id="rId58"/>
              </p:custDataLst>
            </p:nvPr>
          </p:nvSpPr>
          <p:spPr>
            <a:xfrm>
              <a:off x="12600" y="6465"/>
              <a:ext cx="5880" cy="240"/>
            </a:xfrm>
            <a:custGeom>
              <a:avLst/>
              <a:gdLst>
                <a:gd name="sw" fmla="*/ 1 w 5880"/>
                <a:gd name="sh" fmla="*/ 1 h 240"/>
                <a:gd name="mins" fmla="min sw sh"/>
                <a:gd name="dsw" fmla="+- 0 sw mins"/>
                <a:gd name="dsh" fmla="+- 0 sh mins"/>
                <a:gd name="p0x0" fmla="*/ 240 w 5880"/>
                <a:gd name="p0y0" fmla="*/ 0 h 240"/>
                <a:gd name="p0x1" fmla="*/ 5640 w 5880"/>
                <a:gd name="p0y1" fmla="*/ 0 h 240"/>
                <a:gd name="p0x2" fmla="*/ 5772 w 5880"/>
                <a:gd name="p0y2" fmla="*/ 0 h 240"/>
                <a:gd name="p0x3" fmla="*/ 5880 w 5880"/>
                <a:gd name="p0y3" fmla="*/ 107 h 240"/>
                <a:gd name="p0x4" fmla="*/ 5880 w 5880"/>
                <a:gd name="p0y4" fmla="*/ 240 h 240"/>
                <a:gd name="p0x5" fmla="*/ 5880 w 5880"/>
                <a:gd name="p0y5" fmla="*/ 140 h 240"/>
                <a:gd name="p0x6" fmla="*/ 5772 w 5880"/>
                <a:gd name="p0y6" fmla="*/ 60 h 240"/>
                <a:gd name="p0x7" fmla="*/ 5640 w 5880"/>
                <a:gd name="p0y7" fmla="*/ 60 h 240"/>
                <a:gd name="p0x8" fmla="*/ 240 w 5880"/>
                <a:gd name="p0y8" fmla="*/ 60 h 240"/>
                <a:gd name="p0x9" fmla="*/ 107 w 5880"/>
                <a:gd name="p0y9" fmla="*/ 60 h 240"/>
                <a:gd name="p0x10" fmla="*/ 0 w 5880"/>
                <a:gd name="p0y10" fmla="*/ 140 h 240"/>
                <a:gd name="p0x11" fmla="*/ 0 w 5880"/>
                <a:gd name="p0y11" fmla="*/ 240 h 240"/>
                <a:gd name="p0x12" fmla="*/ 0 w 5880"/>
                <a:gd name="p0y12" fmla="*/ 107 h 240"/>
                <a:gd name="p0x13" fmla="*/ 107 w 5880"/>
                <a:gd name="p0y13" fmla="*/ 0 h 240"/>
                <a:gd name="p0x14" fmla="*/ 240 w 5880"/>
                <a:gd name="p0y14" fmla="*/ 0 h 2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53" name="图片 52"/>
          <p:cNvPicPr>
            <a:picLocks noChangeAspect="1"/>
          </p:cNvPicPr>
          <p:nvPr>
            <p:custDataLst>
              <p:tags r:id="rId59"/>
            </p:custDataLst>
          </p:nvPr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rcRect l="-1724" t="-4253" r="-1724" b="-4253"/>
          <a:stretch>
            <a:fillRect/>
          </a:stretch>
        </p:blipFill>
        <p:spPr>
          <a:xfrm>
            <a:off x="8229600" y="4362450"/>
            <a:ext cx="285750" cy="299720"/>
          </a:xfrm>
          <a:prstGeom prst="rect">
            <a:avLst/>
          </a:prstGeom>
        </p:spPr>
      </p:pic>
      <p:sp>
        <p:nvSpPr>
          <p:cNvPr id="54" name="文本框 53"/>
          <p:cNvSpPr txBox="1"/>
          <p:nvPr>
            <p:custDataLst>
              <p:tags r:id="rId62"/>
            </p:custDataLst>
          </p:nvPr>
        </p:nvSpPr>
        <p:spPr>
          <a:xfrm>
            <a:off x="8229600" y="4772025"/>
            <a:ext cx="3276600" cy="2333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7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任务执行</a:t>
            </a:r>
            <a:endParaRPr sz="1275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>
            <p:custDataLst>
              <p:tags r:id="rId63"/>
            </p:custDataLst>
          </p:nvPr>
        </p:nvSpPr>
        <p:spPr>
          <a:xfrm>
            <a:off x="8229600" y="5067776"/>
            <a:ext cx="3276600" cy="3990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不仅生成回答，更能实际操作软件、发送邮件、预订服务，完成端到端的闭环任务交付。</a:t>
            </a:r>
            <a:endParaRPr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任意多边形 55"/>
          <p:cNvSpPr/>
          <p:nvPr>
            <p:custDataLst>
              <p:tags r:id="rId64"/>
            </p:custDataLst>
          </p:nvPr>
        </p:nvSpPr>
        <p:spPr>
          <a:xfrm>
            <a:off x="8229600" y="5928995"/>
            <a:ext cx="1152525" cy="243205"/>
          </a:xfrm>
          <a:custGeom>
            <a:avLst/>
            <a:gdLst>
              <a:gd name="sw" fmla="*/ 1 w 1815"/>
              <a:gd name="sh" fmla="*/ 1 h 382"/>
              <a:gd name="mins" fmla="min sw sh"/>
              <a:gd name="dsw" fmla="+- 0 sw mins"/>
              <a:gd name="dsh" fmla="+- 0 sh mins"/>
              <a:gd name="p0x0" fmla="*/ 60 w 1815"/>
              <a:gd name="p0y0" fmla="*/ 0 h 382"/>
              <a:gd name="p0x1" fmla="*/ 1755 w 1815"/>
              <a:gd name="p0y1" fmla="*/ 0 h 382"/>
              <a:gd name="p0x2" fmla="*/ 1788 w 1815"/>
              <a:gd name="p0y2" fmla="*/ 0 h 382"/>
              <a:gd name="p0x3" fmla="*/ 1815 w 1815"/>
              <a:gd name="p0y3" fmla="*/ 26 h 382"/>
              <a:gd name="p0x4" fmla="*/ 1815 w 1815"/>
              <a:gd name="p0y4" fmla="*/ 60 h 382"/>
              <a:gd name="p0x5" fmla="*/ 1815 w 1815"/>
              <a:gd name="p0y5" fmla="*/ 322 h 382"/>
              <a:gd name="p0x6" fmla="*/ 1815 w 1815"/>
              <a:gd name="p0y6" fmla="*/ 355 h 382"/>
              <a:gd name="p0x7" fmla="*/ 1788 w 1815"/>
              <a:gd name="p0y7" fmla="*/ 382 h 382"/>
              <a:gd name="p0x8" fmla="*/ 1755 w 1815"/>
              <a:gd name="p0y8" fmla="*/ 382 h 382"/>
              <a:gd name="p0x9" fmla="*/ 60 w 1815"/>
              <a:gd name="p0y9" fmla="*/ 382 h 382"/>
              <a:gd name="p0x10" fmla="*/ 26 w 1815"/>
              <a:gd name="p0y10" fmla="*/ 382 h 382"/>
              <a:gd name="p0x11" fmla="*/ 0 w 1815"/>
              <a:gd name="p0y11" fmla="*/ 355 h 382"/>
              <a:gd name="p0x12" fmla="*/ 0 w 1815"/>
              <a:gd name="p0y12" fmla="*/ 322 h 382"/>
              <a:gd name="p0x13" fmla="*/ 0 w 1815"/>
              <a:gd name="p0y13" fmla="*/ 60 h 382"/>
              <a:gd name="p0x14" fmla="*/ 0 w 1815"/>
              <a:gd name="p0y14" fmla="*/ 26 h 382"/>
              <a:gd name="p0x15" fmla="*/ 26 w 1815"/>
              <a:gd name="p0y15" fmla="*/ 0 h 382"/>
              <a:gd name="p0x16" fmla="*/ 60 w 1815"/>
              <a:gd name="p0y16" fmla="*/ 0 h 38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9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>
            <p:custDataLst>
              <p:tags r:id="rId65"/>
            </p:custDataLst>
          </p:nvPr>
        </p:nvSpPr>
        <p:spPr>
          <a:xfrm>
            <a:off x="8324850" y="5967413"/>
            <a:ext cx="1076325" cy="1666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闭环执行</a:t>
            </a:r>
            <a:r>
              <a:rPr lang="en-US" altLang="zh-CN"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</a:t>
            </a:r>
            <a:endParaRPr lang="zh-CN" altLang="en-US" sz="9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457200" y="409575"/>
            <a:ext cx="4572000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必知必会：三个核心概念</a:t>
            </a:r>
            <a:endParaRPr sz="3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1" name="组合 90"/>
          <p:cNvGrpSpPr/>
          <p:nvPr/>
        </p:nvGrpSpPr>
        <p:grpSpPr>
          <a:xfrm>
            <a:off x="457200" y="1162050"/>
            <a:ext cx="4085590" cy="5238750"/>
            <a:chOff x="720" y="1830"/>
            <a:chExt cx="6434" cy="8250"/>
          </a:xfrm>
          <a:effectLst>
            <a:outerShdw blurRad="171450" dist="38100" dir="5399999" algn="ctr" rotWithShape="0">
              <a:srgbClr val="1E3A8A">
                <a:alpha val="7843"/>
              </a:srgbClr>
            </a:outerShdw>
          </a:effectLst>
        </p:grpSpPr>
        <p:sp>
          <p:nvSpPr>
            <p:cNvPr id="4" name="任意多边形 3"/>
            <p:cNvSpPr/>
            <p:nvPr>
              <p:custDataLst>
                <p:tags r:id="rId3"/>
              </p:custDataLst>
            </p:nvPr>
          </p:nvSpPr>
          <p:spPr>
            <a:xfrm>
              <a:off x="720" y="1830"/>
              <a:ext cx="6435" cy="8250"/>
            </a:xfrm>
            <a:custGeom>
              <a:avLst/>
              <a:gdLst>
                <a:gd name="sw" fmla="*/ 1 w 6435"/>
                <a:gd name="sh" fmla="*/ 1 h 8250"/>
                <a:gd name="mins" fmla="min sw sh"/>
                <a:gd name="dsw" fmla="+- 0 sw mins"/>
                <a:gd name="dsh" fmla="+- 0 sh mins"/>
                <a:gd name="p0x0" fmla="*/ 240 w 6435"/>
                <a:gd name="p0y0" fmla="*/ 0 h 8250"/>
                <a:gd name="p0x1" fmla="*/ 6195 w 6435"/>
                <a:gd name="p0y1" fmla="*/ 0 h 8250"/>
                <a:gd name="p0x2" fmla="*/ 6327 w 6435"/>
                <a:gd name="p0y2" fmla="*/ 0 h 8250"/>
                <a:gd name="p0x3" fmla="*/ 6435 w 6435"/>
                <a:gd name="p0y3" fmla="*/ 107 h 8250"/>
                <a:gd name="p0x4" fmla="*/ 6435 w 6435"/>
                <a:gd name="p0y4" fmla="*/ 240 h 8250"/>
                <a:gd name="p0x5" fmla="*/ 6435 w 6435"/>
                <a:gd name="p0y5" fmla="*/ 8010 h 8250"/>
                <a:gd name="p0x6" fmla="*/ 6435 w 6435"/>
                <a:gd name="p0y6" fmla="*/ 8142 h 8250"/>
                <a:gd name="p0x7" fmla="*/ 6327 w 6435"/>
                <a:gd name="p0y7" fmla="*/ 8250 h 8250"/>
                <a:gd name="p0x8" fmla="*/ 6195 w 6435"/>
                <a:gd name="p0y8" fmla="*/ 8250 h 8250"/>
                <a:gd name="p0x9" fmla="*/ 240 w 6435"/>
                <a:gd name="p0y9" fmla="*/ 8250 h 8250"/>
                <a:gd name="p0x10" fmla="*/ 107 w 6435"/>
                <a:gd name="p0y10" fmla="*/ 8250 h 8250"/>
                <a:gd name="p0x11" fmla="*/ 0 w 6435"/>
                <a:gd name="p0y11" fmla="*/ 8142 h 8250"/>
                <a:gd name="p0x12" fmla="*/ 0 w 6435"/>
                <a:gd name="p0y12" fmla="*/ 8010 h 8250"/>
                <a:gd name="p0x13" fmla="*/ 0 w 6435"/>
                <a:gd name="p0y13" fmla="*/ 240 h 8250"/>
                <a:gd name="p0x14" fmla="*/ 0 w 6435"/>
                <a:gd name="p0y14" fmla="*/ 107 h 8250"/>
                <a:gd name="p0x15" fmla="*/ 107 w 6435"/>
                <a:gd name="p0y15" fmla="*/ 0 h 8250"/>
                <a:gd name="p0x16" fmla="*/ 240 w 6435"/>
                <a:gd name="p0y16" fmla="*/ 0 h 825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任意多边形 4"/>
            <p:cNvSpPr/>
            <p:nvPr>
              <p:custDataLst>
                <p:tags r:id="rId4"/>
              </p:custDataLst>
            </p:nvPr>
          </p:nvSpPr>
          <p:spPr>
            <a:xfrm>
              <a:off x="720" y="1830"/>
              <a:ext cx="6435" cy="240"/>
            </a:xfrm>
            <a:custGeom>
              <a:avLst/>
              <a:gdLst>
                <a:gd name="sw" fmla="*/ 1 w 6435"/>
                <a:gd name="sh" fmla="*/ 1 h 240"/>
                <a:gd name="mins" fmla="min sw sh"/>
                <a:gd name="dsw" fmla="+- 0 sw mins"/>
                <a:gd name="dsh" fmla="+- 0 sh mins"/>
                <a:gd name="p0x0" fmla="*/ 240 w 6435"/>
                <a:gd name="p0y0" fmla="*/ 0 h 240"/>
                <a:gd name="p0x1" fmla="*/ 6195 w 6435"/>
                <a:gd name="p0y1" fmla="*/ 0 h 240"/>
                <a:gd name="p0x2" fmla="*/ 6327 w 6435"/>
                <a:gd name="p0y2" fmla="*/ 0 h 240"/>
                <a:gd name="p0x3" fmla="*/ 6435 w 6435"/>
                <a:gd name="p0y3" fmla="*/ 107 h 240"/>
                <a:gd name="p0x4" fmla="*/ 6435 w 6435"/>
                <a:gd name="p0y4" fmla="*/ 240 h 240"/>
                <a:gd name="p0x5" fmla="*/ 6435 w 6435"/>
                <a:gd name="p0y5" fmla="*/ 148 h 240"/>
                <a:gd name="p0x6" fmla="*/ 6327 w 6435"/>
                <a:gd name="p0y6" fmla="*/ 75 h 240"/>
                <a:gd name="p0x7" fmla="*/ 6195 w 6435"/>
                <a:gd name="p0y7" fmla="*/ 75 h 240"/>
                <a:gd name="p0x8" fmla="*/ 240 w 6435"/>
                <a:gd name="p0y8" fmla="*/ 75 h 240"/>
                <a:gd name="p0x9" fmla="*/ 107 w 6435"/>
                <a:gd name="p0y9" fmla="*/ 75 h 240"/>
                <a:gd name="p0x10" fmla="*/ 0 w 6435"/>
                <a:gd name="p0y10" fmla="*/ 148 h 240"/>
                <a:gd name="p0x11" fmla="*/ 0 w 6435"/>
                <a:gd name="p0y11" fmla="*/ 240 h 240"/>
                <a:gd name="p0x12" fmla="*/ 0 w 6435"/>
                <a:gd name="p0y12" fmla="*/ 107 h 240"/>
                <a:gd name="p0x13" fmla="*/ 107 w 6435"/>
                <a:gd name="p0y13" fmla="*/ 0 h 240"/>
                <a:gd name="p0x14" fmla="*/ 240 w 6435"/>
                <a:gd name="p0y14" fmla="*/ 0 h 2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685800" y="1438275"/>
            <a:ext cx="3628390" cy="438150"/>
            <a:chOff x="1080" y="2265"/>
            <a:chExt cx="5714" cy="690"/>
          </a:xfrm>
        </p:grpSpPr>
        <p:sp>
          <p:nvSpPr>
            <p:cNvPr id="7" name="任意多边形 6"/>
            <p:cNvSpPr/>
            <p:nvPr>
              <p:custDataLst>
                <p:tags r:id="rId5"/>
              </p:custDataLst>
            </p:nvPr>
          </p:nvSpPr>
          <p:spPr>
            <a:xfrm>
              <a:off x="1080" y="2265"/>
              <a:ext cx="5715" cy="690"/>
            </a:xfrm>
            <a:custGeom>
              <a:avLst/>
              <a:gdLst>
                <a:gd name="sw" fmla="*/ 1 w 5715"/>
                <a:gd name="sh" fmla="*/ 1 h 690"/>
                <a:gd name="mins" fmla="min sw sh"/>
                <a:gd name="dsw" fmla="+- 0 sw mins"/>
                <a:gd name="dsh" fmla="+- 0 sh mins"/>
                <a:gd name="p0x0" fmla="*/ 0 w 5715"/>
                <a:gd name="p0y0" fmla="*/ 0 h 690"/>
                <a:gd name="p0x1" fmla="*/ 5715 w 5715"/>
                <a:gd name="p0y1" fmla="*/ 0 h 690"/>
                <a:gd name="p0x2" fmla="*/ 5715 w 5715"/>
                <a:gd name="p0y2" fmla="*/ 690 h 690"/>
                <a:gd name="p0x3" fmla="*/ 0 w 5715"/>
                <a:gd name="p0y3" fmla="*/ 690 h 690"/>
                <a:gd name="p0x4" fmla="*/ 0 w 5715"/>
                <a:gd name="p0y4" fmla="*/ 0 h 6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任意多边形 7"/>
            <p:cNvSpPr/>
            <p:nvPr>
              <p:custDataLst>
                <p:tags r:id="rId6"/>
              </p:custDataLst>
            </p:nvPr>
          </p:nvSpPr>
          <p:spPr>
            <a:xfrm>
              <a:off x="1080" y="2925"/>
              <a:ext cx="5715" cy="30"/>
            </a:xfrm>
            <a:custGeom>
              <a:avLst/>
              <a:gdLst>
                <a:gd name="sw" fmla="*/ 1 w 5715"/>
                <a:gd name="sh" fmla="*/ 1 h 30"/>
                <a:gd name="mins" fmla="min sw sh"/>
                <a:gd name="dsw" fmla="+- 0 sw mins"/>
                <a:gd name="dsh" fmla="+- 0 sh mins"/>
                <a:gd name="p0x0" fmla="*/ 5715 w 5715"/>
                <a:gd name="p0y0" fmla="*/ 30 h 30"/>
                <a:gd name="p0x1" fmla="*/ 0 w 5715"/>
                <a:gd name="p0y1" fmla="*/ 30 h 30"/>
                <a:gd name="p0x2" fmla="*/ 0 w 5715"/>
                <a:gd name="p0y2" fmla="*/ 0 h 30"/>
                <a:gd name="p0x3" fmla="*/ 5715 w 5715"/>
                <a:gd name="p0y3" fmla="*/ 0 h 30"/>
                <a:gd name="p0x4" fmla="*/ 5715 w 5715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0" name="图片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685800" y="1480820"/>
            <a:ext cx="209550" cy="21463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1009650" y="1438275"/>
            <a:ext cx="1719263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 </a:t>
            </a:r>
            <a:r>
              <a:rPr lang="zh-CN"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计价单位</a:t>
            </a:r>
            <a:endParaRPr lang="zh-CN" sz="165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1"/>
            </p:custDataLst>
          </p:nvPr>
        </p:nvSpPr>
        <p:spPr>
          <a:xfrm>
            <a:off x="690245" y="2071370"/>
            <a:ext cx="3619500" cy="1266825"/>
          </a:xfrm>
          <a:custGeom>
            <a:avLst/>
            <a:gdLst>
              <a:gd name="sw" fmla="*/ 1 w 5700"/>
              <a:gd name="sh" fmla="*/ 1 h 1995"/>
              <a:gd name="mins" fmla="min sw sh"/>
              <a:gd name="dsw" fmla="+- 0 sw mins"/>
              <a:gd name="dsh" fmla="+- 0 sh mins"/>
              <a:gd name="p0x0" fmla="*/ 180 w 5700"/>
              <a:gd name="p0y0" fmla="*/ 0 h 1995"/>
              <a:gd name="p0x1" fmla="*/ 5520 w 5700"/>
              <a:gd name="p0y1" fmla="*/ 0 h 1995"/>
              <a:gd name="p0x2" fmla="*/ 5619 w 5700"/>
              <a:gd name="p0y2" fmla="*/ 0 h 1995"/>
              <a:gd name="p0x3" fmla="*/ 5700 w 5700"/>
              <a:gd name="p0y3" fmla="*/ 80 h 1995"/>
              <a:gd name="p0x4" fmla="*/ 5700 w 5700"/>
              <a:gd name="p0y4" fmla="*/ 180 h 1995"/>
              <a:gd name="p0x5" fmla="*/ 5700 w 5700"/>
              <a:gd name="p0y5" fmla="*/ 1815 h 1995"/>
              <a:gd name="p0x6" fmla="*/ 5700 w 5700"/>
              <a:gd name="p0y6" fmla="*/ 1914 h 1995"/>
              <a:gd name="p0x7" fmla="*/ 5619 w 5700"/>
              <a:gd name="p0y7" fmla="*/ 1995 h 1995"/>
              <a:gd name="p0x8" fmla="*/ 5520 w 5700"/>
              <a:gd name="p0y8" fmla="*/ 1995 h 1995"/>
              <a:gd name="p0x9" fmla="*/ 180 w 5700"/>
              <a:gd name="p0y9" fmla="*/ 1995 h 1995"/>
              <a:gd name="p0x10" fmla="*/ 80 w 5700"/>
              <a:gd name="p0y10" fmla="*/ 1995 h 1995"/>
              <a:gd name="p0x11" fmla="*/ 0 w 5700"/>
              <a:gd name="p0y11" fmla="*/ 1914 h 1995"/>
              <a:gd name="p0x12" fmla="*/ 0 w 5700"/>
              <a:gd name="p0y12" fmla="*/ 1815 h 1995"/>
              <a:gd name="p0x13" fmla="*/ 0 w 5700"/>
              <a:gd name="p0y13" fmla="*/ 180 h 1995"/>
              <a:gd name="p0x14" fmla="*/ 0 w 5700"/>
              <a:gd name="p0y14" fmla="*/ 80 h 1995"/>
              <a:gd name="p0x15" fmla="*/ 80 w 5700"/>
              <a:gd name="p0y15" fmla="*/ 0 h 1995"/>
              <a:gd name="p0x16" fmla="*/ 180 w 5700"/>
              <a:gd name="p0y16" fmla="*/ 0 h 19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9FC"/>
          </a:solidFill>
          <a:ln w="9525" cmpd="sng">
            <a:solidFill>
              <a:srgbClr val="E2E8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866775" y="2188845"/>
            <a:ext cx="1501673" cy="102774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6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1K-128K</a:t>
            </a:r>
            <a:endParaRPr sz="36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2520848" y="2371725"/>
            <a:ext cx="1613002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上下文长度范围</a:t>
            </a:r>
            <a:endParaRPr sz="135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520848" y="2657475"/>
            <a:ext cx="1613002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决定单次请求可处理的文本量上限</a:t>
            </a:r>
            <a:endParaRPr sz="105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5"/>
            </p:custDataLst>
          </p:nvPr>
        </p:nvSpPr>
        <p:spPr>
          <a:xfrm>
            <a:off x="690245" y="3500120"/>
            <a:ext cx="3619500" cy="828675"/>
          </a:xfrm>
          <a:custGeom>
            <a:avLst/>
            <a:gdLst>
              <a:gd name="sw" fmla="*/ 1 w 5700"/>
              <a:gd name="sh" fmla="*/ 1 h 1305"/>
              <a:gd name="mins" fmla="min sw sh"/>
              <a:gd name="dsw" fmla="+- 0 sw mins"/>
              <a:gd name="dsh" fmla="+- 0 sh mins"/>
              <a:gd name="p0x0" fmla="*/ 180 w 5700"/>
              <a:gd name="p0y0" fmla="*/ 0 h 1305"/>
              <a:gd name="p0x1" fmla="*/ 5520 w 5700"/>
              <a:gd name="p0y1" fmla="*/ 0 h 1305"/>
              <a:gd name="p0x2" fmla="*/ 5619 w 5700"/>
              <a:gd name="p0y2" fmla="*/ 0 h 1305"/>
              <a:gd name="p0x3" fmla="*/ 5700 w 5700"/>
              <a:gd name="p0y3" fmla="*/ 80 h 1305"/>
              <a:gd name="p0x4" fmla="*/ 5700 w 5700"/>
              <a:gd name="p0y4" fmla="*/ 180 h 1305"/>
              <a:gd name="p0x5" fmla="*/ 5700 w 5700"/>
              <a:gd name="p0y5" fmla="*/ 1125 h 1305"/>
              <a:gd name="p0x6" fmla="*/ 5700 w 5700"/>
              <a:gd name="p0y6" fmla="*/ 1224 h 1305"/>
              <a:gd name="p0x7" fmla="*/ 5619 w 5700"/>
              <a:gd name="p0y7" fmla="*/ 1305 h 1305"/>
              <a:gd name="p0x8" fmla="*/ 5520 w 5700"/>
              <a:gd name="p0y8" fmla="*/ 1305 h 1305"/>
              <a:gd name="p0x9" fmla="*/ 180 w 5700"/>
              <a:gd name="p0y9" fmla="*/ 1305 h 1305"/>
              <a:gd name="p0x10" fmla="*/ 80 w 5700"/>
              <a:gd name="p0y10" fmla="*/ 1305 h 1305"/>
              <a:gd name="p0x11" fmla="*/ 0 w 5700"/>
              <a:gd name="p0y11" fmla="*/ 1224 h 1305"/>
              <a:gd name="p0x12" fmla="*/ 0 w 5700"/>
              <a:gd name="p0y12" fmla="*/ 1125 h 1305"/>
              <a:gd name="p0x13" fmla="*/ 0 w 5700"/>
              <a:gd name="p0y13" fmla="*/ 180 h 1305"/>
              <a:gd name="p0x14" fmla="*/ 0 w 5700"/>
              <a:gd name="p0y14" fmla="*/ 80 h 1305"/>
              <a:gd name="p0x15" fmla="*/ 80 w 5700"/>
              <a:gd name="p0y15" fmla="*/ 0 h 1305"/>
              <a:gd name="p0x16" fmla="*/ 180 w 5700"/>
              <a:gd name="p0y16" fmla="*/ 0 h 13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9FC"/>
          </a:solidFill>
          <a:ln w="9525" cmpd="sng">
            <a:solidFill>
              <a:srgbClr val="E2E8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-833" t="-3333" r="-833" b="-3333"/>
          <a:stretch>
            <a:fillRect/>
          </a:stretch>
        </p:blipFill>
        <p:spPr>
          <a:xfrm>
            <a:off x="866775" y="3724275"/>
            <a:ext cx="271145" cy="37592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19"/>
            </p:custDataLst>
          </p:nvPr>
        </p:nvSpPr>
        <p:spPr>
          <a:xfrm>
            <a:off x="1290638" y="3676650"/>
            <a:ext cx="2547938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3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</a:t>
            </a:r>
            <a:r>
              <a:rPr lang="zh-CN" sz="13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计费标准</a:t>
            </a:r>
            <a:endParaRPr lang="zh-CN" sz="135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20"/>
            </p:custDataLst>
          </p:nvPr>
        </p:nvSpPr>
        <p:spPr>
          <a:xfrm>
            <a:off x="1290638" y="3962400"/>
            <a:ext cx="2814638" cy="190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输入与输出</a:t>
            </a:r>
            <a:r>
              <a:rPr lang="en-US" altLang="zh-CN"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tokens</a:t>
            </a:r>
            <a:r>
              <a:rPr lang="zh-CN" altLang="en-US"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分别计价，控制成本关键</a:t>
            </a:r>
            <a:endParaRPr lang="zh-CN" altLang="en-US" sz="105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1"/>
            </p:custDataLst>
          </p:nvPr>
        </p:nvSpPr>
        <p:spPr>
          <a:xfrm>
            <a:off x="690245" y="5405120"/>
            <a:ext cx="1748155" cy="762000"/>
          </a:xfrm>
          <a:custGeom>
            <a:avLst/>
            <a:gdLst>
              <a:gd name="sw" fmla="*/ 1 w 2752"/>
              <a:gd name="sh" fmla="*/ 1 h 1200"/>
              <a:gd name="mins" fmla="min sw sh"/>
              <a:gd name="dsw" fmla="+- 0 sw mins"/>
              <a:gd name="dsh" fmla="+- 0 sh mins"/>
              <a:gd name="p0x0" fmla="*/ 150 w 2752"/>
              <a:gd name="p0y0" fmla="*/ 0 h 1200"/>
              <a:gd name="p0x1" fmla="*/ 2602 w 2752"/>
              <a:gd name="p0y1" fmla="*/ 0 h 1200"/>
              <a:gd name="p0x2" fmla="*/ 2685 w 2752"/>
              <a:gd name="p0y2" fmla="*/ 0 h 1200"/>
              <a:gd name="p0x3" fmla="*/ 2752 w 2752"/>
              <a:gd name="p0y3" fmla="*/ 67 h 1200"/>
              <a:gd name="p0x4" fmla="*/ 2752 w 2752"/>
              <a:gd name="p0y4" fmla="*/ 150 h 1200"/>
              <a:gd name="p0x5" fmla="*/ 2752 w 2752"/>
              <a:gd name="p0y5" fmla="*/ 1050 h 1200"/>
              <a:gd name="p0x6" fmla="*/ 2752 w 2752"/>
              <a:gd name="p0y6" fmla="*/ 1132 h 1200"/>
              <a:gd name="p0x7" fmla="*/ 2685 w 2752"/>
              <a:gd name="p0y7" fmla="*/ 1200 h 1200"/>
              <a:gd name="p0x8" fmla="*/ 2602 w 2752"/>
              <a:gd name="p0y8" fmla="*/ 1200 h 1200"/>
              <a:gd name="p0x9" fmla="*/ 150 w 2752"/>
              <a:gd name="p0y9" fmla="*/ 1200 h 1200"/>
              <a:gd name="p0x10" fmla="*/ 67 w 2752"/>
              <a:gd name="p0y10" fmla="*/ 1200 h 1200"/>
              <a:gd name="p0x11" fmla="*/ 0 w 2752"/>
              <a:gd name="p0y11" fmla="*/ 1132 h 1200"/>
              <a:gd name="p0x12" fmla="*/ 0 w 2752"/>
              <a:gd name="p0y12" fmla="*/ 1050 h 1200"/>
              <a:gd name="p0x13" fmla="*/ 0 w 2752"/>
              <a:gd name="p0y13" fmla="*/ 150 h 1200"/>
              <a:gd name="p0x14" fmla="*/ 0 w 2752"/>
              <a:gd name="p0y14" fmla="*/ 67 h 1200"/>
              <a:gd name="p0x15" fmla="*/ 67 w 2752"/>
              <a:gd name="p0y15" fmla="*/ 0 h 1200"/>
              <a:gd name="p0x16" fmla="*/ 150 w 2752"/>
              <a:gd name="p0y16" fmla="*/ 0 h 12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9FC"/>
          </a:solidFill>
          <a:ln w="9525" cmpd="sng">
            <a:solidFill>
              <a:srgbClr val="E2E8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 l="-1458" t="-3651" r="-1458" b="-3651"/>
          <a:stretch>
            <a:fillRect/>
          </a:stretch>
        </p:blipFill>
        <p:spPr>
          <a:xfrm>
            <a:off x="1485900" y="5538470"/>
            <a:ext cx="156845" cy="21463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5"/>
            </p:custDataLst>
          </p:nvPr>
        </p:nvSpPr>
        <p:spPr>
          <a:xfrm>
            <a:off x="1183481" y="5810250"/>
            <a:ext cx="762000" cy="2190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12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按量计费</a:t>
            </a:r>
            <a:endParaRPr sz="12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6"/>
            </p:custDataLst>
          </p:nvPr>
        </p:nvSpPr>
        <p:spPr>
          <a:xfrm>
            <a:off x="2562225" y="5405120"/>
            <a:ext cx="1747520" cy="762000"/>
          </a:xfrm>
          <a:custGeom>
            <a:avLst/>
            <a:gdLst>
              <a:gd name="sw" fmla="*/ 1 w 2752"/>
              <a:gd name="sh" fmla="*/ 1 h 1200"/>
              <a:gd name="mins" fmla="min sw sh"/>
              <a:gd name="dsw" fmla="+- 0 sw mins"/>
              <a:gd name="dsh" fmla="+- 0 sh mins"/>
              <a:gd name="p0x0" fmla="*/ 150 w 2752"/>
              <a:gd name="p0y0" fmla="*/ 0 h 1200"/>
              <a:gd name="p0x1" fmla="*/ 2602 w 2752"/>
              <a:gd name="p0y1" fmla="*/ 0 h 1200"/>
              <a:gd name="p0x2" fmla="*/ 2685 w 2752"/>
              <a:gd name="p0y2" fmla="*/ 0 h 1200"/>
              <a:gd name="p0x3" fmla="*/ 2752 w 2752"/>
              <a:gd name="p0y3" fmla="*/ 67 h 1200"/>
              <a:gd name="p0x4" fmla="*/ 2752 w 2752"/>
              <a:gd name="p0y4" fmla="*/ 150 h 1200"/>
              <a:gd name="p0x5" fmla="*/ 2752 w 2752"/>
              <a:gd name="p0y5" fmla="*/ 1050 h 1200"/>
              <a:gd name="p0x6" fmla="*/ 2752 w 2752"/>
              <a:gd name="p0y6" fmla="*/ 1132 h 1200"/>
              <a:gd name="p0x7" fmla="*/ 2685 w 2752"/>
              <a:gd name="p0y7" fmla="*/ 1200 h 1200"/>
              <a:gd name="p0x8" fmla="*/ 2602 w 2752"/>
              <a:gd name="p0y8" fmla="*/ 1200 h 1200"/>
              <a:gd name="p0x9" fmla="*/ 150 w 2752"/>
              <a:gd name="p0y9" fmla="*/ 1200 h 1200"/>
              <a:gd name="p0x10" fmla="*/ 67 w 2752"/>
              <a:gd name="p0y10" fmla="*/ 1200 h 1200"/>
              <a:gd name="p0x11" fmla="*/ 0 w 2752"/>
              <a:gd name="p0y11" fmla="*/ 1132 h 1200"/>
              <a:gd name="p0x12" fmla="*/ 0 w 2752"/>
              <a:gd name="p0y12" fmla="*/ 1050 h 1200"/>
              <a:gd name="p0x13" fmla="*/ 0 w 2752"/>
              <a:gd name="p0y13" fmla="*/ 150 h 1200"/>
              <a:gd name="p0x14" fmla="*/ 0 w 2752"/>
              <a:gd name="p0y14" fmla="*/ 67 h 1200"/>
              <a:gd name="p0x15" fmla="*/ 67 w 2752"/>
              <a:gd name="p0y15" fmla="*/ 0 h 1200"/>
              <a:gd name="p0x16" fmla="*/ 150 w 2752"/>
              <a:gd name="p0y16" fmla="*/ 0 h 12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9FC"/>
          </a:solidFill>
          <a:ln w="9525" cmpd="sng">
            <a:solidFill>
              <a:srgbClr val="E2E8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-2083" t="-20417" r="-2083" b="-20417"/>
          <a:stretch>
            <a:fillRect/>
          </a:stretch>
        </p:blipFill>
        <p:spPr>
          <a:xfrm>
            <a:off x="3316605" y="5538470"/>
            <a:ext cx="238125" cy="214630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30"/>
            </p:custDataLst>
          </p:nvPr>
        </p:nvSpPr>
        <p:spPr>
          <a:xfrm>
            <a:off x="3055144" y="5810250"/>
            <a:ext cx="762000" cy="2190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12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记忆上限</a:t>
            </a:r>
            <a:endParaRPr sz="12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3" name="组合 92"/>
          <p:cNvGrpSpPr/>
          <p:nvPr/>
        </p:nvGrpSpPr>
        <p:grpSpPr>
          <a:xfrm>
            <a:off x="4733925" y="1162050"/>
            <a:ext cx="3404870" cy="5238750"/>
            <a:chOff x="7455" y="1830"/>
            <a:chExt cx="5362" cy="8250"/>
          </a:xfrm>
          <a:effectLst>
            <a:outerShdw blurRad="171450" dist="38100" dir="5399999" algn="ctr" rotWithShape="0">
              <a:srgbClr val="1E3A8A">
                <a:alpha val="7843"/>
              </a:srgbClr>
            </a:outerShdw>
          </a:effectLst>
        </p:grpSpPr>
        <p:sp>
          <p:nvSpPr>
            <p:cNvPr id="26" name="任意多边形 25"/>
            <p:cNvSpPr/>
            <p:nvPr>
              <p:custDataLst>
                <p:tags r:id="rId31"/>
              </p:custDataLst>
            </p:nvPr>
          </p:nvSpPr>
          <p:spPr>
            <a:xfrm>
              <a:off x="7455" y="1830"/>
              <a:ext cx="5362" cy="8250"/>
            </a:xfrm>
            <a:custGeom>
              <a:avLst/>
              <a:gdLst>
                <a:gd name="sw" fmla="*/ 1 w 5362"/>
                <a:gd name="sh" fmla="*/ 1 h 8250"/>
                <a:gd name="mins" fmla="min sw sh"/>
                <a:gd name="dsw" fmla="+- 0 sw mins"/>
                <a:gd name="dsh" fmla="+- 0 sh mins"/>
                <a:gd name="p0x0" fmla="*/ 240 w 5362"/>
                <a:gd name="p0y0" fmla="*/ 0 h 8250"/>
                <a:gd name="p0x1" fmla="*/ 5122 w 5362"/>
                <a:gd name="p0y1" fmla="*/ 0 h 8250"/>
                <a:gd name="p0x2" fmla="*/ 5255 w 5362"/>
                <a:gd name="p0y2" fmla="*/ 0 h 8250"/>
                <a:gd name="p0x3" fmla="*/ 5362 w 5362"/>
                <a:gd name="p0y3" fmla="*/ 107 h 8250"/>
                <a:gd name="p0x4" fmla="*/ 5362 w 5362"/>
                <a:gd name="p0y4" fmla="*/ 240 h 8250"/>
                <a:gd name="p0x5" fmla="*/ 5362 w 5362"/>
                <a:gd name="p0y5" fmla="*/ 8010 h 8250"/>
                <a:gd name="p0x6" fmla="*/ 5362 w 5362"/>
                <a:gd name="p0y6" fmla="*/ 8142 h 8250"/>
                <a:gd name="p0x7" fmla="*/ 5255 w 5362"/>
                <a:gd name="p0y7" fmla="*/ 8250 h 8250"/>
                <a:gd name="p0x8" fmla="*/ 5122 w 5362"/>
                <a:gd name="p0y8" fmla="*/ 8250 h 8250"/>
                <a:gd name="p0x9" fmla="*/ 240 w 5362"/>
                <a:gd name="p0y9" fmla="*/ 8250 h 8250"/>
                <a:gd name="p0x10" fmla="*/ 107 w 5362"/>
                <a:gd name="p0y10" fmla="*/ 8250 h 8250"/>
                <a:gd name="p0x11" fmla="*/ 0 w 5362"/>
                <a:gd name="p0y11" fmla="*/ 8142 h 8250"/>
                <a:gd name="p0x12" fmla="*/ 0 w 5362"/>
                <a:gd name="p0y12" fmla="*/ 8010 h 8250"/>
                <a:gd name="p0x13" fmla="*/ 0 w 5362"/>
                <a:gd name="p0y13" fmla="*/ 240 h 8250"/>
                <a:gd name="p0x14" fmla="*/ 0 w 5362"/>
                <a:gd name="p0y14" fmla="*/ 107 h 8250"/>
                <a:gd name="p0x15" fmla="*/ 107 w 5362"/>
                <a:gd name="p0y15" fmla="*/ 0 h 8250"/>
                <a:gd name="p0x16" fmla="*/ 240 w 5362"/>
                <a:gd name="p0y16" fmla="*/ 0 h 825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>
              <p:custDataLst>
                <p:tags r:id="rId32"/>
              </p:custDataLst>
            </p:nvPr>
          </p:nvSpPr>
          <p:spPr>
            <a:xfrm>
              <a:off x="7455" y="1830"/>
              <a:ext cx="5362" cy="240"/>
            </a:xfrm>
            <a:custGeom>
              <a:avLst/>
              <a:gdLst>
                <a:gd name="sw" fmla="*/ 1 w 5362"/>
                <a:gd name="sh" fmla="*/ 1 h 240"/>
                <a:gd name="mins" fmla="min sw sh"/>
                <a:gd name="dsw" fmla="+- 0 sw mins"/>
                <a:gd name="dsh" fmla="+- 0 sh mins"/>
                <a:gd name="p0x0" fmla="*/ 240 w 5362"/>
                <a:gd name="p0y0" fmla="*/ 0 h 240"/>
                <a:gd name="p0x1" fmla="*/ 5122 w 5362"/>
                <a:gd name="p0y1" fmla="*/ 0 h 240"/>
                <a:gd name="p0x2" fmla="*/ 5255 w 5362"/>
                <a:gd name="p0y2" fmla="*/ 0 h 240"/>
                <a:gd name="p0x3" fmla="*/ 5362 w 5362"/>
                <a:gd name="p0y3" fmla="*/ 107 h 240"/>
                <a:gd name="p0x4" fmla="*/ 5362 w 5362"/>
                <a:gd name="p0y4" fmla="*/ 240 h 240"/>
                <a:gd name="p0x5" fmla="*/ 5362 w 5362"/>
                <a:gd name="p0y5" fmla="*/ 148 h 240"/>
                <a:gd name="p0x6" fmla="*/ 5255 w 5362"/>
                <a:gd name="p0y6" fmla="*/ 75 h 240"/>
                <a:gd name="p0x7" fmla="*/ 5122 w 5362"/>
                <a:gd name="p0y7" fmla="*/ 75 h 240"/>
                <a:gd name="p0x8" fmla="*/ 240 w 5362"/>
                <a:gd name="p0y8" fmla="*/ 75 h 240"/>
                <a:gd name="p0x9" fmla="*/ 107 w 5362"/>
                <a:gd name="p0y9" fmla="*/ 75 h 240"/>
                <a:gd name="p0x10" fmla="*/ 0 w 5362"/>
                <a:gd name="p0y10" fmla="*/ 148 h 240"/>
                <a:gd name="p0x11" fmla="*/ 0 w 5362"/>
                <a:gd name="p0y11" fmla="*/ 240 h 240"/>
                <a:gd name="p0x12" fmla="*/ 0 w 5362"/>
                <a:gd name="p0y12" fmla="*/ 107 h 240"/>
                <a:gd name="p0x13" fmla="*/ 107 w 5362"/>
                <a:gd name="p0y13" fmla="*/ 0 h 240"/>
                <a:gd name="p0x14" fmla="*/ 240 w 5362"/>
                <a:gd name="p0y14" fmla="*/ 0 h 2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4962525" y="1438275"/>
            <a:ext cx="2947670" cy="438150"/>
            <a:chOff x="7815" y="2265"/>
            <a:chExt cx="4642" cy="690"/>
          </a:xfrm>
        </p:grpSpPr>
        <p:sp>
          <p:nvSpPr>
            <p:cNvPr id="29" name="任意多边形 28"/>
            <p:cNvSpPr/>
            <p:nvPr>
              <p:custDataLst>
                <p:tags r:id="rId33"/>
              </p:custDataLst>
            </p:nvPr>
          </p:nvSpPr>
          <p:spPr>
            <a:xfrm>
              <a:off x="7815" y="2265"/>
              <a:ext cx="4642" cy="690"/>
            </a:xfrm>
            <a:custGeom>
              <a:avLst/>
              <a:gdLst>
                <a:gd name="sw" fmla="*/ 1 w 4642"/>
                <a:gd name="sh" fmla="*/ 1 h 690"/>
                <a:gd name="mins" fmla="min sw sh"/>
                <a:gd name="dsw" fmla="+- 0 sw mins"/>
                <a:gd name="dsh" fmla="+- 0 sh mins"/>
                <a:gd name="p0x0" fmla="*/ 0 w 4642"/>
                <a:gd name="p0y0" fmla="*/ 0 h 690"/>
                <a:gd name="p0x1" fmla="*/ 4642 w 4642"/>
                <a:gd name="p0y1" fmla="*/ 0 h 690"/>
                <a:gd name="p0x2" fmla="*/ 4642 w 4642"/>
                <a:gd name="p0y2" fmla="*/ 690 h 690"/>
                <a:gd name="p0x3" fmla="*/ 0 w 4642"/>
                <a:gd name="p0y3" fmla="*/ 690 h 690"/>
                <a:gd name="p0x4" fmla="*/ 0 w 4642"/>
                <a:gd name="p0y4" fmla="*/ 0 h 6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" name="任意多边形 29"/>
            <p:cNvSpPr/>
            <p:nvPr>
              <p:custDataLst>
                <p:tags r:id="rId34"/>
              </p:custDataLst>
            </p:nvPr>
          </p:nvSpPr>
          <p:spPr>
            <a:xfrm>
              <a:off x="7815" y="2925"/>
              <a:ext cx="4642" cy="30"/>
            </a:xfrm>
            <a:custGeom>
              <a:avLst/>
              <a:gdLst>
                <a:gd name="sw" fmla="*/ 1 w 4642"/>
                <a:gd name="sh" fmla="*/ 1 h 30"/>
                <a:gd name="mins" fmla="min sw sh"/>
                <a:gd name="dsw" fmla="+- 0 sw mins"/>
                <a:gd name="dsh" fmla="+- 0 sh mins"/>
                <a:gd name="p0x0" fmla="*/ 4642 w 4642"/>
                <a:gd name="p0y0" fmla="*/ 30 h 30"/>
                <a:gd name="p0x1" fmla="*/ 0 w 4642"/>
                <a:gd name="p0y1" fmla="*/ 30 h 30"/>
                <a:gd name="p0x2" fmla="*/ 0 w 4642"/>
                <a:gd name="p0y2" fmla="*/ 0 h 30"/>
                <a:gd name="p0x3" fmla="*/ 4642 w 4642"/>
                <a:gd name="p0y3" fmla="*/ 0 h 30"/>
                <a:gd name="p0x4" fmla="*/ 4642 w 4642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2" name="图片 31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 l="-4074" t="-3651" r="-4074" b="-3651"/>
          <a:stretch>
            <a:fillRect/>
          </a:stretch>
        </p:blipFill>
        <p:spPr>
          <a:xfrm>
            <a:off x="4962525" y="1480820"/>
            <a:ext cx="185420" cy="214630"/>
          </a:xfrm>
          <a:prstGeom prst="rect">
            <a:avLst/>
          </a:prstGeom>
        </p:spPr>
      </p:pic>
      <p:sp>
        <p:nvSpPr>
          <p:cNvPr id="33" name="文本框 32"/>
          <p:cNvSpPr txBox="1"/>
          <p:nvPr>
            <p:custDataLst>
              <p:tags r:id="rId38"/>
            </p:custDataLst>
          </p:nvPr>
        </p:nvSpPr>
        <p:spPr>
          <a:xfrm>
            <a:off x="5262563" y="1438275"/>
            <a:ext cx="1933575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65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</a:t>
            </a:r>
            <a:r>
              <a:rPr lang="zh-CN" sz="165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检索增强生成</a:t>
            </a:r>
            <a:endParaRPr lang="zh-CN" sz="165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39"/>
            </p:custDataLst>
          </p:nvPr>
        </p:nvSpPr>
        <p:spPr>
          <a:xfrm>
            <a:off x="4966970" y="2071370"/>
            <a:ext cx="2938780" cy="638175"/>
          </a:xfrm>
          <a:custGeom>
            <a:avLst/>
            <a:gdLst>
              <a:gd name="sw" fmla="*/ 1 w 4627"/>
              <a:gd name="sh" fmla="*/ 1 h 1005"/>
              <a:gd name="mins" fmla="min sw sh"/>
              <a:gd name="dsw" fmla="+- 0 sw mins"/>
              <a:gd name="dsh" fmla="+- 0 sh mins"/>
              <a:gd name="p0x0" fmla="*/ 180 w 4627"/>
              <a:gd name="p0y0" fmla="*/ 0 h 1005"/>
              <a:gd name="p0x1" fmla="*/ 4447 w 4627"/>
              <a:gd name="p0y1" fmla="*/ 0 h 1005"/>
              <a:gd name="p0x2" fmla="*/ 4546 w 4627"/>
              <a:gd name="p0y2" fmla="*/ 0 h 1005"/>
              <a:gd name="p0x3" fmla="*/ 4627 w 4627"/>
              <a:gd name="p0y3" fmla="*/ 80 h 1005"/>
              <a:gd name="p0x4" fmla="*/ 4627 w 4627"/>
              <a:gd name="p0y4" fmla="*/ 180 h 1005"/>
              <a:gd name="p0x5" fmla="*/ 4627 w 4627"/>
              <a:gd name="p0y5" fmla="*/ 825 h 1005"/>
              <a:gd name="p0x6" fmla="*/ 4627 w 4627"/>
              <a:gd name="p0y6" fmla="*/ 924 h 1005"/>
              <a:gd name="p0x7" fmla="*/ 4546 w 4627"/>
              <a:gd name="p0y7" fmla="*/ 1005 h 1005"/>
              <a:gd name="p0x8" fmla="*/ 4447 w 4627"/>
              <a:gd name="p0y8" fmla="*/ 1005 h 1005"/>
              <a:gd name="p0x9" fmla="*/ 180 w 4627"/>
              <a:gd name="p0y9" fmla="*/ 1005 h 1005"/>
              <a:gd name="p0x10" fmla="*/ 80 w 4627"/>
              <a:gd name="p0y10" fmla="*/ 1005 h 1005"/>
              <a:gd name="p0x11" fmla="*/ 0 w 4627"/>
              <a:gd name="p0y11" fmla="*/ 924 h 1005"/>
              <a:gd name="p0x12" fmla="*/ 0 w 4627"/>
              <a:gd name="p0y12" fmla="*/ 825 h 1005"/>
              <a:gd name="p0x13" fmla="*/ 0 w 4627"/>
              <a:gd name="p0y13" fmla="*/ 180 h 1005"/>
              <a:gd name="p0x14" fmla="*/ 0 w 4627"/>
              <a:gd name="p0y14" fmla="*/ 80 h 1005"/>
              <a:gd name="p0x15" fmla="*/ 80 w 4627"/>
              <a:gd name="p0y15" fmla="*/ 0 h 1005"/>
              <a:gd name="p0x16" fmla="*/ 180 w 4627"/>
              <a:gd name="p0y16" fmla="*/ 0 h 10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2E8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>
            <p:custDataLst>
              <p:tags r:id="rId40"/>
            </p:custDataLst>
          </p:nvPr>
        </p:nvSpPr>
        <p:spPr>
          <a:xfrm>
            <a:off x="5109845" y="2214245"/>
            <a:ext cx="352425" cy="352425"/>
          </a:xfrm>
          <a:custGeom>
            <a:avLst/>
            <a:gdLst>
              <a:gd name="sw" fmla="*/ 1 w 555"/>
              <a:gd name="sh" fmla="*/ 1 h 555"/>
              <a:gd name="mins" fmla="min sw sh"/>
              <a:gd name="dsw" fmla="+- 0 sw mins"/>
              <a:gd name="dsh" fmla="+- 0 sh mins"/>
              <a:gd name="p0x0" fmla="*/ 277 w 555"/>
              <a:gd name="p0y0" fmla="*/ 0 h 555"/>
              <a:gd name="p0x1" fmla="*/ 430 w 555"/>
              <a:gd name="p0y1" fmla="*/ 0 h 555"/>
              <a:gd name="p0x2" fmla="*/ 555 w 555"/>
              <a:gd name="p0y2" fmla="*/ 124 h 555"/>
              <a:gd name="p0x3" fmla="*/ 555 w 555"/>
              <a:gd name="p0y3" fmla="*/ 277 h 555"/>
              <a:gd name="p0x4" fmla="*/ 555 w 555"/>
              <a:gd name="p0y4" fmla="*/ 430 h 555"/>
              <a:gd name="p0x5" fmla="*/ 430 w 555"/>
              <a:gd name="p0y5" fmla="*/ 555 h 555"/>
              <a:gd name="p0x6" fmla="*/ 277 w 555"/>
              <a:gd name="p0y6" fmla="*/ 555 h 555"/>
              <a:gd name="p0x7" fmla="*/ 124 w 555"/>
              <a:gd name="p0y7" fmla="*/ 555 h 555"/>
              <a:gd name="p0x8" fmla="*/ 0 w 555"/>
              <a:gd name="p0y8" fmla="*/ 430 h 555"/>
              <a:gd name="p0x9" fmla="*/ 0 w 555"/>
              <a:gd name="p0y9" fmla="*/ 277 h 555"/>
              <a:gd name="p0x10" fmla="*/ 0 w 555"/>
              <a:gd name="p0y10" fmla="*/ 124 h 555"/>
              <a:gd name="p0x11" fmla="*/ 124 w 555"/>
              <a:gd name="p0y11" fmla="*/ 0 h 555"/>
              <a:gd name="p0x12" fmla="*/ 277 w 555"/>
              <a:gd name="p0y12" fmla="*/ 0 h 55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7F9FC"/>
          </a:solidFill>
          <a:ln w="9525" cmpd="sng">
            <a:solidFill>
              <a:srgbClr val="E2E8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 l="-5882" t="-6667" r="-5882" b="-6667"/>
          <a:stretch>
            <a:fillRect/>
          </a:stretch>
        </p:blipFill>
        <p:spPr>
          <a:xfrm>
            <a:off x="5195570" y="2309495"/>
            <a:ext cx="180975" cy="161925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44"/>
            </p:custDataLst>
          </p:nvPr>
        </p:nvSpPr>
        <p:spPr>
          <a:xfrm>
            <a:off x="5581650" y="2281238"/>
            <a:ext cx="2185988" cy="2190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2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消除</a:t>
            </a:r>
            <a:r>
              <a:rPr lang="en-US" altLang="zh-CN" sz="12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2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幻觉，确保回答准确</a:t>
            </a:r>
            <a:endParaRPr lang="zh-CN" altLang="en-US" sz="12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45"/>
            </p:custDataLst>
          </p:nvPr>
        </p:nvSpPr>
        <p:spPr>
          <a:xfrm>
            <a:off x="4966970" y="2833370"/>
            <a:ext cx="2938780" cy="638175"/>
          </a:xfrm>
          <a:custGeom>
            <a:avLst/>
            <a:gdLst>
              <a:gd name="sw" fmla="*/ 1 w 4627"/>
              <a:gd name="sh" fmla="*/ 1 h 1005"/>
              <a:gd name="mins" fmla="min sw sh"/>
              <a:gd name="dsw" fmla="+- 0 sw mins"/>
              <a:gd name="dsh" fmla="+- 0 sh mins"/>
              <a:gd name="p0x0" fmla="*/ 180 w 4627"/>
              <a:gd name="p0y0" fmla="*/ 0 h 1005"/>
              <a:gd name="p0x1" fmla="*/ 4447 w 4627"/>
              <a:gd name="p0y1" fmla="*/ 0 h 1005"/>
              <a:gd name="p0x2" fmla="*/ 4546 w 4627"/>
              <a:gd name="p0y2" fmla="*/ 0 h 1005"/>
              <a:gd name="p0x3" fmla="*/ 4627 w 4627"/>
              <a:gd name="p0y3" fmla="*/ 80 h 1005"/>
              <a:gd name="p0x4" fmla="*/ 4627 w 4627"/>
              <a:gd name="p0y4" fmla="*/ 180 h 1005"/>
              <a:gd name="p0x5" fmla="*/ 4627 w 4627"/>
              <a:gd name="p0y5" fmla="*/ 825 h 1005"/>
              <a:gd name="p0x6" fmla="*/ 4627 w 4627"/>
              <a:gd name="p0y6" fmla="*/ 924 h 1005"/>
              <a:gd name="p0x7" fmla="*/ 4546 w 4627"/>
              <a:gd name="p0y7" fmla="*/ 1005 h 1005"/>
              <a:gd name="p0x8" fmla="*/ 4447 w 4627"/>
              <a:gd name="p0y8" fmla="*/ 1005 h 1005"/>
              <a:gd name="p0x9" fmla="*/ 180 w 4627"/>
              <a:gd name="p0y9" fmla="*/ 1005 h 1005"/>
              <a:gd name="p0x10" fmla="*/ 80 w 4627"/>
              <a:gd name="p0y10" fmla="*/ 1005 h 1005"/>
              <a:gd name="p0x11" fmla="*/ 0 w 4627"/>
              <a:gd name="p0y11" fmla="*/ 924 h 1005"/>
              <a:gd name="p0x12" fmla="*/ 0 w 4627"/>
              <a:gd name="p0y12" fmla="*/ 825 h 1005"/>
              <a:gd name="p0x13" fmla="*/ 0 w 4627"/>
              <a:gd name="p0y13" fmla="*/ 180 h 1005"/>
              <a:gd name="p0x14" fmla="*/ 0 w 4627"/>
              <a:gd name="p0y14" fmla="*/ 80 h 1005"/>
              <a:gd name="p0x15" fmla="*/ 80 w 4627"/>
              <a:gd name="p0y15" fmla="*/ 0 h 1005"/>
              <a:gd name="p0x16" fmla="*/ 180 w 4627"/>
              <a:gd name="p0y16" fmla="*/ 0 h 10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2E8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任意多边形 38"/>
          <p:cNvSpPr/>
          <p:nvPr>
            <p:custDataLst>
              <p:tags r:id="rId46"/>
            </p:custDataLst>
          </p:nvPr>
        </p:nvSpPr>
        <p:spPr>
          <a:xfrm>
            <a:off x="5109845" y="2976245"/>
            <a:ext cx="352425" cy="352425"/>
          </a:xfrm>
          <a:custGeom>
            <a:avLst/>
            <a:gdLst>
              <a:gd name="sw" fmla="*/ 1 w 555"/>
              <a:gd name="sh" fmla="*/ 1 h 555"/>
              <a:gd name="mins" fmla="min sw sh"/>
              <a:gd name="dsw" fmla="+- 0 sw mins"/>
              <a:gd name="dsh" fmla="+- 0 sh mins"/>
              <a:gd name="p0x0" fmla="*/ 277 w 555"/>
              <a:gd name="p0y0" fmla="*/ 0 h 555"/>
              <a:gd name="p0x1" fmla="*/ 430 w 555"/>
              <a:gd name="p0y1" fmla="*/ 0 h 555"/>
              <a:gd name="p0x2" fmla="*/ 555 w 555"/>
              <a:gd name="p0y2" fmla="*/ 124 h 555"/>
              <a:gd name="p0x3" fmla="*/ 555 w 555"/>
              <a:gd name="p0y3" fmla="*/ 277 h 555"/>
              <a:gd name="p0x4" fmla="*/ 555 w 555"/>
              <a:gd name="p0y4" fmla="*/ 430 h 555"/>
              <a:gd name="p0x5" fmla="*/ 430 w 555"/>
              <a:gd name="p0y5" fmla="*/ 555 h 555"/>
              <a:gd name="p0x6" fmla="*/ 277 w 555"/>
              <a:gd name="p0y6" fmla="*/ 555 h 555"/>
              <a:gd name="p0x7" fmla="*/ 124 w 555"/>
              <a:gd name="p0y7" fmla="*/ 555 h 555"/>
              <a:gd name="p0x8" fmla="*/ 0 w 555"/>
              <a:gd name="p0y8" fmla="*/ 430 h 555"/>
              <a:gd name="p0x9" fmla="*/ 0 w 555"/>
              <a:gd name="p0y9" fmla="*/ 277 h 555"/>
              <a:gd name="p0x10" fmla="*/ 0 w 555"/>
              <a:gd name="p0y10" fmla="*/ 124 h 555"/>
              <a:gd name="p0x11" fmla="*/ 124 w 555"/>
              <a:gd name="p0y11" fmla="*/ 0 h 555"/>
              <a:gd name="p0x12" fmla="*/ 277 w 555"/>
              <a:gd name="p0y12" fmla="*/ 0 h 55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7F9FC"/>
          </a:solidFill>
          <a:ln w="9525" cmpd="sng">
            <a:solidFill>
              <a:srgbClr val="E2E8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0" name="图片 39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 l="-4167" t="-3125" r="-4167" b="-3125"/>
          <a:stretch>
            <a:fillRect/>
          </a:stretch>
        </p:blipFill>
        <p:spPr>
          <a:xfrm>
            <a:off x="5224145" y="3071495"/>
            <a:ext cx="123825" cy="161925"/>
          </a:xfrm>
          <a:prstGeom prst="rect">
            <a:avLst/>
          </a:prstGeom>
        </p:spPr>
      </p:pic>
      <p:sp>
        <p:nvSpPr>
          <p:cNvPr id="41" name="文本框 40"/>
          <p:cNvSpPr txBox="1"/>
          <p:nvPr>
            <p:custDataLst>
              <p:tags r:id="rId50"/>
            </p:custDataLst>
          </p:nvPr>
        </p:nvSpPr>
        <p:spPr>
          <a:xfrm>
            <a:off x="5581650" y="3043238"/>
            <a:ext cx="2185988" cy="2190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接入企业内部知识库</a:t>
            </a:r>
            <a:endParaRPr sz="12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任意多边形 41"/>
          <p:cNvSpPr/>
          <p:nvPr>
            <p:custDataLst>
              <p:tags r:id="rId51"/>
            </p:custDataLst>
          </p:nvPr>
        </p:nvSpPr>
        <p:spPr>
          <a:xfrm>
            <a:off x="4966970" y="3595370"/>
            <a:ext cx="2938780" cy="638175"/>
          </a:xfrm>
          <a:custGeom>
            <a:avLst/>
            <a:gdLst>
              <a:gd name="sw" fmla="*/ 1 w 4627"/>
              <a:gd name="sh" fmla="*/ 1 h 1005"/>
              <a:gd name="mins" fmla="min sw sh"/>
              <a:gd name="dsw" fmla="+- 0 sw mins"/>
              <a:gd name="dsh" fmla="+- 0 sh mins"/>
              <a:gd name="p0x0" fmla="*/ 180 w 4627"/>
              <a:gd name="p0y0" fmla="*/ 0 h 1005"/>
              <a:gd name="p0x1" fmla="*/ 4447 w 4627"/>
              <a:gd name="p0y1" fmla="*/ 0 h 1005"/>
              <a:gd name="p0x2" fmla="*/ 4546 w 4627"/>
              <a:gd name="p0y2" fmla="*/ 0 h 1005"/>
              <a:gd name="p0x3" fmla="*/ 4627 w 4627"/>
              <a:gd name="p0y3" fmla="*/ 80 h 1005"/>
              <a:gd name="p0x4" fmla="*/ 4627 w 4627"/>
              <a:gd name="p0y4" fmla="*/ 180 h 1005"/>
              <a:gd name="p0x5" fmla="*/ 4627 w 4627"/>
              <a:gd name="p0y5" fmla="*/ 825 h 1005"/>
              <a:gd name="p0x6" fmla="*/ 4627 w 4627"/>
              <a:gd name="p0y6" fmla="*/ 924 h 1005"/>
              <a:gd name="p0x7" fmla="*/ 4546 w 4627"/>
              <a:gd name="p0y7" fmla="*/ 1005 h 1005"/>
              <a:gd name="p0x8" fmla="*/ 4447 w 4627"/>
              <a:gd name="p0y8" fmla="*/ 1005 h 1005"/>
              <a:gd name="p0x9" fmla="*/ 180 w 4627"/>
              <a:gd name="p0y9" fmla="*/ 1005 h 1005"/>
              <a:gd name="p0x10" fmla="*/ 80 w 4627"/>
              <a:gd name="p0y10" fmla="*/ 1005 h 1005"/>
              <a:gd name="p0x11" fmla="*/ 0 w 4627"/>
              <a:gd name="p0y11" fmla="*/ 924 h 1005"/>
              <a:gd name="p0x12" fmla="*/ 0 w 4627"/>
              <a:gd name="p0y12" fmla="*/ 825 h 1005"/>
              <a:gd name="p0x13" fmla="*/ 0 w 4627"/>
              <a:gd name="p0y13" fmla="*/ 180 h 1005"/>
              <a:gd name="p0x14" fmla="*/ 0 w 4627"/>
              <a:gd name="p0y14" fmla="*/ 80 h 1005"/>
              <a:gd name="p0x15" fmla="*/ 80 w 4627"/>
              <a:gd name="p0y15" fmla="*/ 0 h 1005"/>
              <a:gd name="p0x16" fmla="*/ 180 w 4627"/>
              <a:gd name="p0y16" fmla="*/ 0 h 10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2E8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任意多边形 42"/>
          <p:cNvSpPr/>
          <p:nvPr>
            <p:custDataLst>
              <p:tags r:id="rId52"/>
            </p:custDataLst>
          </p:nvPr>
        </p:nvSpPr>
        <p:spPr>
          <a:xfrm>
            <a:off x="5109845" y="3738245"/>
            <a:ext cx="352425" cy="352425"/>
          </a:xfrm>
          <a:custGeom>
            <a:avLst/>
            <a:gdLst>
              <a:gd name="sw" fmla="*/ 1 w 555"/>
              <a:gd name="sh" fmla="*/ 1 h 555"/>
              <a:gd name="mins" fmla="min sw sh"/>
              <a:gd name="dsw" fmla="+- 0 sw mins"/>
              <a:gd name="dsh" fmla="+- 0 sh mins"/>
              <a:gd name="p0x0" fmla="*/ 277 w 555"/>
              <a:gd name="p0y0" fmla="*/ 0 h 555"/>
              <a:gd name="p0x1" fmla="*/ 430 w 555"/>
              <a:gd name="p0y1" fmla="*/ 0 h 555"/>
              <a:gd name="p0x2" fmla="*/ 555 w 555"/>
              <a:gd name="p0y2" fmla="*/ 124 h 555"/>
              <a:gd name="p0x3" fmla="*/ 555 w 555"/>
              <a:gd name="p0y3" fmla="*/ 277 h 555"/>
              <a:gd name="p0x4" fmla="*/ 555 w 555"/>
              <a:gd name="p0y4" fmla="*/ 430 h 555"/>
              <a:gd name="p0x5" fmla="*/ 430 w 555"/>
              <a:gd name="p0y5" fmla="*/ 555 h 555"/>
              <a:gd name="p0x6" fmla="*/ 277 w 555"/>
              <a:gd name="p0y6" fmla="*/ 555 h 555"/>
              <a:gd name="p0x7" fmla="*/ 124 w 555"/>
              <a:gd name="p0y7" fmla="*/ 555 h 555"/>
              <a:gd name="p0x8" fmla="*/ 0 w 555"/>
              <a:gd name="p0y8" fmla="*/ 430 h 555"/>
              <a:gd name="p0x9" fmla="*/ 0 w 555"/>
              <a:gd name="p0y9" fmla="*/ 277 h 555"/>
              <a:gd name="p0x10" fmla="*/ 0 w 555"/>
              <a:gd name="p0y10" fmla="*/ 124 h 555"/>
              <a:gd name="p0x11" fmla="*/ 124 w 555"/>
              <a:gd name="p0y11" fmla="*/ 0 h 555"/>
              <a:gd name="p0x12" fmla="*/ 277 w 555"/>
              <a:gd name="p0y12" fmla="*/ 0 h 55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7F9FC"/>
          </a:solidFill>
          <a:ln w="9525" cmpd="sng">
            <a:solidFill>
              <a:srgbClr val="E2E8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4" name="图片 43"/>
          <p:cNvPicPr>
            <a:picLocks noChangeAspect="1"/>
          </p:cNvPicPr>
          <p:nvPr>
            <p:custDataLst>
              <p:tags r:id="rId53"/>
            </p:custDataLst>
          </p:nvPr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 l="-3125" t="-3125" r="-3125" b="-3125"/>
          <a:stretch>
            <a:fillRect/>
          </a:stretch>
        </p:blipFill>
        <p:spPr>
          <a:xfrm>
            <a:off x="5205095" y="3833495"/>
            <a:ext cx="161925" cy="161925"/>
          </a:xfrm>
          <a:prstGeom prst="rect">
            <a:avLst/>
          </a:prstGeom>
        </p:spPr>
      </p:pic>
      <p:sp>
        <p:nvSpPr>
          <p:cNvPr id="45" name="文本框 44"/>
          <p:cNvSpPr txBox="1"/>
          <p:nvPr>
            <p:custDataLst>
              <p:tags r:id="rId56"/>
            </p:custDataLst>
          </p:nvPr>
        </p:nvSpPr>
        <p:spPr>
          <a:xfrm>
            <a:off x="5581650" y="3805238"/>
            <a:ext cx="2185988" cy="2190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支持实时数据动态更新</a:t>
            </a:r>
            <a:endParaRPr sz="12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57"/>
            </p:custDataLst>
          </p:nvPr>
        </p:nvSpPr>
        <p:spPr>
          <a:xfrm>
            <a:off x="4966970" y="4357370"/>
            <a:ext cx="2938780" cy="638175"/>
          </a:xfrm>
          <a:custGeom>
            <a:avLst/>
            <a:gdLst>
              <a:gd name="sw" fmla="*/ 1 w 4627"/>
              <a:gd name="sh" fmla="*/ 1 h 1005"/>
              <a:gd name="mins" fmla="min sw sh"/>
              <a:gd name="dsw" fmla="+- 0 sw mins"/>
              <a:gd name="dsh" fmla="+- 0 sh mins"/>
              <a:gd name="p0x0" fmla="*/ 180 w 4627"/>
              <a:gd name="p0y0" fmla="*/ 0 h 1005"/>
              <a:gd name="p0x1" fmla="*/ 4447 w 4627"/>
              <a:gd name="p0y1" fmla="*/ 0 h 1005"/>
              <a:gd name="p0x2" fmla="*/ 4546 w 4627"/>
              <a:gd name="p0y2" fmla="*/ 0 h 1005"/>
              <a:gd name="p0x3" fmla="*/ 4627 w 4627"/>
              <a:gd name="p0y3" fmla="*/ 80 h 1005"/>
              <a:gd name="p0x4" fmla="*/ 4627 w 4627"/>
              <a:gd name="p0y4" fmla="*/ 180 h 1005"/>
              <a:gd name="p0x5" fmla="*/ 4627 w 4627"/>
              <a:gd name="p0y5" fmla="*/ 825 h 1005"/>
              <a:gd name="p0x6" fmla="*/ 4627 w 4627"/>
              <a:gd name="p0y6" fmla="*/ 924 h 1005"/>
              <a:gd name="p0x7" fmla="*/ 4546 w 4627"/>
              <a:gd name="p0y7" fmla="*/ 1005 h 1005"/>
              <a:gd name="p0x8" fmla="*/ 4447 w 4627"/>
              <a:gd name="p0y8" fmla="*/ 1005 h 1005"/>
              <a:gd name="p0x9" fmla="*/ 180 w 4627"/>
              <a:gd name="p0y9" fmla="*/ 1005 h 1005"/>
              <a:gd name="p0x10" fmla="*/ 80 w 4627"/>
              <a:gd name="p0y10" fmla="*/ 1005 h 1005"/>
              <a:gd name="p0x11" fmla="*/ 0 w 4627"/>
              <a:gd name="p0y11" fmla="*/ 924 h 1005"/>
              <a:gd name="p0x12" fmla="*/ 0 w 4627"/>
              <a:gd name="p0y12" fmla="*/ 825 h 1005"/>
              <a:gd name="p0x13" fmla="*/ 0 w 4627"/>
              <a:gd name="p0y13" fmla="*/ 180 h 1005"/>
              <a:gd name="p0x14" fmla="*/ 0 w 4627"/>
              <a:gd name="p0y14" fmla="*/ 80 h 1005"/>
              <a:gd name="p0x15" fmla="*/ 80 w 4627"/>
              <a:gd name="p0y15" fmla="*/ 0 h 1005"/>
              <a:gd name="p0x16" fmla="*/ 180 w 4627"/>
              <a:gd name="p0y16" fmla="*/ 0 h 10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2E8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任意多边形 46"/>
          <p:cNvSpPr/>
          <p:nvPr>
            <p:custDataLst>
              <p:tags r:id="rId58"/>
            </p:custDataLst>
          </p:nvPr>
        </p:nvSpPr>
        <p:spPr>
          <a:xfrm>
            <a:off x="5109845" y="4500245"/>
            <a:ext cx="352425" cy="352425"/>
          </a:xfrm>
          <a:custGeom>
            <a:avLst/>
            <a:gdLst>
              <a:gd name="sw" fmla="*/ 1 w 555"/>
              <a:gd name="sh" fmla="*/ 1 h 555"/>
              <a:gd name="mins" fmla="min sw sh"/>
              <a:gd name="dsw" fmla="+- 0 sw mins"/>
              <a:gd name="dsh" fmla="+- 0 sh mins"/>
              <a:gd name="p0x0" fmla="*/ 277 w 555"/>
              <a:gd name="p0y0" fmla="*/ 0 h 555"/>
              <a:gd name="p0x1" fmla="*/ 430 w 555"/>
              <a:gd name="p0y1" fmla="*/ 0 h 555"/>
              <a:gd name="p0x2" fmla="*/ 555 w 555"/>
              <a:gd name="p0y2" fmla="*/ 124 h 555"/>
              <a:gd name="p0x3" fmla="*/ 555 w 555"/>
              <a:gd name="p0y3" fmla="*/ 277 h 555"/>
              <a:gd name="p0x4" fmla="*/ 555 w 555"/>
              <a:gd name="p0y4" fmla="*/ 430 h 555"/>
              <a:gd name="p0x5" fmla="*/ 430 w 555"/>
              <a:gd name="p0y5" fmla="*/ 555 h 555"/>
              <a:gd name="p0x6" fmla="*/ 277 w 555"/>
              <a:gd name="p0y6" fmla="*/ 555 h 555"/>
              <a:gd name="p0x7" fmla="*/ 124 w 555"/>
              <a:gd name="p0y7" fmla="*/ 555 h 555"/>
              <a:gd name="p0x8" fmla="*/ 0 w 555"/>
              <a:gd name="p0y8" fmla="*/ 430 h 555"/>
              <a:gd name="p0x9" fmla="*/ 0 w 555"/>
              <a:gd name="p0y9" fmla="*/ 277 h 555"/>
              <a:gd name="p0x10" fmla="*/ 0 w 555"/>
              <a:gd name="p0y10" fmla="*/ 124 h 555"/>
              <a:gd name="p0x11" fmla="*/ 124 w 555"/>
              <a:gd name="p0y11" fmla="*/ 0 h 555"/>
              <a:gd name="p0x12" fmla="*/ 277 w 555"/>
              <a:gd name="p0y12" fmla="*/ 0 h 55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7F9FC"/>
          </a:solidFill>
          <a:ln w="9525" cmpd="sng">
            <a:solidFill>
              <a:srgbClr val="E2E8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8" name="图片 47"/>
          <p:cNvPicPr>
            <a:picLocks noChangeAspect="1"/>
          </p:cNvPicPr>
          <p:nvPr>
            <p:custDataLst>
              <p:tags r:id="rId59"/>
            </p:custDataLst>
          </p:nvPr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rcRect l="-6667" t="-6667" r="-6667" b="-6667"/>
          <a:stretch>
            <a:fillRect/>
          </a:stretch>
        </p:blipFill>
        <p:spPr>
          <a:xfrm>
            <a:off x="5205095" y="4595495"/>
            <a:ext cx="161925" cy="161925"/>
          </a:xfrm>
          <a:prstGeom prst="rect">
            <a:avLst/>
          </a:prstGeom>
        </p:spPr>
      </p:pic>
      <p:sp>
        <p:nvSpPr>
          <p:cNvPr id="49" name="文本框 48"/>
          <p:cNvSpPr txBox="1"/>
          <p:nvPr>
            <p:custDataLst>
              <p:tags r:id="rId62"/>
            </p:custDataLst>
          </p:nvPr>
        </p:nvSpPr>
        <p:spPr>
          <a:xfrm>
            <a:off x="5581650" y="4567238"/>
            <a:ext cx="2185988" cy="2190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数据本地化，保障隐私安全</a:t>
            </a:r>
            <a:endParaRPr sz="12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任意多边形 49"/>
          <p:cNvSpPr/>
          <p:nvPr>
            <p:custDataLst>
              <p:tags r:id="rId63"/>
            </p:custDataLst>
          </p:nvPr>
        </p:nvSpPr>
        <p:spPr>
          <a:xfrm>
            <a:off x="4962525" y="5581650"/>
            <a:ext cx="2947670" cy="590550"/>
          </a:xfrm>
          <a:custGeom>
            <a:avLst/>
            <a:gdLst>
              <a:gd name="sw" fmla="*/ 1 w 4642"/>
              <a:gd name="sh" fmla="*/ 1 h 930"/>
              <a:gd name="mins" fmla="min sw sh"/>
              <a:gd name="dsw" fmla="+- 0 sw mins"/>
              <a:gd name="dsh" fmla="+- 0 sh mins"/>
              <a:gd name="p0x0" fmla="*/ 180 w 4642"/>
              <a:gd name="p0y0" fmla="*/ 0 h 930"/>
              <a:gd name="p0x1" fmla="*/ 4462 w 4642"/>
              <a:gd name="p0y1" fmla="*/ 0 h 930"/>
              <a:gd name="p0x2" fmla="*/ 4561 w 4642"/>
              <a:gd name="p0y2" fmla="*/ 0 h 930"/>
              <a:gd name="p0x3" fmla="*/ 4642 w 4642"/>
              <a:gd name="p0y3" fmla="*/ 80 h 930"/>
              <a:gd name="p0x4" fmla="*/ 4642 w 4642"/>
              <a:gd name="p0y4" fmla="*/ 180 h 930"/>
              <a:gd name="p0x5" fmla="*/ 4642 w 4642"/>
              <a:gd name="p0y5" fmla="*/ 750 h 930"/>
              <a:gd name="p0x6" fmla="*/ 4642 w 4642"/>
              <a:gd name="p0y6" fmla="*/ 849 h 930"/>
              <a:gd name="p0x7" fmla="*/ 4561 w 4642"/>
              <a:gd name="p0y7" fmla="*/ 930 h 930"/>
              <a:gd name="p0x8" fmla="*/ 4462 w 4642"/>
              <a:gd name="p0y8" fmla="*/ 930 h 930"/>
              <a:gd name="p0x9" fmla="*/ 180 w 4642"/>
              <a:gd name="p0y9" fmla="*/ 930 h 930"/>
              <a:gd name="p0x10" fmla="*/ 80 w 4642"/>
              <a:gd name="p0y10" fmla="*/ 930 h 930"/>
              <a:gd name="p0x11" fmla="*/ 0 w 4642"/>
              <a:gd name="p0y11" fmla="*/ 849 h 930"/>
              <a:gd name="p0x12" fmla="*/ 0 w 4642"/>
              <a:gd name="p0y12" fmla="*/ 750 h 930"/>
              <a:gd name="p0x13" fmla="*/ 0 w 4642"/>
              <a:gd name="p0y13" fmla="*/ 180 h 930"/>
              <a:gd name="p0x14" fmla="*/ 0 w 4642"/>
              <a:gd name="p0y14" fmla="*/ 80 h 930"/>
              <a:gd name="p0x15" fmla="*/ 80 w 4642"/>
              <a:gd name="p0y15" fmla="*/ 0 h 930"/>
              <a:gd name="p0x16" fmla="*/ 180 w 4642"/>
              <a:gd name="p0y16" fmla="*/ 0 h 9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1E3A8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1" name="图片 50"/>
          <p:cNvPicPr>
            <a:picLocks noChangeAspect="1"/>
          </p:cNvPicPr>
          <p:nvPr>
            <p:custDataLst>
              <p:tags r:id="rId64"/>
            </p:custDataLst>
          </p:nvPr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rcRect l="-2941" t="-4510" r="-2941" b="-4510"/>
          <a:stretch>
            <a:fillRect/>
          </a:stretch>
        </p:blipFill>
        <p:spPr>
          <a:xfrm>
            <a:off x="5534025" y="5786120"/>
            <a:ext cx="171450" cy="176530"/>
          </a:xfrm>
          <a:prstGeom prst="rect">
            <a:avLst/>
          </a:prstGeom>
        </p:spPr>
      </p:pic>
      <p:sp>
        <p:nvSpPr>
          <p:cNvPr id="52" name="文本框 51"/>
          <p:cNvSpPr txBox="1"/>
          <p:nvPr>
            <p:custDataLst>
              <p:tags r:id="rId67"/>
            </p:custDataLst>
          </p:nvPr>
        </p:nvSpPr>
        <p:spPr>
          <a:xfrm>
            <a:off x="5715000" y="5753100"/>
            <a:ext cx="1709738" cy="2476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</a:t>
            </a:r>
            <a:r>
              <a:rPr lang="en-US" alt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落地关键路径</a:t>
            </a:r>
            <a:endParaRPr lang="zh-CN" altLang="en-US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95" name="组合 94"/>
          <p:cNvGrpSpPr/>
          <p:nvPr/>
        </p:nvGrpSpPr>
        <p:grpSpPr>
          <a:xfrm>
            <a:off x="8329295" y="1162050"/>
            <a:ext cx="3404870" cy="5238750"/>
            <a:chOff x="13117" y="1830"/>
            <a:chExt cx="5362" cy="8250"/>
          </a:xfrm>
          <a:effectLst>
            <a:outerShdw blurRad="171450" dist="38100" dir="5399999" algn="ctr" rotWithShape="0">
              <a:srgbClr val="1E3A8A">
                <a:alpha val="7843"/>
              </a:srgbClr>
            </a:outerShdw>
          </a:effectLst>
        </p:grpSpPr>
        <p:sp>
          <p:nvSpPr>
            <p:cNvPr id="53" name="任意多边形 52"/>
            <p:cNvSpPr/>
            <p:nvPr>
              <p:custDataLst>
                <p:tags r:id="rId68"/>
              </p:custDataLst>
            </p:nvPr>
          </p:nvSpPr>
          <p:spPr>
            <a:xfrm>
              <a:off x="13117" y="1830"/>
              <a:ext cx="5363" cy="8250"/>
            </a:xfrm>
            <a:custGeom>
              <a:avLst/>
              <a:gdLst>
                <a:gd name="sw" fmla="*/ 1 w 5362"/>
                <a:gd name="sh" fmla="*/ 1 h 8250"/>
                <a:gd name="mins" fmla="min sw sh"/>
                <a:gd name="dsw" fmla="+- 0 sw mins"/>
                <a:gd name="dsh" fmla="+- 0 sh mins"/>
                <a:gd name="p0x0" fmla="*/ 240 w 5362"/>
                <a:gd name="p0y0" fmla="*/ 0 h 8250"/>
                <a:gd name="p0x1" fmla="*/ 5122 w 5362"/>
                <a:gd name="p0y1" fmla="*/ 0 h 8250"/>
                <a:gd name="p0x2" fmla="*/ 5255 w 5362"/>
                <a:gd name="p0y2" fmla="*/ 0 h 8250"/>
                <a:gd name="p0x3" fmla="*/ 5362 w 5362"/>
                <a:gd name="p0y3" fmla="*/ 107 h 8250"/>
                <a:gd name="p0x4" fmla="*/ 5362 w 5362"/>
                <a:gd name="p0y4" fmla="*/ 240 h 8250"/>
                <a:gd name="p0x5" fmla="*/ 5362 w 5362"/>
                <a:gd name="p0y5" fmla="*/ 8010 h 8250"/>
                <a:gd name="p0x6" fmla="*/ 5362 w 5362"/>
                <a:gd name="p0y6" fmla="*/ 8142 h 8250"/>
                <a:gd name="p0x7" fmla="*/ 5255 w 5362"/>
                <a:gd name="p0y7" fmla="*/ 8250 h 8250"/>
                <a:gd name="p0x8" fmla="*/ 5122 w 5362"/>
                <a:gd name="p0y8" fmla="*/ 8250 h 8250"/>
                <a:gd name="p0x9" fmla="*/ 240 w 5362"/>
                <a:gd name="p0y9" fmla="*/ 8250 h 8250"/>
                <a:gd name="p0x10" fmla="*/ 107 w 5362"/>
                <a:gd name="p0y10" fmla="*/ 8250 h 8250"/>
                <a:gd name="p0x11" fmla="*/ 0 w 5362"/>
                <a:gd name="p0y11" fmla="*/ 8142 h 8250"/>
                <a:gd name="p0x12" fmla="*/ 0 w 5362"/>
                <a:gd name="p0y12" fmla="*/ 8010 h 8250"/>
                <a:gd name="p0x13" fmla="*/ 0 w 5362"/>
                <a:gd name="p0y13" fmla="*/ 240 h 8250"/>
                <a:gd name="p0x14" fmla="*/ 0 w 5362"/>
                <a:gd name="p0y14" fmla="*/ 107 h 8250"/>
                <a:gd name="p0x15" fmla="*/ 107 w 5362"/>
                <a:gd name="p0y15" fmla="*/ 0 h 8250"/>
                <a:gd name="p0x16" fmla="*/ 240 w 5362"/>
                <a:gd name="p0y16" fmla="*/ 0 h 825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4" name="任意多边形 53"/>
            <p:cNvSpPr/>
            <p:nvPr>
              <p:custDataLst>
                <p:tags r:id="rId69"/>
              </p:custDataLst>
            </p:nvPr>
          </p:nvSpPr>
          <p:spPr>
            <a:xfrm>
              <a:off x="13117" y="1830"/>
              <a:ext cx="5363" cy="240"/>
            </a:xfrm>
            <a:custGeom>
              <a:avLst/>
              <a:gdLst>
                <a:gd name="sw" fmla="*/ 1 w 5362"/>
                <a:gd name="sh" fmla="*/ 1 h 240"/>
                <a:gd name="mins" fmla="min sw sh"/>
                <a:gd name="dsw" fmla="+- 0 sw mins"/>
                <a:gd name="dsh" fmla="+- 0 sh mins"/>
                <a:gd name="p0x0" fmla="*/ 240 w 5362"/>
                <a:gd name="p0y0" fmla="*/ 0 h 240"/>
                <a:gd name="p0x1" fmla="*/ 5122 w 5362"/>
                <a:gd name="p0y1" fmla="*/ 0 h 240"/>
                <a:gd name="p0x2" fmla="*/ 5255 w 5362"/>
                <a:gd name="p0y2" fmla="*/ 0 h 240"/>
                <a:gd name="p0x3" fmla="*/ 5362 w 5362"/>
                <a:gd name="p0y3" fmla="*/ 107 h 240"/>
                <a:gd name="p0x4" fmla="*/ 5362 w 5362"/>
                <a:gd name="p0y4" fmla="*/ 240 h 240"/>
                <a:gd name="p0x5" fmla="*/ 5362 w 5362"/>
                <a:gd name="p0y5" fmla="*/ 148 h 240"/>
                <a:gd name="p0x6" fmla="*/ 5255 w 5362"/>
                <a:gd name="p0y6" fmla="*/ 75 h 240"/>
                <a:gd name="p0x7" fmla="*/ 5122 w 5362"/>
                <a:gd name="p0y7" fmla="*/ 75 h 240"/>
                <a:gd name="p0x8" fmla="*/ 240 w 5362"/>
                <a:gd name="p0y8" fmla="*/ 75 h 240"/>
                <a:gd name="p0x9" fmla="*/ 107 w 5362"/>
                <a:gd name="p0y9" fmla="*/ 75 h 240"/>
                <a:gd name="p0x10" fmla="*/ 0 w 5362"/>
                <a:gd name="p0y10" fmla="*/ 148 h 240"/>
                <a:gd name="p0x11" fmla="*/ 0 w 5362"/>
                <a:gd name="p0y11" fmla="*/ 240 h 240"/>
                <a:gd name="p0x12" fmla="*/ 0 w 5362"/>
                <a:gd name="p0y12" fmla="*/ 107 h 240"/>
                <a:gd name="p0x13" fmla="*/ 107 w 5362"/>
                <a:gd name="p0y13" fmla="*/ 0 h 240"/>
                <a:gd name="p0x14" fmla="*/ 240 w 5362"/>
                <a:gd name="p0y14" fmla="*/ 0 h 2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8557895" y="1438275"/>
            <a:ext cx="2947670" cy="438150"/>
            <a:chOff x="13477" y="2265"/>
            <a:chExt cx="4642" cy="690"/>
          </a:xfrm>
        </p:grpSpPr>
        <p:sp>
          <p:nvSpPr>
            <p:cNvPr id="56" name="任意多边形 55"/>
            <p:cNvSpPr/>
            <p:nvPr>
              <p:custDataLst>
                <p:tags r:id="rId70"/>
              </p:custDataLst>
            </p:nvPr>
          </p:nvSpPr>
          <p:spPr>
            <a:xfrm>
              <a:off x="13477" y="2265"/>
              <a:ext cx="4643" cy="690"/>
            </a:xfrm>
            <a:custGeom>
              <a:avLst/>
              <a:gdLst>
                <a:gd name="sw" fmla="*/ 1 w 4642"/>
                <a:gd name="sh" fmla="*/ 1 h 690"/>
                <a:gd name="mins" fmla="min sw sh"/>
                <a:gd name="dsw" fmla="+- 0 sw mins"/>
                <a:gd name="dsh" fmla="+- 0 sh mins"/>
                <a:gd name="p0x0" fmla="*/ 0 w 4642"/>
                <a:gd name="p0y0" fmla="*/ 0 h 690"/>
                <a:gd name="p0x1" fmla="*/ 4642 w 4642"/>
                <a:gd name="p0y1" fmla="*/ 0 h 690"/>
                <a:gd name="p0x2" fmla="*/ 4642 w 4642"/>
                <a:gd name="p0y2" fmla="*/ 690 h 690"/>
                <a:gd name="p0x3" fmla="*/ 0 w 4642"/>
                <a:gd name="p0y3" fmla="*/ 690 h 690"/>
                <a:gd name="p0x4" fmla="*/ 0 w 4642"/>
                <a:gd name="p0y4" fmla="*/ 0 h 6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7" name="任意多边形 56"/>
            <p:cNvSpPr/>
            <p:nvPr>
              <p:custDataLst>
                <p:tags r:id="rId71"/>
              </p:custDataLst>
            </p:nvPr>
          </p:nvSpPr>
          <p:spPr>
            <a:xfrm>
              <a:off x="13477" y="2925"/>
              <a:ext cx="4643" cy="30"/>
            </a:xfrm>
            <a:custGeom>
              <a:avLst/>
              <a:gdLst>
                <a:gd name="sw" fmla="*/ 1 w 4642"/>
                <a:gd name="sh" fmla="*/ 1 h 30"/>
                <a:gd name="mins" fmla="min sw sh"/>
                <a:gd name="dsw" fmla="+- 0 sw mins"/>
                <a:gd name="dsh" fmla="+- 0 sh mins"/>
                <a:gd name="p0x0" fmla="*/ 4642 w 4642"/>
                <a:gd name="p0y0" fmla="*/ 30 h 30"/>
                <a:gd name="p0x1" fmla="*/ 0 w 4642"/>
                <a:gd name="p0y1" fmla="*/ 30 h 30"/>
                <a:gd name="p0x2" fmla="*/ 0 w 4642"/>
                <a:gd name="p0y2" fmla="*/ 0 h 30"/>
                <a:gd name="p0x3" fmla="*/ 4642 w 4642"/>
                <a:gd name="p0y3" fmla="*/ 0 h 30"/>
                <a:gd name="p0x4" fmla="*/ 4642 w 4642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59" name="图片 58"/>
          <p:cNvPicPr>
            <a:picLocks noChangeAspect="1"/>
          </p:cNvPicPr>
          <p:nvPr>
            <p:custDataLst>
              <p:tags r:id="rId72"/>
            </p:custDataLst>
          </p:nvPr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8557895" y="1480820"/>
            <a:ext cx="209550" cy="214630"/>
          </a:xfrm>
          <a:prstGeom prst="rect">
            <a:avLst/>
          </a:prstGeom>
        </p:spPr>
      </p:pic>
      <p:sp>
        <p:nvSpPr>
          <p:cNvPr id="60" name="文本框 59"/>
          <p:cNvSpPr txBox="1"/>
          <p:nvPr>
            <p:custDataLst>
              <p:tags r:id="rId75"/>
            </p:custDataLst>
          </p:nvPr>
        </p:nvSpPr>
        <p:spPr>
          <a:xfrm>
            <a:off x="8882063" y="1438275"/>
            <a:ext cx="1276350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650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CoT </a:t>
            </a:r>
            <a:r>
              <a:rPr lang="zh-CN" sz="1650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思维链</a:t>
            </a:r>
            <a:endParaRPr lang="zh-CN" sz="1650" b="1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任意多边形 60"/>
          <p:cNvSpPr/>
          <p:nvPr>
            <p:custDataLst>
              <p:tags r:id="rId76"/>
            </p:custDataLst>
          </p:nvPr>
        </p:nvSpPr>
        <p:spPr>
          <a:xfrm>
            <a:off x="8567420" y="2076450"/>
            <a:ext cx="2929255" cy="1109345"/>
          </a:xfrm>
          <a:custGeom>
            <a:avLst/>
            <a:gdLst>
              <a:gd name="sw" fmla="*/ 1 w 4612"/>
              <a:gd name="sh" fmla="*/ 1 h 1747"/>
              <a:gd name="mins" fmla="min sw sh"/>
              <a:gd name="dsw" fmla="+- 0 sw mins"/>
              <a:gd name="dsh" fmla="+- 0 sh mins"/>
              <a:gd name="p0x0" fmla="*/ 180 w 4612"/>
              <a:gd name="p0y0" fmla="*/ 0 h 1747"/>
              <a:gd name="p0x1" fmla="*/ 4432 w 4612"/>
              <a:gd name="p0y1" fmla="*/ 0 h 1747"/>
              <a:gd name="p0x2" fmla="*/ 4531 w 4612"/>
              <a:gd name="p0y2" fmla="*/ 0 h 1747"/>
              <a:gd name="p0x3" fmla="*/ 4612 w 4612"/>
              <a:gd name="p0y3" fmla="*/ 80 h 1747"/>
              <a:gd name="p0x4" fmla="*/ 4612 w 4612"/>
              <a:gd name="p0y4" fmla="*/ 180 h 1747"/>
              <a:gd name="p0x5" fmla="*/ 4612 w 4612"/>
              <a:gd name="p0y5" fmla="*/ 1567 h 1747"/>
              <a:gd name="p0x6" fmla="*/ 4612 w 4612"/>
              <a:gd name="p0y6" fmla="*/ 1666 h 1747"/>
              <a:gd name="p0x7" fmla="*/ 4531 w 4612"/>
              <a:gd name="p0y7" fmla="*/ 1747 h 1747"/>
              <a:gd name="p0x8" fmla="*/ 4432 w 4612"/>
              <a:gd name="p0y8" fmla="*/ 1747 h 1747"/>
              <a:gd name="p0x9" fmla="*/ 180 w 4612"/>
              <a:gd name="p0y9" fmla="*/ 1747 h 1747"/>
              <a:gd name="p0x10" fmla="*/ 80 w 4612"/>
              <a:gd name="p0y10" fmla="*/ 1747 h 1747"/>
              <a:gd name="p0x11" fmla="*/ 0 w 4612"/>
              <a:gd name="p0y11" fmla="*/ 1666 h 1747"/>
              <a:gd name="p0x12" fmla="*/ 0 w 4612"/>
              <a:gd name="p0y12" fmla="*/ 1567 h 1747"/>
              <a:gd name="p0x13" fmla="*/ 0 w 4612"/>
              <a:gd name="p0y13" fmla="*/ 180 h 1747"/>
              <a:gd name="p0x14" fmla="*/ 0 w 4612"/>
              <a:gd name="p0y14" fmla="*/ 80 h 1747"/>
              <a:gd name="p0x15" fmla="*/ 80 w 4612"/>
              <a:gd name="p0y15" fmla="*/ 0 h 1747"/>
              <a:gd name="p0x16" fmla="*/ 180 w 4612"/>
              <a:gd name="p0y16" fmla="*/ 0 h 174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19050" cmpd="sng">
            <a:solidFill>
              <a:srgbClr val="06B6D4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>
            <p:custDataLst>
              <p:tags r:id="rId77"/>
            </p:custDataLst>
          </p:nvPr>
        </p:nvSpPr>
        <p:spPr>
          <a:xfrm>
            <a:off x="9317831" y="2257425"/>
            <a:ext cx="1428750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12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复杂问题准确率提升</a:t>
            </a:r>
            <a:endParaRPr sz="112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文本框 62"/>
          <p:cNvSpPr txBox="1"/>
          <p:nvPr>
            <p:custDataLst>
              <p:tags r:id="rId78"/>
            </p:custDataLst>
          </p:nvPr>
        </p:nvSpPr>
        <p:spPr>
          <a:xfrm>
            <a:off x="9396413" y="2505075"/>
            <a:ext cx="1271588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2700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+40%</a:t>
            </a:r>
            <a:endParaRPr sz="2700" b="1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7" name="组合 96"/>
          <p:cNvGrpSpPr/>
          <p:nvPr/>
        </p:nvGrpSpPr>
        <p:grpSpPr>
          <a:xfrm>
            <a:off x="8557895" y="3347720"/>
            <a:ext cx="2948305" cy="864870"/>
            <a:chOff x="13477" y="5272"/>
            <a:chExt cx="4643" cy="1362"/>
          </a:xfrm>
        </p:grpSpPr>
        <p:sp>
          <p:nvSpPr>
            <p:cNvPr id="64" name="任意多边形 63"/>
            <p:cNvSpPr/>
            <p:nvPr>
              <p:custDataLst>
                <p:tags r:id="rId79"/>
              </p:custDataLst>
            </p:nvPr>
          </p:nvSpPr>
          <p:spPr>
            <a:xfrm>
              <a:off x="13477" y="5272"/>
              <a:ext cx="4643" cy="1362"/>
            </a:xfrm>
            <a:custGeom>
              <a:avLst/>
              <a:gdLst>
                <a:gd name="sw" fmla="*/ 1 w 4642"/>
                <a:gd name="sh" fmla="*/ 1 h 1362"/>
                <a:gd name="mins" fmla="min sw sh"/>
                <a:gd name="dsw" fmla="+- 0 sw mins"/>
                <a:gd name="dsh" fmla="+- 0 sh mins"/>
                <a:gd name="p0x0" fmla="*/ 120 w 4642"/>
                <a:gd name="p0y0" fmla="*/ 0 h 1362"/>
                <a:gd name="p0x1" fmla="*/ 4522 w 4642"/>
                <a:gd name="p0y1" fmla="*/ 0 h 1362"/>
                <a:gd name="p0x2" fmla="*/ 4588 w 4642"/>
                <a:gd name="p0y2" fmla="*/ 0 h 1362"/>
                <a:gd name="p0x3" fmla="*/ 4642 w 4642"/>
                <a:gd name="p0y3" fmla="*/ 53 h 1362"/>
                <a:gd name="p0x4" fmla="*/ 4642 w 4642"/>
                <a:gd name="p0y4" fmla="*/ 120 h 1362"/>
                <a:gd name="p0x5" fmla="*/ 4642 w 4642"/>
                <a:gd name="p0y5" fmla="*/ 1242 h 1362"/>
                <a:gd name="p0x6" fmla="*/ 4642 w 4642"/>
                <a:gd name="p0y6" fmla="*/ 1308 h 1362"/>
                <a:gd name="p0x7" fmla="*/ 4588 w 4642"/>
                <a:gd name="p0y7" fmla="*/ 1362 h 1362"/>
                <a:gd name="p0x8" fmla="*/ 4522 w 4642"/>
                <a:gd name="p0y8" fmla="*/ 1362 h 1362"/>
                <a:gd name="p0x9" fmla="*/ 120 w 4642"/>
                <a:gd name="p0y9" fmla="*/ 1362 h 1362"/>
                <a:gd name="p0x10" fmla="*/ 53 w 4642"/>
                <a:gd name="p0y10" fmla="*/ 1362 h 1362"/>
                <a:gd name="p0x11" fmla="*/ 0 w 4642"/>
                <a:gd name="p0y11" fmla="*/ 1308 h 1362"/>
                <a:gd name="p0x12" fmla="*/ 0 w 4642"/>
                <a:gd name="p0y12" fmla="*/ 1242 h 1362"/>
                <a:gd name="p0x13" fmla="*/ 0 w 4642"/>
                <a:gd name="p0y13" fmla="*/ 120 h 1362"/>
                <a:gd name="p0x14" fmla="*/ 0 w 4642"/>
                <a:gd name="p0y14" fmla="*/ 53 h 1362"/>
                <a:gd name="p0x15" fmla="*/ 53 w 4642"/>
                <a:gd name="p0y15" fmla="*/ 0 h 1362"/>
                <a:gd name="p0x16" fmla="*/ 120 w 4642"/>
                <a:gd name="p0y16" fmla="*/ 0 h 136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7F9F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5" name="任意多边形 64"/>
            <p:cNvSpPr/>
            <p:nvPr>
              <p:custDataLst>
                <p:tags r:id="rId80"/>
              </p:custDataLst>
            </p:nvPr>
          </p:nvSpPr>
          <p:spPr>
            <a:xfrm>
              <a:off x="13570" y="5272"/>
              <a:ext cx="4514" cy="46"/>
            </a:xfrm>
            <a:custGeom>
              <a:avLst/>
              <a:gdLst>
                <a:gd name="sw" fmla="*/ 1 w 4514"/>
                <a:gd name="sh" fmla="*/ 1 h 45"/>
                <a:gd name="mins" fmla="min sw sh"/>
                <a:gd name="dsw" fmla="+- 0 sw mins"/>
                <a:gd name="dsh" fmla="+- 0 sh mins"/>
                <a:gd name="p0x0" fmla="*/ 26 w 4514"/>
                <a:gd name="p0y0" fmla="*/ 0 h 45"/>
                <a:gd name="p0x1" fmla="*/ 4429 w 4514"/>
                <a:gd name="p0y1" fmla="*/ 0 h 45"/>
                <a:gd name="p0x2" fmla="*/ 4462 w 4514"/>
                <a:gd name="p0y2" fmla="*/ 0 h 45"/>
                <a:gd name="p0x3" fmla="*/ 4492 w 4514"/>
                <a:gd name="p0y3" fmla="*/ 13 h 45"/>
                <a:gd name="p0x4" fmla="*/ 4514 w 4514"/>
                <a:gd name="p0y4" fmla="*/ 35 h 45"/>
                <a:gd name="p0x5" fmla="*/ 4503 w 4514"/>
                <a:gd name="p0y5" fmla="*/ 45 h 45"/>
                <a:gd name="p0x6" fmla="*/ 4484 w 4514"/>
                <a:gd name="p0y6" fmla="*/ 26 h 45"/>
                <a:gd name="p0x7" fmla="*/ 4458 w 4514"/>
                <a:gd name="p0y7" fmla="*/ 15 h 45"/>
                <a:gd name="p0x8" fmla="*/ 4429 w 4514"/>
                <a:gd name="p0y8" fmla="*/ 15 h 45"/>
                <a:gd name="p0x9" fmla="*/ 26 w 4514"/>
                <a:gd name="p0y9" fmla="*/ 15 h 45"/>
                <a:gd name="p0x10" fmla="*/ 24 w 4514"/>
                <a:gd name="p0y10" fmla="*/ 15 h 45"/>
                <a:gd name="p0x11" fmla="*/ 22 w 4514"/>
                <a:gd name="p0y11" fmla="*/ 15 h 45"/>
                <a:gd name="p0x12" fmla="*/ 20 w 4514"/>
                <a:gd name="p0y12" fmla="*/ 17 h 45"/>
                <a:gd name="p0x13" fmla="*/ 0 w 4514"/>
                <a:gd name="p0y13" fmla="*/ 3 h 45"/>
                <a:gd name="p0x14" fmla="*/ 0 w 4514"/>
                <a:gd name="p0y14" fmla="*/ 2 h 45"/>
                <a:gd name="p0x15" fmla="*/ 8 w 4514"/>
                <a:gd name="p0y15" fmla="*/ 1 h 45"/>
                <a:gd name="p0x16" fmla="*/ 17 w 4514"/>
                <a:gd name="p0y16" fmla="*/ 0 h 45"/>
                <a:gd name="p0x17" fmla="*/ 26 w 4514"/>
                <a:gd name="p0y17" fmla="*/ 0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6" name="任意多边形 65"/>
            <p:cNvSpPr/>
            <p:nvPr>
              <p:custDataLst>
                <p:tags r:id="rId81"/>
              </p:custDataLst>
            </p:nvPr>
          </p:nvSpPr>
          <p:spPr>
            <a:xfrm>
              <a:off x="18074" y="5307"/>
              <a:ext cx="46" cy="1292"/>
            </a:xfrm>
            <a:custGeom>
              <a:avLst/>
              <a:gdLst>
                <a:gd name="sw" fmla="*/ 1 w 45"/>
                <a:gd name="sh" fmla="*/ 1 h 1292"/>
                <a:gd name="mins" fmla="min sw sh"/>
                <a:gd name="dsw" fmla="+- 0 sw mins"/>
                <a:gd name="dsh" fmla="+- 0 sh mins"/>
                <a:gd name="p0x0" fmla="*/ 45 w 45"/>
                <a:gd name="p0y0" fmla="*/ 84 h 1292"/>
                <a:gd name="p0x1" fmla="*/ 45 w 45"/>
                <a:gd name="p0y1" fmla="*/ 1207 h 1292"/>
                <a:gd name="p0x2" fmla="*/ 45 w 45"/>
                <a:gd name="p0y2" fmla="*/ 1240 h 1292"/>
                <a:gd name="p0x3" fmla="*/ 32 w 45"/>
                <a:gd name="p0y3" fmla="*/ 1270 h 1292"/>
                <a:gd name="p0x4" fmla="*/ 10 w 45"/>
                <a:gd name="p0y4" fmla="*/ 1292 h 1292"/>
                <a:gd name="p0x5" fmla="*/ 0 w 45"/>
                <a:gd name="p0y5" fmla="*/ 1281 h 1292"/>
                <a:gd name="p0x6" fmla="*/ 19 w 45"/>
                <a:gd name="p0y6" fmla="*/ 1262 h 1292"/>
                <a:gd name="p0x7" fmla="*/ 30 w 45"/>
                <a:gd name="p0y7" fmla="*/ 1236 h 1292"/>
                <a:gd name="p0x8" fmla="*/ 30 w 45"/>
                <a:gd name="p0y8" fmla="*/ 1207 h 1292"/>
                <a:gd name="p0x9" fmla="*/ 30 w 45"/>
                <a:gd name="p0y9" fmla="*/ 84 h 1292"/>
                <a:gd name="p0x10" fmla="*/ 30 w 45"/>
                <a:gd name="p0y10" fmla="*/ 55 h 1292"/>
                <a:gd name="p0x11" fmla="*/ 19 w 45"/>
                <a:gd name="p0y11" fmla="*/ 29 h 1292"/>
                <a:gd name="p0x12" fmla="*/ 0 w 45"/>
                <a:gd name="p0y12" fmla="*/ 10 h 1292"/>
                <a:gd name="p0x13" fmla="*/ 10 w 45"/>
                <a:gd name="p0y13" fmla="*/ 0 h 1292"/>
                <a:gd name="p0x14" fmla="*/ 32 w 45"/>
                <a:gd name="p0y14" fmla="*/ 21 h 1292"/>
                <a:gd name="p0x15" fmla="*/ 45 w 45"/>
                <a:gd name="p0y15" fmla="*/ 51 h 1292"/>
                <a:gd name="p0x16" fmla="*/ 45 w 45"/>
                <a:gd name="p0y16" fmla="*/ 84 h 129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7" name="任意多边形 66"/>
            <p:cNvSpPr/>
            <p:nvPr>
              <p:custDataLst>
                <p:tags r:id="rId82"/>
              </p:custDataLst>
            </p:nvPr>
          </p:nvSpPr>
          <p:spPr>
            <a:xfrm>
              <a:off x="13570" y="6589"/>
              <a:ext cx="4514" cy="45"/>
            </a:xfrm>
            <a:custGeom>
              <a:avLst/>
              <a:gdLst>
                <a:gd name="sw" fmla="*/ 1 w 4514"/>
                <a:gd name="sh" fmla="*/ 1 h 45"/>
                <a:gd name="mins" fmla="min sw sh"/>
                <a:gd name="dsw" fmla="+- 0 sw mins"/>
                <a:gd name="dsh" fmla="+- 0 sh mins"/>
                <a:gd name="p0x0" fmla="*/ 4429 w 4514"/>
                <a:gd name="p0y0" fmla="*/ 45 h 45"/>
                <a:gd name="p0x1" fmla="*/ 26 w 4514"/>
                <a:gd name="p0y1" fmla="*/ 45 h 45"/>
                <a:gd name="p0x2" fmla="*/ 17 w 4514"/>
                <a:gd name="p0y2" fmla="*/ 45 h 45"/>
                <a:gd name="p0x3" fmla="*/ 8 w 4514"/>
                <a:gd name="p0y3" fmla="*/ 44 h 45"/>
                <a:gd name="p0x4" fmla="*/ 0 w 4514"/>
                <a:gd name="p0y4" fmla="*/ 42 h 45"/>
                <a:gd name="p0x5" fmla="*/ 20 w 4514"/>
                <a:gd name="p0y5" fmla="*/ 28 h 45"/>
                <a:gd name="p0x6" fmla="*/ 20 w 4514"/>
                <a:gd name="p0y6" fmla="*/ 28 h 45"/>
                <a:gd name="p0x7" fmla="*/ 22 w 4514"/>
                <a:gd name="p0y7" fmla="*/ 29 h 45"/>
                <a:gd name="p0x8" fmla="*/ 24 w 4514"/>
                <a:gd name="p0y8" fmla="*/ 30 h 45"/>
                <a:gd name="p0x9" fmla="*/ 26 w 4514"/>
                <a:gd name="p0y9" fmla="*/ 30 h 45"/>
                <a:gd name="p0x10" fmla="*/ 4429 w 4514"/>
                <a:gd name="p0y10" fmla="*/ 30 h 45"/>
                <a:gd name="p0x11" fmla="*/ 4458 w 4514"/>
                <a:gd name="p0y11" fmla="*/ 30 h 45"/>
                <a:gd name="p0x12" fmla="*/ 4484 w 4514"/>
                <a:gd name="p0y12" fmla="*/ 19 h 45"/>
                <a:gd name="p0x13" fmla="*/ 4503 w 4514"/>
                <a:gd name="p0y13" fmla="*/ 0 h 45"/>
                <a:gd name="p0x14" fmla="*/ 4514 w 4514"/>
                <a:gd name="p0y14" fmla="*/ 10 h 45"/>
                <a:gd name="p0x15" fmla="*/ 4492 w 4514"/>
                <a:gd name="p0y15" fmla="*/ 32 h 45"/>
                <a:gd name="p0x16" fmla="*/ 4462 w 4514"/>
                <a:gd name="p0y16" fmla="*/ 45 h 45"/>
                <a:gd name="p0x17" fmla="*/ 4429 w 4514"/>
                <a:gd name="p0y17" fmla="*/ 45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8" name="任意多边形 67"/>
            <p:cNvSpPr/>
            <p:nvPr>
              <p:custDataLst>
                <p:tags r:id="rId83"/>
              </p:custDataLst>
            </p:nvPr>
          </p:nvSpPr>
          <p:spPr>
            <a:xfrm>
              <a:off x="13477" y="5275"/>
              <a:ext cx="113" cy="1356"/>
            </a:xfrm>
            <a:custGeom>
              <a:avLst/>
              <a:gdLst>
                <a:gd name="sw" fmla="*/ 1 w 113"/>
                <a:gd name="sh" fmla="*/ 1 h 1356"/>
                <a:gd name="mins" fmla="min sw sh"/>
                <a:gd name="dsw" fmla="+- 0 sw mins"/>
                <a:gd name="dsh" fmla="+- 0 sh mins"/>
                <a:gd name="p0x0" fmla="*/ 0 w 113"/>
                <a:gd name="p0y0" fmla="*/ 1239 h 1356"/>
                <a:gd name="p0x1" fmla="*/ 0 w 113"/>
                <a:gd name="p0y1" fmla="*/ 117 h 1356"/>
                <a:gd name="p0x2" fmla="*/ 0 w 113"/>
                <a:gd name="p0y2" fmla="*/ 59 h 1356"/>
                <a:gd name="p0x3" fmla="*/ 39 w 113"/>
                <a:gd name="p0y3" fmla="*/ 12 h 1356"/>
                <a:gd name="p0x4" fmla="*/ 93 w 113"/>
                <a:gd name="p0y4" fmla="*/ 0 h 1356"/>
                <a:gd name="p0x5" fmla="*/ 113 w 113"/>
                <a:gd name="p0y5" fmla="*/ 14 h 1356"/>
                <a:gd name="p0x6" fmla="*/ 113 w 113"/>
                <a:gd name="p0y6" fmla="*/ 14 h 1356"/>
                <a:gd name="p0x7" fmla="*/ 99 w 113"/>
                <a:gd name="p0y7" fmla="*/ 25 h 1356"/>
                <a:gd name="p0x8" fmla="*/ 90 w 113"/>
                <a:gd name="p0y8" fmla="*/ 67 h 1356"/>
                <a:gd name="p0x9" fmla="*/ 90 w 113"/>
                <a:gd name="p0y9" fmla="*/ 117 h 1356"/>
                <a:gd name="p0x10" fmla="*/ 90 w 113"/>
                <a:gd name="p0y10" fmla="*/ 1239 h 1356"/>
                <a:gd name="p0x11" fmla="*/ 90 w 113"/>
                <a:gd name="p0y11" fmla="*/ 1289 h 1356"/>
                <a:gd name="p0x12" fmla="*/ 99 w 113"/>
                <a:gd name="p0y12" fmla="*/ 1331 h 1356"/>
                <a:gd name="p0x13" fmla="*/ 113 w 113"/>
                <a:gd name="p0y13" fmla="*/ 1341 h 1356"/>
                <a:gd name="p0x14" fmla="*/ 93 w 113"/>
                <a:gd name="p0y14" fmla="*/ 1356 h 1356"/>
                <a:gd name="p0x15" fmla="*/ 93 w 113"/>
                <a:gd name="p0y15" fmla="*/ 1356 h 1356"/>
                <a:gd name="p0x16" fmla="*/ 39 w 113"/>
                <a:gd name="p0y16" fmla="*/ 1344 h 1356"/>
                <a:gd name="p0x17" fmla="*/ 0 w 113"/>
                <a:gd name="p0y17" fmla="*/ 1296 h 1356"/>
                <a:gd name="p0x18" fmla="*/ 0 w 113"/>
                <a:gd name="p0y18" fmla="*/ 1239 h 135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70" name="图片 69"/>
          <p:cNvPicPr>
            <a:picLocks noChangeAspect="1"/>
          </p:cNvPicPr>
          <p:nvPr>
            <p:custDataLst>
              <p:tags r:id="rId84"/>
            </p:custDataLst>
          </p:nvPr>
        </p:nvPicPr>
        <p:blipFill>
          <a:blip r:embed="rId85">
            <a:extLst>
              <a:ext uri="{96DAC541-7B7A-43D3-8B79-37D633B846F1}">
                <asvg:svgBlip xmlns:asvg="http://schemas.microsoft.com/office/drawing/2016/SVG/main" r:embed="rId86"/>
              </a:ext>
            </a:extLst>
          </a:blip>
          <a:srcRect l="-2381" t="-12407" r="-2381" b="-12407"/>
          <a:stretch>
            <a:fillRect/>
          </a:stretch>
        </p:blipFill>
        <p:spPr>
          <a:xfrm>
            <a:off x="8767445" y="3670935"/>
            <a:ext cx="209550" cy="213995"/>
          </a:xfrm>
          <a:prstGeom prst="rect">
            <a:avLst/>
          </a:prstGeom>
        </p:spPr>
      </p:pic>
      <p:sp>
        <p:nvSpPr>
          <p:cNvPr id="71" name="文本框 70"/>
          <p:cNvSpPr txBox="1"/>
          <p:nvPr>
            <p:custDataLst>
              <p:tags r:id="rId87"/>
            </p:custDataLst>
          </p:nvPr>
        </p:nvSpPr>
        <p:spPr>
          <a:xfrm>
            <a:off x="9091613" y="3582962"/>
            <a:ext cx="137160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逻辑拆解</a:t>
            </a:r>
            <a:endParaRPr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/>
          <p:cNvSpPr txBox="1"/>
          <p:nvPr>
            <p:custDataLst>
              <p:tags r:id="rId88"/>
            </p:custDataLst>
          </p:nvPr>
        </p:nvSpPr>
        <p:spPr>
          <a:xfrm>
            <a:off x="9091613" y="3759174"/>
            <a:ext cx="1524000" cy="2190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多步骤推理过程展示</a:t>
            </a:r>
            <a:endParaRPr sz="12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8" name="组合 97"/>
          <p:cNvGrpSpPr/>
          <p:nvPr/>
        </p:nvGrpSpPr>
        <p:grpSpPr>
          <a:xfrm>
            <a:off x="8557895" y="4326890"/>
            <a:ext cx="2948305" cy="865505"/>
            <a:chOff x="13477" y="6814"/>
            <a:chExt cx="4643" cy="1363"/>
          </a:xfrm>
        </p:grpSpPr>
        <p:sp>
          <p:nvSpPr>
            <p:cNvPr id="73" name="任意多边形 72"/>
            <p:cNvSpPr/>
            <p:nvPr>
              <p:custDataLst>
                <p:tags r:id="rId89"/>
              </p:custDataLst>
            </p:nvPr>
          </p:nvSpPr>
          <p:spPr>
            <a:xfrm>
              <a:off x="13477" y="6814"/>
              <a:ext cx="4643" cy="1363"/>
            </a:xfrm>
            <a:custGeom>
              <a:avLst/>
              <a:gdLst>
                <a:gd name="sw" fmla="*/ 1 w 4642"/>
                <a:gd name="sh" fmla="*/ 1 h 1362"/>
                <a:gd name="mins" fmla="min sw sh"/>
                <a:gd name="dsw" fmla="+- 0 sw mins"/>
                <a:gd name="dsh" fmla="+- 0 sh mins"/>
                <a:gd name="p0x0" fmla="*/ 120 w 4642"/>
                <a:gd name="p0y0" fmla="*/ 0 h 1362"/>
                <a:gd name="p0x1" fmla="*/ 4522 w 4642"/>
                <a:gd name="p0y1" fmla="*/ 0 h 1362"/>
                <a:gd name="p0x2" fmla="*/ 4588 w 4642"/>
                <a:gd name="p0y2" fmla="*/ 0 h 1362"/>
                <a:gd name="p0x3" fmla="*/ 4642 w 4642"/>
                <a:gd name="p0y3" fmla="*/ 53 h 1362"/>
                <a:gd name="p0x4" fmla="*/ 4642 w 4642"/>
                <a:gd name="p0y4" fmla="*/ 120 h 1362"/>
                <a:gd name="p0x5" fmla="*/ 4642 w 4642"/>
                <a:gd name="p0y5" fmla="*/ 1242 h 1362"/>
                <a:gd name="p0x6" fmla="*/ 4642 w 4642"/>
                <a:gd name="p0y6" fmla="*/ 1308 h 1362"/>
                <a:gd name="p0x7" fmla="*/ 4588 w 4642"/>
                <a:gd name="p0y7" fmla="*/ 1362 h 1362"/>
                <a:gd name="p0x8" fmla="*/ 4522 w 4642"/>
                <a:gd name="p0y8" fmla="*/ 1362 h 1362"/>
                <a:gd name="p0x9" fmla="*/ 120 w 4642"/>
                <a:gd name="p0y9" fmla="*/ 1362 h 1362"/>
                <a:gd name="p0x10" fmla="*/ 53 w 4642"/>
                <a:gd name="p0y10" fmla="*/ 1362 h 1362"/>
                <a:gd name="p0x11" fmla="*/ 0 w 4642"/>
                <a:gd name="p0y11" fmla="*/ 1308 h 1362"/>
                <a:gd name="p0x12" fmla="*/ 0 w 4642"/>
                <a:gd name="p0y12" fmla="*/ 1242 h 1362"/>
                <a:gd name="p0x13" fmla="*/ 0 w 4642"/>
                <a:gd name="p0y13" fmla="*/ 120 h 1362"/>
                <a:gd name="p0x14" fmla="*/ 0 w 4642"/>
                <a:gd name="p0y14" fmla="*/ 53 h 1362"/>
                <a:gd name="p0x15" fmla="*/ 53 w 4642"/>
                <a:gd name="p0y15" fmla="*/ 0 h 1362"/>
                <a:gd name="p0x16" fmla="*/ 120 w 4642"/>
                <a:gd name="p0y16" fmla="*/ 0 h 136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7F9F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4" name="任意多边形 73"/>
            <p:cNvSpPr/>
            <p:nvPr>
              <p:custDataLst>
                <p:tags r:id="rId90"/>
              </p:custDataLst>
            </p:nvPr>
          </p:nvSpPr>
          <p:spPr>
            <a:xfrm>
              <a:off x="13570" y="6814"/>
              <a:ext cx="4514" cy="46"/>
            </a:xfrm>
            <a:custGeom>
              <a:avLst/>
              <a:gdLst>
                <a:gd name="sw" fmla="*/ 1 w 4514"/>
                <a:gd name="sh" fmla="*/ 1 h 45"/>
                <a:gd name="mins" fmla="min sw sh"/>
                <a:gd name="dsw" fmla="+- 0 sw mins"/>
                <a:gd name="dsh" fmla="+- 0 sh mins"/>
                <a:gd name="p0x0" fmla="*/ 26 w 4514"/>
                <a:gd name="p0y0" fmla="*/ 0 h 45"/>
                <a:gd name="p0x1" fmla="*/ 4429 w 4514"/>
                <a:gd name="p0y1" fmla="*/ 0 h 45"/>
                <a:gd name="p0x2" fmla="*/ 4462 w 4514"/>
                <a:gd name="p0y2" fmla="*/ 0 h 45"/>
                <a:gd name="p0x3" fmla="*/ 4492 w 4514"/>
                <a:gd name="p0y3" fmla="*/ 13 h 45"/>
                <a:gd name="p0x4" fmla="*/ 4514 w 4514"/>
                <a:gd name="p0y4" fmla="*/ 35 h 45"/>
                <a:gd name="p0x5" fmla="*/ 4503 w 4514"/>
                <a:gd name="p0y5" fmla="*/ 45 h 45"/>
                <a:gd name="p0x6" fmla="*/ 4484 w 4514"/>
                <a:gd name="p0y6" fmla="*/ 26 h 45"/>
                <a:gd name="p0x7" fmla="*/ 4458 w 4514"/>
                <a:gd name="p0y7" fmla="*/ 15 h 45"/>
                <a:gd name="p0x8" fmla="*/ 4429 w 4514"/>
                <a:gd name="p0y8" fmla="*/ 15 h 45"/>
                <a:gd name="p0x9" fmla="*/ 26 w 4514"/>
                <a:gd name="p0y9" fmla="*/ 15 h 45"/>
                <a:gd name="p0x10" fmla="*/ 24 w 4514"/>
                <a:gd name="p0y10" fmla="*/ 15 h 45"/>
                <a:gd name="p0x11" fmla="*/ 22 w 4514"/>
                <a:gd name="p0y11" fmla="*/ 15 h 45"/>
                <a:gd name="p0x12" fmla="*/ 20 w 4514"/>
                <a:gd name="p0y12" fmla="*/ 17 h 45"/>
                <a:gd name="p0x13" fmla="*/ 0 w 4514"/>
                <a:gd name="p0y13" fmla="*/ 3 h 45"/>
                <a:gd name="p0x14" fmla="*/ 0 w 4514"/>
                <a:gd name="p0y14" fmla="*/ 2 h 45"/>
                <a:gd name="p0x15" fmla="*/ 8 w 4514"/>
                <a:gd name="p0y15" fmla="*/ 1 h 45"/>
                <a:gd name="p0x16" fmla="*/ 17 w 4514"/>
                <a:gd name="p0y16" fmla="*/ 0 h 45"/>
                <a:gd name="p0x17" fmla="*/ 26 w 4514"/>
                <a:gd name="p0y17" fmla="*/ 0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5" name="任意多边形 74"/>
            <p:cNvSpPr/>
            <p:nvPr>
              <p:custDataLst>
                <p:tags r:id="rId91"/>
              </p:custDataLst>
            </p:nvPr>
          </p:nvSpPr>
          <p:spPr>
            <a:xfrm>
              <a:off x="18074" y="6850"/>
              <a:ext cx="46" cy="1292"/>
            </a:xfrm>
            <a:custGeom>
              <a:avLst/>
              <a:gdLst>
                <a:gd name="sw" fmla="*/ 1 w 45"/>
                <a:gd name="sh" fmla="*/ 1 h 1292"/>
                <a:gd name="mins" fmla="min sw sh"/>
                <a:gd name="dsw" fmla="+- 0 sw mins"/>
                <a:gd name="dsh" fmla="+- 0 sh mins"/>
                <a:gd name="p0x0" fmla="*/ 45 w 45"/>
                <a:gd name="p0y0" fmla="*/ 84 h 1292"/>
                <a:gd name="p0x1" fmla="*/ 45 w 45"/>
                <a:gd name="p0y1" fmla="*/ 1207 h 1292"/>
                <a:gd name="p0x2" fmla="*/ 45 w 45"/>
                <a:gd name="p0y2" fmla="*/ 1240 h 1292"/>
                <a:gd name="p0x3" fmla="*/ 32 w 45"/>
                <a:gd name="p0y3" fmla="*/ 1270 h 1292"/>
                <a:gd name="p0x4" fmla="*/ 10 w 45"/>
                <a:gd name="p0y4" fmla="*/ 1292 h 1292"/>
                <a:gd name="p0x5" fmla="*/ 0 w 45"/>
                <a:gd name="p0y5" fmla="*/ 1281 h 1292"/>
                <a:gd name="p0x6" fmla="*/ 19 w 45"/>
                <a:gd name="p0y6" fmla="*/ 1262 h 1292"/>
                <a:gd name="p0x7" fmla="*/ 30 w 45"/>
                <a:gd name="p0y7" fmla="*/ 1236 h 1292"/>
                <a:gd name="p0x8" fmla="*/ 30 w 45"/>
                <a:gd name="p0y8" fmla="*/ 1207 h 1292"/>
                <a:gd name="p0x9" fmla="*/ 30 w 45"/>
                <a:gd name="p0y9" fmla="*/ 84 h 1292"/>
                <a:gd name="p0x10" fmla="*/ 30 w 45"/>
                <a:gd name="p0y10" fmla="*/ 55 h 1292"/>
                <a:gd name="p0x11" fmla="*/ 19 w 45"/>
                <a:gd name="p0y11" fmla="*/ 29 h 1292"/>
                <a:gd name="p0x12" fmla="*/ 0 w 45"/>
                <a:gd name="p0y12" fmla="*/ 10 h 1292"/>
                <a:gd name="p0x13" fmla="*/ 10 w 45"/>
                <a:gd name="p0y13" fmla="*/ 0 h 1292"/>
                <a:gd name="p0x14" fmla="*/ 32 w 45"/>
                <a:gd name="p0y14" fmla="*/ 21 h 1292"/>
                <a:gd name="p0x15" fmla="*/ 45 w 45"/>
                <a:gd name="p0y15" fmla="*/ 51 h 1292"/>
                <a:gd name="p0x16" fmla="*/ 45 w 45"/>
                <a:gd name="p0y16" fmla="*/ 84 h 129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6" name="任意多边形 75"/>
            <p:cNvSpPr/>
            <p:nvPr>
              <p:custDataLst>
                <p:tags r:id="rId92"/>
              </p:custDataLst>
            </p:nvPr>
          </p:nvSpPr>
          <p:spPr>
            <a:xfrm>
              <a:off x="13570" y="8131"/>
              <a:ext cx="4514" cy="46"/>
            </a:xfrm>
            <a:custGeom>
              <a:avLst/>
              <a:gdLst>
                <a:gd name="sw" fmla="*/ 1 w 4514"/>
                <a:gd name="sh" fmla="*/ 1 h 45"/>
                <a:gd name="mins" fmla="min sw sh"/>
                <a:gd name="dsw" fmla="+- 0 sw mins"/>
                <a:gd name="dsh" fmla="+- 0 sh mins"/>
                <a:gd name="p0x0" fmla="*/ 4429 w 4514"/>
                <a:gd name="p0y0" fmla="*/ 45 h 45"/>
                <a:gd name="p0x1" fmla="*/ 26 w 4514"/>
                <a:gd name="p0y1" fmla="*/ 45 h 45"/>
                <a:gd name="p0x2" fmla="*/ 17 w 4514"/>
                <a:gd name="p0y2" fmla="*/ 45 h 45"/>
                <a:gd name="p0x3" fmla="*/ 8 w 4514"/>
                <a:gd name="p0y3" fmla="*/ 44 h 45"/>
                <a:gd name="p0x4" fmla="*/ 0 w 4514"/>
                <a:gd name="p0y4" fmla="*/ 42 h 45"/>
                <a:gd name="p0x5" fmla="*/ 20 w 4514"/>
                <a:gd name="p0y5" fmla="*/ 28 h 45"/>
                <a:gd name="p0x6" fmla="*/ 20 w 4514"/>
                <a:gd name="p0y6" fmla="*/ 28 h 45"/>
                <a:gd name="p0x7" fmla="*/ 22 w 4514"/>
                <a:gd name="p0y7" fmla="*/ 29 h 45"/>
                <a:gd name="p0x8" fmla="*/ 24 w 4514"/>
                <a:gd name="p0y8" fmla="*/ 30 h 45"/>
                <a:gd name="p0x9" fmla="*/ 26 w 4514"/>
                <a:gd name="p0y9" fmla="*/ 30 h 45"/>
                <a:gd name="p0x10" fmla="*/ 4429 w 4514"/>
                <a:gd name="p0y10" fmla="*/ 30 h 45"/>
                <a:gd name="p0x11" fmla="*/ 4458 w 4514"/>
                <a:gd name="p0y11" fmla="*/ 30 h 45"/>
                <a:gd name="p0x12" fmla="*/ 4484 w 4514"/>
                <a:gd name="p0y12" fmla="*/ 19 h 45"/>
                <a:gd name="p0x13" fmla="*/ 4503 w 4514"/>
                <a:gd name="p0y13" fmla="*/ 0 h 45"/>
                <a:gd name="p0x14" fmla="*/ 4514 w 4514"/>
                <a:gd name="p0y14" fmla="*/ 10 h 45"/>
                <a:gd name="p0x15" fmla="*/ 4492 w 4514"/>
                <a:gd name="p0y15" fmla="*/ 32 h 45"/>
                <a:gd name="p0x16" fmla="*/ 4462 w 4514"/>
                <a:gd name="p0y16" fmla="*/ 45 h 45"/>
                <a:gd name="p0x17" fmla="*/ 4429 w 4514"/>
                <a:gd name="p0y17" fmla="*/ 45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7" name="任意多边形 76"/>
            <p:cNvSpPr/>
            <p:nvPr>
              <p:custDataLst>
                <p:tags r:id="rId93"/>
              </p:custDataLst>
            </p:nvPr>
          </p:nvSpPr>
          <p:spPr>
            <a:xfrm>
              <a:off x="13477" y="6817"/>
              <a:ext cx="113" cy="1357"/>
            </a:xfrm>
            <a:custGeom>
              <a:avLst/>
              <a:gdLst>
                <a:gd name="sw" fmla="*/ 1 w 113"/>
                <a:gd name="sh" fmla="*/ 1 h 1356"/>
                <a:gd name="mins" fmla="min sw sh"/>
                <a:gd name="dsw" fmla="+- 0 sw mins"/>
                <a:gd name="dsh" fmla="+- 0 sh mins"/>
                <a:gd name="p0x0" fmla="*/ 0 w 113"/>
                <a:gd name="p0y0" fmla="*/ 1239 h 1356"/>
                <a:gd name="p0x1" fmla="*/ 0 w 113"/>
                <a:gd name="p0y1" fmla="*/ 117 h 1356"/>
                <a:gd name="p0x2" fmla="*/ 0 w 113"/>
                <a:gd name="p0y2" fmla="*/ 59 h 1356"/>
                <a:gd name="p0x3" fmla="*/ 39 w 113"/>
                <a:gd name="p0y3" fmla="*/ 12 h 1356"/>
                <a:gd name="p0x4" fmla="*/ 93 w 113"/>
                <a:gd name="p0y4" fmla="*/ 0 h 1356"/>
                <a:gd name="p0x5" fmla="*/ 113 w 113"/>
                <a:gd name="p0y5" fmla="*/ 14 h 1356"/>
                <a:gd name="p0x6" fmla="*/ 113 w 113"/>
                <a:gd name="p0y6" fmla="*/ 14 h 1356"/>
                <a:gd name="p0x7" fmla="*/ 99 w 113"/>
                <a:gd name="p0y7" fmla="*/ 25 h 1356"/>
                <a:gd name="p0x8" fmla="*/ 90 w 113"/>
                <a:gd name="p0y8" fmla="*/ 67 h 1356"/>
                <a:gd name="p0x9" fmla="*/ 90 w 113"/>
                <a:gd name="p0y9" fmla="*/ 117 h 1356"/>
                <a:gd name="p0x10" fmla="*/ 90 w 113"/>
                <a:gd name="p0y10" fmla="*/ 1239 h 1356"/>
                <a:gd name="p0x11" fmla="*/ 90 w 113"/>
                <a:gd name="p0y11" fmla="*/ 1289 h 1356"/>
                <a:gd name="p0x12" fmla="*/ 99 w 113"/>
                <a:gd name="p0y12" fmla="*/ 1331 h 1356"/>
                <a:gd name="p0x13" fmla="*/ 113 w 113"/>
                <a:gd name="p0y13" fmla="*/ 1341 h 1356"/>
                <a:gd name="p0x14" fmla="*/ 93 w 113"/>
                <a:gd name="p0y14" fmla="*/ 1356 h 1356"/>
                <a:gd name="p0x15" fmla="*/ 93 w 113"/>
                <a:gd name="p0y15" fmla="*/ 1356 h 1356"/>
                <a:gd name="p0x16" fmla="*/ 39 w 113"/>
                <a:gd name="p0y16" fmla="*/ 1344 h 1356"/>
                <a:gd name="p0x17" fmla="*/ 0 w 113"/>
                <a:gd name="p0y17" fmla="*/ 1296 h 1356"/>
                <a:gd name="p0x18" fmla="*/ 0 w 113"/>
                <a:gd name="p0y18" fmla="*/ 1239 h 135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79" name="图片 78"/>
          <p:cNvPicPr>
            <a:picLocks noChangeAspect="1"/>
          </p:cNvPicPr>
          <p:nvPr>
            <p:custDataLst>
              <p:tags r:id="rId94"/>
            </p:custDataLst>
          </p:nvPr>
        </p:nvPicPr>
        <p:blipFill>
          <a:blip r:embed="rId95">
            <a:extLst>
              <a:ext uri="{96DAC541-7B7A-43D3-8B79-37D633B846F1}">
                <asvg:svgBlip xmlns:asvg="http://schemas.microsoft.com/office/drawing/2016/SVG/main" r:embed="rId96"/>
              </a:ext>
            </a:extLst>
          </a:blip>
          <a:srcRect l="-4348" t="-12593" r="-4348" b="-12593"/>
          <a:stretch>
            <a:fillRect/>
          </a:stretch>
        </p:blipFill>
        <p:spPr>
          <a:xfrm>
            <a:off x="8767445" y="4650105"/>
            <a:ext cx="238125" cy="214630"/>
          </a:xfrm>
          <a:prstGeom prst="rect">
            <a:avLst/>
          </a:prstGeom>
        </p:spPr>
      </p:pic>
      <p:sp>
        <p:nvSpPr>
          <p:cNvPr id="80" name="文本框 79"/>
          <p:cNvSpPr txBox="1"/>
          <p:nvPr>
            <p:custDataLst>
              <p:tags r:id="rId97"/>
            </p:custDataLst>
          </p:nvPr>
        </p:nvSpPr>
        <p:spPr>
          <a:xfrm>
            <a:off x="9120188" y="4562399"/>
            <a:ext cx="121920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透明可解释</a:t>
            </a:r>
            <a:endParaRPr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文本框 80"/>
          <p:cNvSpPr txBox="1"/>
          <p:nvPr>
            <p:custDataLst>
              <p:tags r:id="rId98"/>
            </p:custDataLst>
          </p:nvPr>
        </p:nvSpPr>
        <p:spPr>
          <a:xfrm>
            <a:off x="9120188" y="4738611"/>
            <a:ext cx="1371600" cy="2190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推理路径清晰可见</a:t>
            </a:r>
            <a:endParaRPr sz="12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9" name="组合 98"/>
          <p:cNvGrpSpPr/>
          <p:nvPr/>
        </p:nvGrpSpPr>
        <p:grpSpPr>
          <a:xfrm>
            <a:off x="8557895" y="5306695"/>
            <a:ext cx="2948305" cy="864870"/>
            <a:chOff x="13477" y="8357"/>
            <a:chExt cx="4643" cy="1362"/>
          </a:xfrm>
        </p:grpSpPr>
        <p:sp>
          <p:nvSpPr>
            <p:cNvPr id="82" name="任意多边形 81"/>
            <p:cNvSpPr/>
            <p:nvPr>
              <p:custDataLst>
                <p:tags r:id="rId99"/>
              </p:custDataLst>
            </p:nvPr>
          </p:nvSpPr>
          <p:spPr>
            <a:xfrm>
              <a:off x="13477" y="8357"/>
              <a:ext cx="4643" cy="1362"/>
            </a:xfrm>
            <a:custGeom>
              <a:avLst/>
              <a:gdLst>
                <a:gd name="sw" fmla="*/ 1 w 4642"/>
                <a:gd name="sh" fmla="*/ 1 h 1362"/>
                <a:gd name="mins" fmla="min sw sh"/>
                <a:gd name="dsw" fmla="+- 0 sw mins"/>
                <a:gd name="dsh" fmla="+- 0 sh mins"/>
                <a:gd name="p0x0" fmla="*/ 120 w 4642"/>
                <a:gd name="p0y0" fmla="*/ 0 h 1362"/>
                <a:gd name="p0x1" fmla="*/ 4522 w 4642"/>
                <a:gd name="p0y1" fmla="*/ 0 h 1362"/>
                <a:gd name="p0x2" fmla="*/ 4588 w 4642"/>
                <a:gd name="p0y2" fmla="*/ 0 h 1362"/>
                <a:gd name="p0x3" fmla="*/ 4642 w 4642"/>
                <a:gd name="p0y3" fmla="*/ 53 h 1362"/>
                <a:gd name="p0x4" fmla="*/ 4642 w 4642"/>
                <a:gd name="p0y4" fmla="*/ 120 h 1362"/>
                <a:gd name="p0x5" fmla="*/ 4642 w 4642"/>
                <a:gd name="p0y5" fmla="*/ 1242 h 1362"/>
                <a:gd name="p0x6" fmla="*/ 4642 w 4642"/>
                <a:gd name="p0y6" fmla="*/ 1308 h 1362"/>
                <a:gd name="p0x7" fmla="*/ 4588 w 4642"/>
                <a:gd name="p0y7" fmla="*/ 1362 h 1362"/>
                <a:gd name="p0x8" fmla="*/ 4522 w 4642"/>
                <a:gd name="p0y8" fmla="*/ 1362 h 1362"/>
                <a:gd name="p0x9" fmla="*/ 120 w 4642"/>
                <a:gd name="p0y9" fmla="*/ 1362 h 1362"/>
                <a:gd name="p0x10" fmla="*/ 53 w 4642"/>
                <a:gd name="p0y10" fmla="*/ 1362 h 1362"/>
                <a:gd name="p0x11" fmla="*/ 0 w 4642"/>
                <a:gd name="p0y11" fmla="*/ 1308 h 1362"/>
                <a:gd name="p0x12" fmla="*/ 0 w 4642"/>
                <a:gd name="p0y12" fmla="*/ 1242 h 1362"/>
                <a:gd name="p0x13" fmla="*/ 0 w 4642"/>
                <a:gd name="p0y13" fmla="*/ 120 h 1362"/>
                <a:gd name="p0x14" fmla="*/ 0 w 4642"/>
                <a:gd name="p0y14" fmla="*/ 53 h 1362"/>
                <a:gd name="p0x15" fmla="*/ 53 w 4642"/>
                <a:gd name="p0y15" fmla="*/ 0 h 1362"/>
                <a:gd name="p0x16" fmla="*/ 120 w 4642"/>
                <a:gd name="p0y16" fmla="*/ 0 h 136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7F9F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3" name="任意多边形 82"/>
            <p:cNvSpPr/>
            <p:nvPr>
              <p:custDataLst>
                <p:tags r:id="rId100"/>
              </p:custDataLst>
            </p:nvPr>
          </p:nvSpPr>
          <p:spPr>
            <a:xfrm>
              <a:off x="13570" y="8357"/>
              <a:ext cx="4514" cy="46"/>
            </a:xfrm>
            <a:custGeom>
              <a:avLst/>
              <a:gdLst>
                <a:gd name="sw" fmla="*/ 1 w 4514"/>
                <a:gd name="sh" fmla="*/ 1 h 45"/>
                <a:gd name="mins" fmla="min sw sh"/>
                <a:gd name="dsw" fmla="+- 0 sw mins"/>
                <a:gd name="dsh" fmla="+- 0 sh mins"/>
                <a:gd name="p0x0" fmla="*/ 26 w 4514"/>
                <a:gd name="p0y0" fmla="*/ 0 h 45"/>
                <a:gd name="p0x1" fmla="*/ 4429 w 4514"/>
                <a:gd name="p0y1" fmla="*/ 0 h 45"/>
                <a:gd name="p0x2" fmla="*/ 4462 w 4514"/>
                <a:gd name="p0y2" fmla="*/ 0 h 45"/>
                <a:gd name="p0x3" fmla="*/ 4492 w 4514"/>
                <a:gd name="p0y3" fmla="*/ 13 h 45"/>
                <a:gd name="p0x4" fmla="*/ 4514 w 4514"/>
                <a:gd name="p0y4" fmla="*/ 35 h 45"/>
                <a:gd name="p0x5" fmla="*/ 4503 w 4514"/>
                <a:gd name="p0y5" fmla="*/ 45 h 45"/>
                <a:gd name="p0x6" fmla="*/ 4484 w 4514"/>
                <a:gd name="p0y6" fmla="*/ 26 h 45"/>
                <a:gd name="p0x7" fmla="*/ 4458 w 4514"/>
                <a:gd name="p0y7" fmla="*/ 15 h 45"/>
                <a:gd name="p0x8" fmla="*/ 4429 w 4514"/>
                <a:gd name="p0y8" fmla="*/ 15 h 45"/>
                <a:gd name="p0x9" fmla="*/ 26 w 4514"/>
                <a:gd name="p0y9" fmla="*/ 15 h 45"/>
                <a:gd name="p0x10" fmla="*/ 24 w 4514"/>
                <a:gd name="p0y10" fmla="*/ 15 h 45"/>
                <a:gd name="p0x11" fmla="*/ 22 w 4514"/>
                <a:gd name="p0y11" fmla="*/ 15 h 45"/>
                <a:gd name="p0x12" fmla="*/ 20 w 4514"/>
                <a:gd name="p0y12" fmla="*/ 17 h 45"/>
                <a:gd name="p0x13" fmla="*/ 0 w 4514"/>
                <a:gd name="p0y13" fmla="*/ 3 h 45"/>
                <a:gd name="p0x14" fmla="*/ 0 w 4514"/>
                <a:gd name="p0y14" fmla="*/ 2 h 45"/>
                <a:gd name="p0x15" fmla="*/ 8 w 4514"/>
                <a:gd name="p0y15" fmla="*/ 1 h 45"/>
                <a:gd name="p0x16" fmla="*/ 17 w 4514"/>
                <a:gd name="p0y16" fmla="*/ 0 h 45"/>
                <a:gd name="p0x17" fmla="*/ 26 w 4514"/>
                <a:gd name="p0y17" fmla="*/ 0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任意多边形 83"/>
            <p:cNvSpPr/>
            <p:nvPr>
              <p:custDataLst>
                <p:tags r:id="rId101"/>
              </p:custDataLst>
            </p:nvPr>
          </p:nvSpPr>
          <p:spPr>
            <a:xfrm>
              <a:off x="18074" y="8392"/>
              <a:ext cx="46" cy="1292"/>
            </a:xfrm>
            <a:custGeom>
              <a:avLst/>
              <a:gdLst>
                <a:gd name="sw" fmla="*/ 1 w 45"/>
                <a:gd name="sh" fmla="*/ 1 h 1292"/>
                <a:gd name="mins" fmla="min sw sh"/>
                <a:gd name="dsw" fmla="+- 0 sw mins"/>
                <a:gd name="dsh" fmla="+- 0 sh mins"/>
                <a:gd name="p0x0" fmla="*/ 45 w 45"/>
                <a:gd name="p0y0" fmla="*/ 84 h 1292"/>
                <a:gd name="p0x1" fmla="*/ 45 w 45"/>
                <a:gd name="p0y1" fmla="*/ 1207 h 1292"/>
                <a:gd name="p0x2" fmla="*/ 45 w 45"/>
                <a:gd name="p0y2" fmla="*/ 1240 h 1292"/>
                <a:gd name="p0x3" fmla="*/ 32 w 45"/>
                <a:gd name="p0y3" fmla="*/ 1270 h 1292"/>
                <a:gd name="p0x4" fmla="*/ 10 w 45"/>
                <a:gd name="p0y4" fmla="*/ 1292 h 1292"/>
                <a:gd name="p0x5" fmla="*/ 0 w 45"/>
                <a:gd name="p0y5" fmla="*/ 1281 h 1292"/>
                <a:gd name="p0x6" fmla="*/ 19 w 45"/>
                <a:gd name="p0y6" fmla="*/ 1262 h 1292"/>
                <a:gd name="p0x7" fmla="*/ 30 w 45"/>
                <a:gd name="p0y7" fmla="*/ 1236 h 1292"/>
                <a:gd name="p0x8" fmla="*/ 30 w 45"/>
                <a:gd name="p0y8" fmla="*/ 1207 h 1292"/>
                <a:gd name="p0x9" fmla="*/ 30 w 45"/>
                <a:gd name="p0y9" fmla="*/ 84 h 1292"/>
                <a:gd name="p0x10" fmla="*/ 30 w 45"/>
                <a:gd name="p0y10" fmla="*/ 55 h 1292"/>
                <a:gd name="p0x11" fmla="*/ 19 w 45"/>
                <a:gd name="p0y11" fmla="*/ 29 h 1292"/>
                <a:gd name="p0x12" fmla="*/ 0 w 45"/>
                <a:gd name="p0y12" fmla="*/ 10 h 1292"/>
                <a:gd name="p0x13" fmla="*/ 10 w 45"/>
                <a:gd name="p0y13" fmla="*/ 0 h 1292"/>
                <a:gd name="p0x14" fmla="*/ 32 w 45"/>
                <a:gd name="p0y14" fmla="*/ 21 h 1292"/>
                <a:gd name="p0x15" fmla="*/ 45 w 45"/>
                <a:gd name="p0y15" fmla="*/ 51 h 1292"/>
                <a:gd name="p0x16" fmla="*/ 45 w 45"/>
                <a:gd name="p0y16" fmla="*/ 84 h 129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5" name="任意多边形 84"/>
            <p:cNvSpPr/>
            <p:nvPr>
              <p:custDataLst>
                <p:tags r:id="rId102"/>
              </p:custDataLst>
            </p:nvPr>
          </p:nvSpPr>
          <p:spPr>
            <a:xfrm>
              <a:off x="13570" y="9674"/>
              <a:ext cx="4514" cy="45"/>
            </a:xfrm>
            <a:custGeom>
              <a:avLst/>
              <a:gdLst>
                <a:gd name="sw" fmla="*/ 1 w 4514"/>
                <a:gd name="sh" fmla="*/ 1 h 45"/>
                <a:gd name="mins" fmla="min sw sh"/>
                <a:gd name="dsw" fmla="+- 0 sw mins"/>
                <a:gd name="dsh" fmla="+- 0 sh mins"/>
                <a:gd name="p0x0" fmla="*/ 4429 w 4514"/>
                <a:gd name="p0y0" fmla="*/ 45 h 45"/>
                <a:gd name="p0x1" fmla="*/ 26 w 4514"/>
                <a:gd name="p0y1" fmla="*/ 45 h 45"/>
                <a:gd name="p0x2" fmla="*/ 17 w 4514"/>
                <a:gd name="p0y2" fmla="*/ 45 h 45"/>
                <a:gd name="p0x3" fmla="*/ 8 w 4514"/>
                <a:gd name="p0y3" fmla="*/ 44 h 45"/>
                <a:gd name="p0x4" fmla="*/ 0 w 4514"/>
                <a:gd name="p0y4" fmla="*/ 42 h 45"/>
                <a:gd name="p0x5" fmla="*/ 20 w 4514"/>
                <a:gd name="p0y5" fmla="*/ 28 h 45"/>
                <a:gd name="p0x6" fmla="*/ 20 w 4514"/>
                <a:gd name="p0y6" fmla="*/ 28 h 45"/>
                <a:gd name="p0x7" fmla="*/ 22 w 4514"/>
                <a:gd name="p0y7" fmla="*/ 29 h 45"/>
                <a:gd name="p0x8" fmla="*/ 24 w 4514"/>
                <a:gd name="p0y8" fmla="*/ 30 h 45"/>
                <a:gd name="p0x9" fmla="*/ 26 w 4514"/>
                <a:gd name="p0y9" fmla="*/ 30 h 45"/>
                <a:gd name="p0x10" fmla="*/ 4429 w 4514"/>
                <a:gd name="p0y10" fmla="*/ 30 h 45"/>
                <a:gd name="p0x11" fmla="*/ 4458 w 4514"/>
                <a:gd name="p0y11" fmla="*/ 30 h 45"/>
                <a:gd name="p0x12" fmla="*/ 4484 w 4514"/>
                <a:gd name="p0y12" fmla="*/ 19 h 45"/>
                <a:gd name="p0x13" fmla="*/ 4503 w 4514"/>
                <a:gd name="p0y13" fmla="*/ 0 h 45"/>
                <a:gd name="p0x14" fmla="*/ 4514 w 4514"/>
                <a:gd name="p0y14" fmla="*/ 10 h 45"/>
                <a:gd name="p0x15" fmla="*/ 4492 w 4514"/>
                <a:gd name="p0y15" fmla="*/ 32 h 45"/>
                <a:gd name="p0x16" fmla="*/ 4462 w 4514"/>
                <a:gd name="p0y16" fmla="*/ 45 h 45"/>
                <a:gd name="p0x17" fmla="*/ 4429 w 4514"/>
                <a:gd name="p0y17" fmla="*/ 45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任意多边形 85"/>
            <p:cNvSpPr/>
            <p:nvPr>
              <p:custDataLst>
                <p:tags r:id="rId103"/>
              </p:custDataLst>
            </p:nvPr>
          </p:nvSpPr>
          <p:spPr>
            <a:xfrm>
              <a:off x="13477" y="8360"/>
              <a:ext cx="113" cy="1357"/>
            </a:xfrm>
            <a:custGeom>
              <a:avLst/>
              <a:gdLst>
                <a:gd name="sw" fmla="*/ 1 w 113"/>
                <a:gd name="sh" fmla="*/ 1 h 1356"/>
                <a:gd name="mins" fmla="min sw sh"/>
                <a:gd name="dsw" fmla="+- 0 sw mins"/>
                <a:gd name="dsh" fmla="+- 0 sh mins"/>
                <a:gd name="p0x0" fmla="*/ 0 w 113"/>
                <a:gd name="p0y0" fmla="*/ 1239 h 1356"/>
                <a:gd name="p0x1" fmla="*/ 0 w 113"/>
                <a:gd name="p0y1" fmla="*/ 117 h 1356"/>
                <a:gd name="p0x2" fmla="*/ 0 w 113"/>
                <a:gd name="p0y2" fmla="*/ 59 h 1356"/>
                <a:gd name="p0x3" fmla="*/ 39 w 113"/>
                <a:gd name="p0y3" fmla="*/ 12 h 1356"/>
                <a:gd name="p0x4" fmla="*/ 93 w 113"/>
                <a:gd name="p0y4" fmla="*/ 0 h 1356"/>
                <a:gd name="p0x5" fmla="*/ 113 w 113"/>
                <a:gd name="p0y5" fmla="*/ 14 h 1356"/>
                <a:gd name="p0x6" fmla="*/ 113 w 113"/>
                <a:gd name="p0y6" fmla="*/ 14 h 1356"/>
                <a:gd name="p0x7" fmla="*/ 99 w 113"/>
                <a:gd name="p0y7" fmla="*/ 25 h 1356"/>
                <a:gd name="p0x8" fmla="*/ 90 w 113"/>
                <a:gd name="p0y8" fmla="*/ 67 h 1356"/>
                <a:gd name="p0x9" fmla="*/ 90 w 113"/>
                <a:gd name="p0y9" fmla="*/ 117 h 1356"/>
                <a:gd name="p0x10" fmla="*/ 90 w 113"/>
                <a:gd name="p0y10" fmla="*/ 1239 h 1356"/>
                <a:gd name="p0x11" fmla="*/ 90 w 113"/>
                <a:gd name="p0y11" fmla="*/ 1289 h 1356"/>
                <a:gd name="p0x12" fmla="*/ 99 w 113"/>
                <a:gd name="p0y12" fmla="*/ 1331 h 1356"/>
                <a:gd name="p0x13" fmla="*/ 113 w 113"/>
                <a:gd name="p0y13" fmla="*/ 1341 h 1356"/>
                <a:gd name="p0x14" fmla="*/ 93 w 113"/>
                <a:gd name="p0y14" fmla="*/ 1356 h 1356"/>
                <a:gd name="p0x15" fmla="*/ 93 w 113"/>
                <a:gd name="p0y15" fmla="*/ 1356 h 1356"/>
                <a:gd name="p0x16" fmla="*/ 39 w 113"/>
                <a:gd name="p0y16" fmla="*/ 1344 h 1356"/>
                <a:gd name="p0x17" fmla="*/ 0 w 113"/>
                <a:gd name="p0y17" fmla="*/ 1296 h 1356"/>
                <a:gd name="p0x18" fmla="*/ 0 w 113"/>
                <a:gd name="p0y18" fmla="*/ 1239 h 135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88" name="图片 87"/>
          <p:cNvPicPr>
            <a:picLocks noChangeAspect="1"/>
          </p:cNvPicPr>
          <p:nvPr>
            <p:custDataLst>
              <p:tags r:id="rId104"/>
            </p:custDataLst>
          </p:nvPr>
        </p:nvPicPr>
        <p:blipFill>
          <a:blip r:embed="rId105">
            <a:extLst>
              <a:ext uri="{96DAC541-7B7A-43D3-8B79-37D633B846F1}">
                <asvg:svgBlip xmlns:asvg="http://schemas.microsoft.com/office/drawing/2016/SVG/main" r:embed="rId106"/>
              </a:ext>
            </a:extLst>
          </a:blip>
          <a:srcRect l="-1667" t="-3492" r="-1667" b="-3492"/>
          <a:stretch>
            <a:fillRect/>
          </a:stretch>
        </p:blipFill>
        <p:spPr>
          <a:xfrm>
            <a:off x="8767445" y="5629910"/>
            <a:ext cx="157480" cy="213995"/>
          </a:xfrm>
          <a:prstGeom prst="rect">
            <a:avLst/>
          </a:prstGeom>
        </p:spPr>
      </p:pic>
      <p:sp>
        <p:nvSpPr>
          <p:cNvPr id="89" name="文本框 88"/>
          <p:cNvSpPr txBox="1"/>
          <p:nvPr>
            <p:custDataLst>
              <p:tags r:id="rId107"/>
            </p:custDataLst>
          </p:nvPr>
        </p:nvSpPr>
        <p:spPr>
          <a:xfrm>
            <a:off x="9039225" y="5541912"/>
            <a:ext cx="137160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适用场景</a:t>
            </a:r>
            <a:endParaRPr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文本框 89"/>
          <p:cNvSpPr txBox="1"/>
          <p:nvPr>
            <p:custDataLst>
              <p:tags r:id="rId108"/>
            </p:custDataLst>
          </p:nvPr>
        </p:nvSpPr>
        <p:spPr>
          <a:xfrm>
            <a:off x="9039225" y="5718124"/>
            <a:ext cx="1524000" cy="2190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数学推理与代码生成</a:t>
            </a:r>
            <a:endParaRPr sz="12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143000" y="2519334"/>
            <a:ext cx="1541707" cy="7677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54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54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143000" y="3431829"/>
            <a:ext cx="9848926" cy="9048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5400" b="1" spc="15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实战篇：工具上手，效能倍增</a:t>
            </a:r>
            <a:endParaRPr sz="5400" b="1" spc="150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57200" y="409575"/>
            <a:ext cx="4953000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沟通的艺术：写出高效指令</a:t>
            </a:r>
            <a:endParaRPr sz="3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任意多边形 2"/>
          <p:cNvSpPr/>
          <p:nvPr>
            <p:custDataLst>
              <p:tags r:id="rId2"/>
            </p:custDataLst>
          </p:nvPr>
        </p:nvSpPr>
        <p:spPr>
          <a:xfrm>
            <a:off x="457200" y="2995295"/>
            <a:ext cx="11277600" cy="38100"/>
          </a:xfrm>
          <a:custGeom>
            <a:avLst/>
            <a:gdLst>
              <a:gd name="sw" fmla="*/ 1 w 17760"/>
              <a:gd name="sh" fmla="*/ 1 h 60"/>
              <a:gd name="mins" fmla="min sw sh"/>
              <a:gd name="dsw" fmla="+- 0 sw mins"/>
              <a:gd name="dsh" fmla="+- 0 sh mins"/>
              <a:gd name="p0x0" fmla="*/ 30 w 17760"/>
              <a:gd name="p0y0" fmla="*/ 0 h 60"/>
              <a:gd name="p0x1" fmla="*/ 17730 w 17760"/>
              <a:gd name="p0y1" fmla="*/ 0 h 60"/>
              <a:gd name="p0x2" fmla="*/ 17746 w 17760"/>
              <a:gd name="p0y2" fmla="*/ 0 h 60"/>
              <a:gd name="p0x3" fmla="*/ 17760 w 17760"/>
              <a:gd name="p0y3" fmla="*/ 13 h 60"/>
              <a:gd name="p0x4" fmla="*/ 17760 w 17760"/>
              <a:gd name="p0y4" fmla="*/ 30 h 60"/>
              <a:gd name="p0x5" fmla="*/ 17760 w 17760"/>
              <a:gd name="p0y5" fmla="*/ 46 h 60"/>
              <a:gd name="p0x6" fmla="*/ 17746 w 17760"/>
              <a:gd name="p0y6" fmla="*/ 60 h 60"/>
              <a:gd name="p0x7" fmla="*/ 17730 w 17760"/>
              <a:gd name="p0y7" fmla="*/ 60 h 60"/>
              <a:gd name="p0x8" fmla="*/ 30 w 17760"/>
              <a:gd name="p0y8" fmla="*/ 60 h 60"/>
              <a:gd name="p0x9" fmla="*/ 13 w 17760"/>
              <a:gd name="p0y9" fmla="*/ 60 h 60"/>
              <a:gd name="p0x10" fmla="*/ 0 w 17760"/>
              <a:gd name="p0y10" fmla="*/ 46 h 60"/>
              <a:gd name="p0x11" fmla="*/ 0 w 17760"/>
              <a:gd name="p0y11" fmla="*/ 30 h 60"/>
              <a:gd name="p0x12" fmla="*/ 0 w 17760"/>
              <a:gd name="p0y12" fmla="*/ 13 h 60"/>
              <a:gd name="p0x13" fmla="*/ 13 w 17760"/>
              <a:gd name="p0y13" fmla="*/ 0 h 60"/>
              <a:gd name="p0x14" fmla="*/ 30 w 17760"/>
              <a:gd name="p0y14" fmla="*/ 0 h 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E2E8F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461645" y="1166495"/>
            <a:ext cx="2667000" cy="5229225"/>
          </a:xfrm>
          <a:custGeom>
            <a:avLst/>
            <a:gdLst>
              <a:gd name="sw" fmla="*/ 1 w 4200"/>
              <a:gd name="sh" fmla="*/ 1 h 8235"/>
              <a:gd name="mins" fmla="min sw sh"/>
              <a:gd name="dsw" fmla="+- 0 sw mins"/>
              <a:gd name="dsh" fmla="+- 0 sh mins"/>
              <a:gd name="p0x0" fmla="*/ 240 w 4200"/>
              <a:gd name="p0y0" fmla="*/ 0 h 8235"/>
              <a:gd name="p0x1" fmla="*/ 3960 w 4200"/>
              <a:gd name="p0y1" fmla="*/ 0 h 8235"/>
              <a:gd name="p0x2" fmla="*/ 4092 w 4200"/>
              <a:gd name="p0y2" fmla="*/ 0 h 8235"/>
              <a:gd name="p0x3" fmla="*/ 4200 w 4200"/>
              <a:gd name="p0y3" fmla="*/ 107 h 8235"/>
              <a:gd name="p0x4" fmla="*/ 4200 w 4200"/>
              <a:gd name="p0y4" fmla="*/ 240 h 8235"/>
              <a:gd name="p0x5" fmla="*/ 4200 w 4200"/>
              <a:gd name="p0y5" fmla="*/ 7995 h 8235"/>
              <a:gd name="p0x6" fmla="*/ 4200 w 4200"/>
              <a:gd name="p0y6" fmla="*/ 8127 h 8235"/>
              <a:gd name="p0x7" fmla="*/ 4092 w 4200"/>
              <a:gd name="p0y7" fmla="*/ 8235 h 8235"/>
              <a:gd name="p0x8" fmla="*/ 3960 w 4200"/>
              <a:gd name="p0y8" fmla="*/ 8235 h 8235"/>
              <a:gd name="p0x9" fmla="*/ 240 w 4200"/>
              <a:gd name="p0y9" fmla="*/ 8235 h 8235"/>
              <a:gd name="p0x10" fmla="*/ 107 w 4200"/>
              <a:gd name="p0y10" fmla="*/ 8235 h 8235"/>
              <a:gd name="p0x11" fmla="*/ 0 w 4200"/>
              <a:gd name="p0y11" fmla="*/ 8127 h 8235"/>
              <a:gd name="p0x12" fmla="*/ 0 w 4200"/>
              <a:gd name="p0y12" fmla="*/ 7995 h 8235"/>
              <a:gd name="p0x13" fmla="*/ 0 w 4200"/>
              <a:gd name="p0y13" fmla="*/ 240 h 8235"/>
              <a:gd name="p0x14" fmla="*/ 0 w 4200"/>
              <a:gd name="p0y14" fmla="*/ 107 h 8235"/>
              <a:gd name="p0x15" fmla="*/ 107 w 4200"/>
              <a:gd name="p0y15" fmla="*/ 0 h 8235"/>
              <a:gd name="p0x16" fmla="*/ 240 w 4200"/>
              <a:gd name="p0y16" fmla="*/ 0 h 82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2E8F0"/>
            </a:solidFill>
            <a:prstDash val="solid"/>
          </a:ln>
          <a:effectLst>
            <a:outerShdw blurRad="357188" dist="95250" dir="5399999" algn="ctr" rotWithShape="0">
              <a:srgbClr val="1E3A8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466725" y="1171575"/>
            <a:ext cx="2657475" cy="952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695450" y="5081588"/>
            <a:ext cx="2905125" cy="16668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0500" b="1">
                <a:solidFill>
                  <a:srgbClr val="1E3A8A">
                    <a:alpha val="509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0500" b="1">
              <a:solidFill>
                <a:srgbClr val="1E3A8A">
                  <a:alpha val="509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466725" y="5938520"/>
            <a:ext cx="2656840" cy="452120"/>
            <a:chOff x="735" y="9352"/>
            <a:chExt cx="4184" cy="712"/>
          </a:xfrm>
        </p:grpSpPr>
        <p:sp>
          <p:nvSpPr>
            <p:cNvPr id="16" name="任意多边形 15"/>
            <p:cNvSpPr/>
            <p:nvPr>
              <p:custDataLst>
                <p:tags r:id="rId6"/>
              </p:custDataLst>
            </p:nvPr>
          </p:nvSpPr>
          <p:spPr>
            <a:xfrm>
              <a:off x="735" y="9352"/>
              <a:ext cx="4185" cy="713"/>
            </a:xfrm>
            <a:custGeom>
              <a:avLst/>
              <a:gdLst>
                <a:gd name="sw" fmla="*/ 1 w 4185"/>
                <a:gd name="sh" fmla="*/ 1 h 712"/>
                <a:gd name="mins" fmla="min sw sh"/>
                <a:gd name="dsw" fmla="+- 0 sw mins"/>
                <a:gd name="dsh" fmla="+- 0 sh mins"/>
                <a:gd name="p0x0" fmla="*/ 0 w 4185"/>
                <a:gd name="p0y0" fmla="*/ 0 h 712"/>
                <a:gd name="p0x1" fmla="*/ 4185 w 4185"/>
                <a:gd name="p0y1" fmla="*/ 0 h 712"/>
                <a:gd name="p0x2" fmla="*/ 4185 w 4185"/>
                <a:gd name="p0y2" fmla="*/ 712 h 712"/>
                <a:gd name="p0x3" fmla="*/ 0 w 4185"/>
                <a:gd name="p0y3" fmla="*/ 712 h 712"/>
                <a:gd name="p0x4" fmla="*/ 0 w 4185"/>
                <a:gd name="p0y4" fmla="*/ 0 h 71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FF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>
              <p:custDataLst>
                <p:tags r:id="rId7"/>
              </p:custDataLst>
            </p:nvPr>
          </p:nvSpPr>
          <p:spPr>
            <a:xfrm>
              <a:off x="735" y="9352"/>
              <a:ext cx="4185" cy="15"/>
            </a:xfrm>
            <a:custGeom>
              <a:avLst/>
              <a:gdLst>
                <a:gd name="sw" fmla="*/ 1 w 4185"/>
                <a:gd name="sh" fmla="*/ 1 h 15"/>
                <a:gd name="mins" fmla="min sw sh"/>
                <a:gd name="dsw" fmla="+- 0 sw mins"/>
                <a:gd name="dsh" fmla="+- 0 sh mins"/>
                <a:gd name="p0x0" fmla="*/ 0 w 4185"/>
                <a:gd name="p0y0" fmla="*/ 0 h 15"/>
                <a:gd name="p0x1" fmla="*/ 4185 w 4185"/>
                <a:gd name="p0y1" fmla="*/ 0 h 15"/>
                <a:gd name="p0x2" fmla="*/ 4185 w 4185"/>
                <a:gd name="p0y2" fmla="*/ 15 h 15"/>
                <a:gd name="p0x3" fmla="*/ 0 w 4185"/>
                <a:gd name="p0y3" fmla="*/ 15 h 15"/>
                <a:gd name="p0x4" fmla="*/ 0 w 4185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9" name="文本框 18"/>
          <p:cNvSpPr txBox="1"/>
          <p:nvPr>
            <p:custDataLst>
              <p:tags r:id="rId8"/>
            </p:custDataLst>
          </p:nvPr>
        </p:nvSpPr>
        <p:spPr>
          <a:xfrm>
            <a:off x="1331119" y="6081713"/>
            <a:ext cx="928688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97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ROLE DEFINE</a:t>
            </a:r>
            <a:endParaRPr sz="975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9"/>
            </p:custDataLst>
          </p:nvPr>
        </p:nvSpPr>
        <p:spPr>
          <a:xfrm>
            <a:off x="1337945" y="1628775"/>
            <a:ext cx="914400" cy="914400"/>
          </a:xfrm>
          <a:custGeom>
            <a:avLst/>
            <a:gdLst>
              <a:gd name="sw" fmla="*/ 1 w 1440"/>
              <a:gd name="sh" fmla="*/ 1 h 1440"/>
              <a:gd name="mins" fmla="min sw sh"/>
              <a:gd name="dsw" fmla="+- 0 sw mins"/>
              <a:gd name="dsh" fmla="+- 0 sh mins"/>
              <a:gd name="p0x0" fmla="*/ 720 w 1440"/>
              <a:gd name="p0y0" fmla="*/ 0 h 1440"/>
              <a:gd name="p0x1" fmla="*/ 1117 w 1440"/>
              <a:gd name="p0y1" fmla="*/ 0 h 1440"/>
              <a:gd name="p0x2" fmla="*/ 1440 w 1440"/>
              <a:gd name="p0y2" fmla="*/ 322 h 1440"/>
              <a:gd name="p0x3" fmla="*/ 1440 w 1440"/>
              <a:gd name="p0y3" fmla="*/ 720 h 1440"/>
              <a:gd name="p0x4" fmla="*/ 1440 w 1440"/>
              <a:gd name="p0y4" fmla="*/ 1117 h 1440"/>
              <a:gd name="p0x5" fmla="*/ 1117 w 1440"/>
              <a:gd name="p0y5" fmla="*/ 1440 h 1440"/>
              <a:gd name="p0x6" fmla="*/ 720 w 1440"/>
              <a:gd name="p0y6" fmla="*/ 1440 h 1440"/>
              <a:gd name="p0x7" fmla="*/ 322 w 1440"/>
              <a:gd name="p0y7" fmla="*/ 1440 h 1440"/>
              <a:gd name="p0x8" fmla="*/ 0 w 1440"/>
              <a:gd name="p0y8" fmla="*/ 1117 h 1440"/>
              <a:gd name="p0x9" fmla="*/ 0 w 1440"/>
              <a:gd name="p0y9" fmla="*/ 720 h 1440"/>
              <a:gd name="p0x10" fmla="*/ 0 w 1440"/>
              <a:gd name="p0y10" fmla="*/ 322 h 1440"/>
              <a:gd name="p0x11" fmla="*/ 322 w 1440"/>
              <a:gd name="p0y11" fmla="*/ 0 h 1440"/>
              <a:gd name="p0x12" fmla="*/ 720 w 1440"/>
              <a:gd name="p0y12" fmla="*/ 0 h 14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FF6FF"/>
          </a:solidFill>
          <a:ln w="38100" cmpd="sng">
            <a:solidFill>
              <a:srgbClr val="FFFFFF"/>
            </a:solidFill>
            <a:prstDash val="solid"/>
          </a:ln>
          <a:effectLst>
            <a:outerShdw blurRad="171450" dist="38100" dir="5399999" algn="ctr" rotWithShape="0">
              <a:srgbClr val="000000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-1389" t="-3008" r="-1389" b="-3008"/>
          <a:stretch>
            <a:fillRect/>
          </a:stretch>
        </p:blipFill>
        <p:spPr>
          <a:xfrm>
            <a:off x="1619250" y="1876425"/>
            <a:ext cx="352425" cy="414020"/>
          </a:xfrm>
          <a:prstGeom prst="rect">
            <a:avLst/>
          </a:prstGeom>
        </p:spPr>
      </p:pic>
      <p:grpSp>
        <p:nvGrpSpPr>
          <p:cNvPr id="67" name="组合 66"/>
          <p:cNvGrpSpPr/>
          <p:nvPr/>
        </p:nvGrpSpPr>
        <p:grpSpPr>
          <a:xfrm>
            <a:off x="1299845" y="2790825"/>
            <a:ext cx="990600" cy="452120"/>
            <a:chOff x="2047" y="4395"/>
            <a:chExt cx="1560" cy="712"/>
          </a:xfrm>
        </p:grpSpPr>
        <p:sp>
          <p:nvSpPr>
            <p:cNvPr id="9" name="任意多边形 8"/>
            <p:cNvSpPr/>
            <p:nvPr>
              <p:custDataLst>
                <p:tags r:id="rId13"/>
              </p:custDataLst>
            </p:nvPr>
          </p:nvSpPr>
          <p:spPr>
            <a:xfrm>
              <a:off x="2047" y="4395"/>
              <a:ext cx="1560" cy="712"/>
            </a:xfrm>
            <a:custGeom>
              <a:avLst/>
              <a:gdLst>
                <a:gd name="sw" fmla="*/ 1 w 1560"/>
                <a:gd name="sh" fmla="*/ 1 h 712"/>
                <a:gd name="mins" fmla="min sw sh"/>
                <a:gd name="dsw" fmla="+- 0 sw mins"/>
                <a:gd name="dsh" fmla="+- 0 sh mins"/>
                <a:gd name="p0x0" fmla="*/ 0 w 1560"/>
                <a:gd name="p0y0" fmla="*/ 0 h 712"/>
                <a:gd name="p0x1" fmla="*/ 1560 w 1560"/>
                <a:gd name="p0y1" fmla="*/ 0 h 712"/>
                <a:gd name="p0x2" fmla="*/ 1560 w 1560"/>
                <a:gd name="p0y2" fmla="*/ 712 h 712"/>
                <a:gd name="p0x3" fmla="*/ 0 w 1560"/>
                <a:gd name="p0y3" fmla="*/ 712 h 712"/>
                <a:gd name="p0x4" fmla="*/ 0 w 1560"/>
                <a:gd name="p0y4" fmla="*/ 0 h 71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>
              <p:custDataLst>
                <p:tags r:id="rId14"/>
              </p:custDataLst>
            </p:nvPr>
          </p:nvSpPr>
          <p:spPr>
            <a:xfrm>
              <a:off x="2047" y="5077"/>
              <a:ext cx="1560" cy="30"/>
            </a:xfrm>
            <a:custGeom>
              <a:avLst/>
              <a:gdLst>
                <a:gd name="sw" fmla="*/ 1 w 1560"/>
                <a:gd name="sh" fmla="*/ 1 h 30"/>
                <a:gd name="mins" fmla="min sw sh"/>
                <a:gd name="dsw" fmla="+- 0 sw mins"/>
                <a:gd name="dsh" fmla="+- 0 sh mins"/>
                <a:gd name="p0x0" fmla="*/ 1560 w 1560"/>
                <a:gd name="p0y0" fmla="*/ 30 h 30"/>
                <a:gd name="p0x1" fmla="*/ 0 w 1560"/>
                <a:gd name="p0y1" fmla="*/ 30 h 30"/>
                <a:gd name="p0x2" fmla="*/ 0 w 1560"/>
                <a:gd name="p0y2" fmla="*/ 0 h 30"/>
                <a:gd name="p0x3" fmla="*/ 1560 w 1560"/>
                <a:gd name="p0y3" fmla="*/ 0 h 30"/>
                <a:gd name="p0x4" fmla="*/ 1560 w 1560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2" name="文本框 11"/>
          <p:cNvSpPr txBox="1"/>
          <p:nvPr>
            <p:custDataLst>
              <p:tags r:id="rId15"/>
            </p:custDataLst>
          </p:nvPr>
        </p:nvSpPr>
        <p:spPr>
          <a:xfrm>
            <a:off x="1176338" y="2790825"/>
            <a:ext cx="1238250" cy="3571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9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角色设定</a:t>
            </a:r>
            <a:endParaRPr sz="195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6"/>
            </p:custDataLst>
          </p:nvPr>
        </p:nvSpPr>
        <p:spPr>
          <a:xfrm>
            <a:off x="1190625" y="3416617"/>
            <a:ext cx="1209675" cy="2438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en-US" altLang="en-US" sz="1050" strike="sngStrike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50" strike="sngStrike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写一篇活动推文</a:t>
            </a:r>
            <a:r>
              <a:rPr lang="en-US" altLang="zh-CN" sz="1050" strike="sngStrike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lang="en-US" altLang="zh-CN" sz="1050" strike="sngStrike">
              <a:solidFill>
                <a:srgbClr val="EF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7"/>
            </p:custDataLst>
          </p:nvPr>
        </p:nvSpPr>
        <p:spPr>
          <a:xfrm>
            <a:off x="1119188" y="3668058"/>
            <a:ext cx="1352550" cy="2438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en-US" altLang="en-US" sz="105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5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你是资深营销专家</a:t>
            </a:r>
            <a:r>
              <a:rPr lang="en-US" altLang="zh-CN" sz="105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lang="en-US" altLang="zh-CN" sz="105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8"/>
            </p:custDataLst>
          </p:nvPr>
        </p:nvSpPr>
        <p:spPr>
          <a:xfrm>
            <a:off x="657225" y="3877599"/>
            <a:ext cx="2276475" cy="5238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altLang="en-US" sz="12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</a:t>
            </a:r>
            <a:r>
              <a:rPr lang="en-US" altLang="zh-CN" sz="12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2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身份定位，让回答更专业精准</a:t>
            </a:r>
            <a:endParaRPr lang="zh-CN" altLang="en-US" sz="12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19"/>
            </p:custDataLst>
          </p:nvPr>
        </p:nvSpPr>
        <p:spPr>
          <a:xfrm>
            <a:off x="3328670" y="1166495"/>
            <a:ext cx="2667000" cy="5229225"/>
          </a:xfrm>
          <a:custGeom>
            <a:avLst/>
            <a:gdLst>
              <a:gd name="sw" fmla="*/ 1 w 4200"/>
              <a:gd name="sh" fmla="*/ 1 h 8235"/>
              <a:gd name="mins" fmla="min sw sh"/>
              <a:gd name="dsw" fmla="+- 0 sw mins"/>
              <a:gd name="dsh" fmla="+- 0 sh mins"/>
              <a:gd name="p0x0" fmla="*/ 240 w 4200"/>
              <a:gd name="p0y0" fmla="*/ 0 h 8235"/>
              <a:gd name="p0x1" fmla="*/ 3960 w 4200"/>
              <a:gd name="p0y1" fmla="*/ 0 h 8235"/>
              <a:gd name="p0x2" fmla="*/ 4092 w 4200"/>
              <a:gd name="p0y2" fmla="*/ 0 h 8235"/>
              <a:gd name="p0x3" fmla="*/ 4200 w 4200"/>
              <a:gd name="p0y3" fmla="*/ 107 h 8235"/>
              <a:gd name="p0x4" fmla="*/ 4200 w 4200"/>
              <a:gd name="p0y4" fmla="*/ 240 h 8235"/>
              <a:gd name="p0x5" fmla="*/ 4200 w 4200"/>
              <a:gd name="p0y5" fmla="*/ 7995 h 8235"/>
              <a:gd name="p0x6" fmla="*/ 4200 w 4200"/>
              <a:gd name="p0y6" fmla="*/ 8127 h 8235"/>
              <a:gd name="p0x7" fmla="*/ 4092 w 4200"/>
              <a:gd name="p0y7" fmla="*/ 8235 h 8235"/>
              <a:gd name="p0x8" fmla="*/ 3960 w 4200"/>
              <a:gd name="p0y8" fmla="*/ 8235 h 8235"/>
              <a:gd name="p0x9" fmla="*/ 240 w 4200"/>
              <a:gd name="p0y9" fmla="*/ 8235 h 8235"/>
              <a:gd name="p0x10" fmla="*/ 107 w 4200"/>
              <a:gd name="p0y10" fmla="*/ 8235 h 8235"/>
              <a:gd name="p0x11" fmla="*/ 0 w 4200"/>
              <a:gd name="p0y11" fmla="*/ 8127 h 8235"/>
              <a:gd name="p0x12" fmla="*/ 0 w 4200"/>
              <a:gd name="p0y12" fmla="*/ 7995 h 8235"/>
              <a:gd name="p0x13" fmla="*/ 0 w 4200"/>
              <a:gd name="p0y13" fmla="*/ 240 h 8235"/>
              <a:gd name="p0x14" fmla="*/ 0 w 4200"/>
              <a:gd name="p0y14" fmla="*/ 107 h 8235"/>
              <a:gd name="p0x15" fmla="*/ 107 w 4200"/>
              <a:gd name="p0y15" fmla="*/ 0 h 8235"/>
              <a:gd name="p0x16" fmla="*/ 240 w 4200"/>
              <a:gd name="p0y16" fmla="*/ 0 h 82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2E8F0"/>
            </a:solidFill>
            <a:prstDash val="solid"/>
          </a:ln>
          <a:effectLst>
            <a:outerShdw blurRad="357188" dist="95250" dir="5399999" algn="ctr" rotWithShape="0">
              <a:srgbClr val="1E3A8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>
            <p:custDataLst>
              <p:tags r:id="rId20"/>
            </p:custDataLst>
          </p:nvPr>
        </p:nvSpPr>
        <p:spPr>
          <a:xfrm>
            <a:off x="3333750" y="1171575"/>
            <a:ext cx="2657475" cy="952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21"/>
            </p:custDataLst>
          </p:nvPr>
        </p:nvSpPr>
        <p:spPr>
          <a:xfrm>
            <a:off x="4562475" y="5081588"/>
            <a:ext cx="2905125" cy="16668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0500" b="1">
                <a:solidFill>
                  <a:srgbClr val="1E3A8A">
                    <a:alpha val="509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0500" b="1">
              <a:solidFill>
                <a:srgbClr val="1E3A8A">
                  <a:alpha val="509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3333750" y="5938520"/>
            <a:ext cx="2656840" cy="452120"/>
            <a:chOff x="5250" y="9352"/>
            <a:chExt cx="4184" cy="712"/>
          </a:xfrm>
        </p:grpSpPr>
        <p:sp>
          <p:nvSpPr>
            <p:cNvPr id="32" name="任意多边形 31"/>
            <p:cNvSpPr/>
            <p:nvPr>
              <p:custDataLst>
                <p:tags r:id="rId22"/>
              </p:custDataLst>
            </p:nvPr>
          </p:nvSpPr>
          <p:spPr>
            <a:xfrm>
              <a:off x="5250" y="9352"/>
              <a:ext cx="4185" cy="713"/>
            </a:xfrm>
            <a:custGeom>
              <a:avLst/>
              <a:gdLst>
                <a:gd name="sw" fmla="*/ 1 w 4185"/>
                <a:gd name="sh" fmla="*/ 1 h 712"/>
                <a:gd name="mins" fmla="min sw sh"/>
                <a:gd name="dsw" fmla="+- 0 sw mins"/>
                <a:gd name="dsh" fmla="+- 0 sh mins"/>
                <a:gd name="p0x0" fmla="*/ 0 w 4185"/>
                <a:gd name="p0y0" fmla="*/ 0 h 712"/>
                <a:gd name="p0x1" fmla="*/ 4185 w 4185"/>
                <a:gd name="p0y1" fmla="*/ 0 h 712"/>
                <a:gd name="p0x2" fmla="*/ 4185 w 4185"/>
                <a:gd name="p0y2" fmla="*/ 712 h 712"/>
                <a:gd name="p0x3" fmla="*/ 0 w 4185"/>
                <a:gd name="p0y3" fmla="*/ 712 h 712"/>
                <a:gd name="p0x4" fmla="*/ 0 w 4185"/>
                <a:gd name="p0y4" fmla="*/ 0 h 71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FF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3" name="任意多边形 32"/>
            <p:cNvSpPr/>
            <p:nvPr>
              <p:custDataLst>
                <p:tags r:id="rId23"/>
              </p:custDataLst>
            </p:nvPr>
          </p:nvSpPr>
          <p:spPr>
            <a:xfrm>
              <a:off x="5250" y="9352"/>
              <a:ext cx="4185" cy="15"/>
            </a:xfrm>
            <a:custGeom>
              <a:avLst/>
              <a:gdLst>
                <a:gd name="sw" fmla="*/ 1 w 4185"/>
                <a:gd name="sh" fmla="*/ 1 h 15"/>
                <a:gd name="mins" fmla="min sw sh"/>
                <a:gd name="dsw" fmla="+- 0 sw mins"/>
                <a:gd name="dsh" fmla="+- 0 sh mins"/>
                <a:gd name="p0x0" fmla="*/ 0 w 4185"/>
                <a:gd name="p0y0" fmla="*/ 0 h 15"/>
                <a:gd name="p0x1" fmla="*/ 4185 w 4185"/>
                <a:gd name="p0y1" fmla="*/ 0 h 15"/>
                <a:gd name="p0x2" fmla="*/ 4185 w 4185"/>
                <a:gd name="p0y2" fmla="*/ 15 h 15"/>
                <a:gd name="p0x3" fmla="*/ 0 w 4185"/>
                <a:gd name="p0y3" fmla="*/ 15 h 15"/>
                <a:gd name="p0x4" fmla="*/ 0 w 4185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5" name="文本框 34"/>
          <p:cNvSpPr txBox="1"/>
          <p:nvPr>
            <p:custDataLst>
              <p:tags r:id="rId24"/>
            </p:custDataLst>
          </p:nvPr>
        </p:nvSpPr>
        <p:spPr>
          <a:xfrm>
            <a:off x="4231481" y="6081713"/>
            <a:ext cx="862013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97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TASK CLEAR</a:t>
            </a:r>
            <a:endParaRPr sz="975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5"/>
            </p:custDataLst>
          </p:nvPr>
        </p:nvSpPr>
        <p:spPr>
          <a:xfrm>
            <a:off x="4204970" y="1628775"/>
            <a:ext cx="914400" cy="914400"/>
          </a:xfrm>
          <a:custGeom>
            <a:avLst/>
            <a:gdLst>
              <a:gd name="sw" fmla="*/ 1 w 1440"/>
              <a:gd name="sh" fmla="*/ 1 h 1440"/>
              <a:gd name="mins" fmla="min sw sh"/>
              <a:gd name="dsw" fmla="+- 0 sw mins"/>
              <a:gd name="dsh" fmla="+- 0 sh mins"/>
              <a:gd name="p0x0" fmla="*/ 720 w 1440"/>
              <a:gd name="p0y0" fmla="*/ 0 h 1440"/>
              <a:gd name="p0x1" fmla="*/ 1117 w 1440"/>
              <a:gd name="p0y1" fmla="*/ 0 h 1440"/>
              <a:gd name="p0x2" fmla="*/ 1440 w 1440"/>
              <a:gd name="p0y2" fmla="*/ 322 h 1440"/>
              <a:gd name="p0x3" fmla="*/ 1440 w 1440"/>
              <a:gd name="p0y3" fmla="*/ 720 h 1440"/>
              <a:gd name="p0x4" fmla="*/ 1440 w 1440"/>
              <a:gd name="p0y4" fmla="*/ 1117 h 1440"/>
              <a:gd name="p0x5" fmla="*/ 1117 w 1440"/>
              <a:gd name="p0y5" fmla="*/ 1440 h 1440"/>
              <a:gd name="p0x6" fmla="*/ 720 w 1440"/>
              <a:gd name="p0y6" fmla="*/ 1440 h 1440"/>
              <a:gd name="p0x7" fmla="*/ 322 w 1440"/>
              <a:gd name="p0y7" fmla="*/ 1440 h 1440"/>
              <a:gd name="p0x8" fmla="*/ 0 w 1440"/>
              <a:gd name="p0y8" fmla="*/ 1117 h 1440"/>
              <a:gd name="p0x9" fmla="*/ 0 w 1440"/>
              <a:gd name="p0y9" fmla="*/ 720 h 1440"/>
              <a:gd name="p0x10" fmla="*/ 0 w 1440"/>
              <a:gd name="p0y10" fmla="*/ 322 h 1440"/>
              <a:gd name="p0x11" fmla="*/ 322 w 1440"/>
              <a:gd name="p0y11" fmla="*/ 0 h 1440"/>
              <a:gd name="p0x12" fmla="*/ 720 w 1440"/>
              <a:gd name="p0y12" fmla="*/ 0 h 14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FF6FF"/>
          </a:solidFill>
          <a:ln w="38100" cmpd="sng">
            <a:solidFill>
              <a:srgbClr val="FFFFFF"/>
            </a:solidFill>
            <a:prstDash val="solid"/>
          </a:ln>
          <a:effectLst>
            <a:outerShdw blurRad="171450" dist="38100" dir="5399999" algn="ctr" rotWithShape="0">
              <a:srgbClr val="000000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-1220" t="-3008" r="-1220" b="-3008"/>
          <a:stretch>
            <a:fillRect/>
          </a:stretch>
        </p:blipFill>
        <p:spPr>
          <a:xfrm>
            <a:off x="4462145" y="1876425"/>
            <a:ext cx="400050" cy="414020"/>
          </a:xfrm>
          <a:prstGeom prst="rect">
            <a:avLst/>
          </a:prstGeom>
        </p:spPr>
      </p:pic>
      <p:grpSp>
        <p:nvGrpSpPr>
          <p:cNvPr id="69" name="组合 68"/>
          <p:cNvGrpSpPr/>
          <p:nvPr/>
        </p:nvGrpSpPr>
        <p:grpSpPr>
          <a:xfrm>
            <a:off x="4166870" y="2790825"/>
            <a:ext cx="990600" cy="452120"/>
            <a:chOff x="6562" y="4395"/>
            <a:chExt cx="1560" cy="712"/>
          </a:xfrm>
        </p:grpSpPr>
        <p:sp>
          <p:nvSpPr>
            <p:cNvPr id="25" name="任意多边形 24"/>
            <p:cNvSpPr/>
            <p:nvPr>
              <p:custDataLst>
                <p:tags r:id="rId29"/>
              </p:custDataLst>
            </p:nvPr>
          </p:nvSpPr>
          <p:spPr>
            <a:xfrm>
              <a:off x="6562" y="4395"/>
              <a:ext cx="1560" cy="712"/>
            </a:xfrm>
            <a:custGeom>
              <a:avLst/>
              <a:gdLst>
                <a:gd name="sw" fmla="*/ 1 w 1560"/>
                <a:gd name="sh" fmla="*/ 1 h 712"/>
                <a:gd name="mins" fmla="min sw sh"/>
                <a:gd name="dsw" fmla="+- 0 sw mins"/>
                <a:gd name="dsh" fmla="+- 0 sh mins"/>
                <a:gd name="p0x0" fmla="*/ 0 w 1560"/>
                <a:gd name="p0y0" fmla="*/ 0 h 712"/>
                <a:gd name="p0x1" fmla="*/ 1560 w 1560"/>
                <a:gd name="p0y1" fmla="*/ 0 h 712"/>
                <a:gd name="p0x2" fmla="*/ 1560 w 1560"/>
                <a:gd name="p0y2" fmla="*/ 712 h 712"/>
                <a:gd name="p0x3" fmla="*/ 0 w 1560"/>
                <a:gd name="p0y3" fmla="*/ 712 h 712"/>
                <a:gd name="p0x4" fmla="*/ 0 w 1560"/>
                <a:gd name="p0y4" fmla="*/ 0 h 71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任意多边形 25"/>
            <p:cNvSpPr/>
            <p:nvPr>
              <p:custDataLst>
                <p:tags r:id="rId30"/>
              </p:custDataLst>
            </p:nvPr>
          </p:nvSpPr>
          <p:spPr>
            <a:xfrm>
              <a:off x="6562" y="5077"/>
              <a:ext cx="1560" cy="30"/>
            </a:xfrm>
            <a:custGeom>
              <a:avLst/>
              <a:gdLst>
                <a:gd name="sw" fmla="*/ 1 w 1560"/>
                <a:gd name="sh" fmla="*/ 1 h 30"/>
                <a:gd name="mins" fmla="min sw sh"/>
                <a:gd name="dsw" fmla="+- 0 sw mins"/>
                <a:gd name="dsh" fmla="+- 0 sh mins"/>
                <a:gd name="p0x0" fmla="*/ 1560 w 1560"/>
                <a:gd name="p0y0" fmla="*/ 30 h 30"/>
                <a:gd name="p0x1" fmla="*/ 0 w 1560"/>
                <a:gd name="p0y1" fmla="*/ 30 h 30"/>
                <a:gd name="p0x2" fmla="*/ 0 w 1560"/>
                <a:gd name="p0y2" fmla="*/ 0 h 30"/>
                <a:gd name="p0x3" fmla="*/ 1560 w 1560"/>
                <a:gd name="p0y3" fmla="*/ 0 h 30"/>
                <a:gd name="p0x4" fmla="*/ 1560 w 1560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8" name="文本框 27"/>
          <p:cNvSpPr txBox="1"/>
          <p:nvPr>
            <p:custDataLst>
              <p:tags r:id="rId31"/>
            </p:custDataLst>
          </p:nvPr>
        </p:nvSpPr>
        <p:spPr>
          <a:xfrm>
            <a:off x="4043363" y="2790825"/>
            <a:ext cx="1238250" cy="3571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9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明确任务</a:t>
            </a:r>
            <a:endParaRPr sz="195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32"/>
            </p:custDataLst>
          </p:nvPr>
        </p:nvSpPr>
        <p:spPr>
          <a:xfrm>
            <a:off x="4191000" y="3416617"/>
            <a:ext cx="942975" cy="2438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en-US" altLang="en-US" sz="1050" strike="sngStrike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50" strike="sngStrike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写得好一点</a:t>
            </a:r>
            <a:r>
              <a:rPr lang="en-US" altLang="zh-CN" sz="1050" strike="sngStrike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lang="en-US" altLang="zh-CN" sz="1050" strike="sngStrike">
              <a:solidFill>
                <a:srgbClr val="EF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33"/>
            </p:custDataLst>
          </p:nvPr>
        </p:nvSpPr>
        <p:spPr>
          <a:xfrm>
            <a:off x="3998119" y="3668058"/>
            <a:ext cx="1328738" cy="2438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en-US" altLang="en-US" sz="105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5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撰写</a:t>
            </a:r>
            <a:r>
              <a:rPr lang="en-US" altLang="zh-CN" sz="105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618</a:t>
            </a:r>
            <a:r>
              <a:rPr lang="zh-CN" altLang="en-US" sz="105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促销推文</a:t>
            </a:r>
            <a:r>
              <a:rPr lang="en-US" altLang="zh-CN" sz="105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lang="en-US" altLang="zh-CN" sz="105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34"/>
            </p:custDataLst>
          </p:nvPr>
        </p:nvSpPr>
        <p:spPr>
          <a:xfrm>
            <a:off x="3595688" y="3877599"/>
            <a:ext cx="2133600" cy="5238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2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具体描述任务目标，避免笼统模糊指令</a:t>
            </a:r>
            <a:endParaRPr sz="12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35"/>
            </p:custDataLst>
          </p:nvPr>
        </p:nvSpPr>
        <p:spPr>
          <a:xfrm>
            <a:off x="6195695" y="1166495"/>
            <a:ext cx="2667000" cy="5229225"/>
          </a:xfrm>
          <a:custGeom>
            <a:avLst/>
            <a:gdLst>
              <a:gd name="sw" fmla="*/ 1 w 4200"/>
              <a:gd name="sh" fmla="*/ 1 h 8235"/>
              <a:gd name="mins" fmla="min sw sh"/>
              <a:gd name="dsw" fmla="+- 0 sw mins"/>
              <a:gd name="dsh" fmla="+- 0 sh mins"/>
              <a:gd name="p0x0" fmla="*/ 240 w 4200"/>
              <a:gd name="p0y0" fmla="*/ 0 h 8235"/>
              <a:gd name="p0x1" fmla="*/ 3960 w 4200"/>
              <a:gd name="p0y1" fmla="*/ 0 h 8235"/>
              <a:gd name="p0x2" fmla="*/ 4092 w 4200"/>
              <a:gd name="p0y2" fmla="*/ 0 h 8235"/>
              <a:gd name="p0x3" fmla="*/ 4200 w 4200"/>
              <a:gd name="p0y3" fmla="*/ 107 h 8235"/>
              <a:gd name="p0x4" fmla="*/ 4200 w 4200"/>
              <a:gd name="p0y4" fmla="*/ 240 h 8235"/>
              <a:gd name="p0x5" fmla="*/ 4200 w 4200"/>
              <a:gd name="p0y5" fmla="*/ 7995 h 8235"/>
              <a:gd name="p0x6" fmla="*/ 4200 w 4200"/>
              <a:gd name="p0y6" fmla="*/ 8127 h 8235"/>
              <a:gd name="p0x7" fmla="*/ 4092 w 4200"/>
              <a:gd name="p0y7" fmla="*/ 8235 h 8235"/>
              <a:gd name="p0x8" fmla="*/ 3960 w 4200"/>
              <a:gd name="p0y8" fmla="*/ 8235 h 8235"/>
              <a:gd name="p0x9" fmla="*/ 240 w 4200"/>
              <a:gd name="p0y9" fmla="*/ 8235 h 8235"/>
              <a:gd name="p0x10" fmla="*/ 107 w 4200"/>
              <a:gd name="p0y10" fmla="*/ 8235 h 8235"/>
              <a:gd name="p0x11" fmla="*/ 0 w 4200"/>
              <a:gd name="p0y11" fmla="*/ 8127 h 8235"/>
              <a:gd name="p0x12" fmla="*/ 0 w 4200"/>
              <a:gd name="p0y12" fmla="*/ 7995 h 8235"/>
              <a:gd name="p0x13" fmla="*/ 0 w 4200"/>
              <a:gd name="p0y13" fmla="*/ 240 h 8235"/>
              <a:gd name="p0x14" fmla="*/ 0 w 4200"/>
              <a:gd name="p0y14" fmla="*/ 107 h 8235"/>
              <a:gd name="p0x15" fmla="*/ 107 w 4200"/>
              <a:gd name="p0y15" fmla="*/ 0 h 8235"/>
              <a:gd name="p0x16" fmla="*/ 240 w 4200"/>
              <a:gd name="p0y16" fmla="*/ 0 h 82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2E8F0"/>
            </a:solidFill>
            <a:prstDash val="solid"/>
          </a:ln>
          <a:effectLst>
            <a:outerShdw blurRad="357188" dist="95250" dir="5399999" algn="ctr" rotWithShape="0">
              <a:srgbClr val="1E3A8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>
            <p:custDataLst>
              <p:tags r:id="rId36"/>
            </p:custDataLst>
          </p:nvPr>
        </p:nvSpPr>
        <p:spPr>
          <a:xfrm>
            <a:off x="6200775" y="1171575"/>
            <a:ext cx="2657475" cy="952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37"/>
            </p:custDataLst>
          </p:nvPr>
        </p:nvSpPr>
        <p:spPr>
          <a:xfrm>
            <a:off x="7429500" y="5081588"/>
            <a:ext cx="2905125" cy="16668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0500" b="1">
                <a:solidFill>
                  <a:srgbClr val="1E3A8A">
                    <a:alpha val="509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0500" b="1">
              <a:solidFill>
                <a:srgbClr val="1E3A8A">
                  <a:alpha val="509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6200775" y="5938520"/>
            <a:ext cx="2656840" cy="452120"/>
            <a:chOff x="9765" y="9352"/>
            <a:chExt cx="4184" cy="712"/>
          </a:xfrm>
        </p:grpSpPr>
        <p:sp>
          <p:nvSpPr>
            <p:cNvPr id="48" name="任意多边形 47"/>
            <p:cNvSpPr/>
            <p:nvPr>
              <p:custDataLst>
                <p:tags r:id="rId38"/>
              </p:custDataLst>
            </p:nvPr>
          </p:nvSpPr>
          <p:spPr>
            <a:xfrm>
              <a:off x="9765" y="9352"/>
              <a:ext cx="4185" cy="713"/>
            </a:xfrm>
            <a:custGeom>
              <a:avLst/>
              <a:gdLst>
                <a:gd name="sw" fmla="*/ 1 w 4185"/>
                <a:gd name="sh" fmla="*/ 1 h 712"/>
                <a:gd name="mins" fmla="min sw sh"/>
                <a:gd name="dsw" fmla="+- 0 sw mins"/>
                <a:gd name="dsh" fmla="+- 0 sh mins"/>
                <a:gd name="p0x0" fmla="*/ 0 w 4185"/>
                <a:gd name="p0y0" fmla="*/ 0 h 712"/>
                <a:gd name="p0x1" fmla="*/ 4185 w 4185"/>
                <a:gd name="p0y1" fmla="*/ 0 h 712"/>
                <a:gd name="p0x2" fmla="*/ 4185 w 4185"/>
                <a:gd name="p0y2" fmla="*/ 712 h 712"/>
                <a:gd name="p0x3" fmla="*/ 0 w 4185"/>
                <a:gd name="p0y3" fmla="*/ 712 h 712"/>
                <a:gd name="p0x4" fmla="*/ 0 w 4185"/>
                <a:gd name="p0y4" fmla="*/ 0 h 71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FF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9" name="任意多边形 48"/>
            <p:cNvSpPr/>
            <p:nvPr>
              <p:custDataLst>
                <p:tags r:id="rId39"/>
              </p:custDataLst>
            </p:nvPr>
          </p:nvSpPr>
          <p:spPr>
            <a:xfrm>
              <a:off x="9765" y="9352"/>
              <a:ext cx="4185" cy="15"/>
            </a:xfrm>
            <a:custGeom>
              <a:avLst/>
              <a:gdLst>
                <a:gd name="sw" fmla="*/ 1 w 4185"/>
                <a:gd name="sh" fmla="*/ 1 h 15"/>
                <a:gd name="mins" fmla="min sw sh"/>
                <a:gd name="dsw" fmla="+- 0 sw mins"/>
                <a:gd name="dsh" fmla="+- 0 sh mins"/>
                <a:gd name="p0x0" fmla="*/ 0 w 4185"/>
                <a:gd name="p0y0" fmla="*/ 0 h 15"/>
                <a:gd name="p0x1" fmla="*/ 4185 w 4185"/>
                <a:gd name="p0y1" fmla="*/ 0 h 15"/>
                <a:gd name="p0x2" fmla="*/ 4185 w 4185"/>
                <a:gd name="p0y2" fmla="*/ 15 h 15"/>
                <a:gd name="p0x3" fmla="*/ 0 w 4185"/>
                <a:gd name="p0y3" fmla="*/ 15 h 15"/>
                <a:gd name="p0x4" fmla="*/ 0 w 4185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1" name="文本框 50"/>
          <p:cNvSpPr txBox="1"/>
          <p:nvPr>
            <p:custDataLst>
              <p:tags r:id="rId40"/>
            </p:custDataLst>
          </p:nvPr>
        </p:nvSpPr>
        <p:spPr>
          <a:xfrm>
            <a:off x="6981825" y="6081713"/>
            <a:ext cx="1095375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97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REQUIREMENTS</a:t>
            </a:r>
            <a:endParaRPr sz="975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41"/>
            </p:custDataLst>
          </p:nvPr>
        </p:nvSpPr>
        <p:spPr>
          <a:xfrm>
            <a:off x="7071995" y="1628775"/>
            <a:ext cx="914400" cy="914400"/>
          </a:xfrm>
          <a:custGeom>
            <a:avLst/>
            <a:gdLst>
              <a:gd name="sw" fmla="*/ 1 w 1440"/>
              <a:gd name="sh" fmla="*/ 1 h 1440"/>
              <a:gd name="mins" fmla="min sw sh"/>
              <a:gd name="dsw" fmla="+- 0 sw mins"/>
              <a:gd name="dsh" fmla="+- 0 sh mins"/>
              <a:gd name="p0x0" fmla="*/ 720 w 1440"/>
              <a:gd name="p0y0" fmla="*/ 0 h 1440"/>
              <a:gd name="p0x1" fmla="*/ 1117 w 1440"/>
              <a:gd name="p0y1" fmla="*/ 0 h 1440"/>
              <a:gd name="p0x2" fmla="*/ 1440 w 1440"/>
              <a:gd name="p0y2" fmla="*/ 322 h 1440"/>
              <a:gd name="p0x3" fmla="*/ 1440 w 1440"/>
              <a:gd name="p0y3" fmla="*/ 720 h 1440"/>
              <a:gd name="p0x4" fmla="*/ 1440 w 1440"/>
              <a:gd name="p0y4" fmla="*/ 1117 h 1440"/>
              <a:gd name="p0x5" fmla="*/ 1117 w 1440"/>
              <a:gd name="p0y5" fmla="*/ 1440 h 1440"/>
              <a:gd name="p0x6" fmla="*/ 720 w 1440"/>
              <a:gd name="p0y6" fmla="*/ 1440 h 1440"/>
              <a:gd name="p0x7" fmla="*/ 322 w 1440"/>
              <a:gd name="p0y7" fmla="*/ 1440 h 1440"/>
              <a:gd name="p0x8" fmla="*/ 0 w 1440"/>
              <a:gd name="p0y8" fmla="*/ 1117 h 1440"/>
              <a:gd name="p0x9" fmla="*/ 0 w 1440"/>
              <a:gd name="p0y9" fmla="*/ 720 h 1440"/>
              <a:gd name="p0x10" fmla="*/ 0 w 1440"/>
              <a:gd name="p0y10" fmla="*/ 322 h 1440"/>
              <a:gd name="p0x11" fmla="*/ 322 w 1440"/>
              <a:gd name="p0y11" fmla="*/ 0 h 1440"/>
              <a:gd name="p0x12" fmla="*/ 720 w 1440"/>
              <a:gd name="p0y12" fmla="*/ 0 h 14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FF6FF"/>
          </a:solidFill>
          <a:ln w="38100" cmpd="sng">
            <a:solidFill>
              <a:srgbClr val="FFFFFF"/>
            </a:solidFill>
            <a:prstDash val="solid"/>
          </a:ln>
          <a:effectLst>
            <a:outerShdw blurRad="171450" dist="38100" dir="5399999" algn="ctr" rotWithShape="0">
              <a:srgbClr val="000000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0" name="图片 39"/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 l="-1220" t="-13922" r="-1220" b="-13922"/>
          <a:stretch>
            <a:fillRect/>
          </a:stretch>
        </p:blipFill>
        <p:spPr>
          <a:xfrm>
            <a:off x="7329170" y="1876425"/>
            <a:ext cx="400050" cy="414020"/>
          </a:xfrm>
          <a:prstGeom prst="rect">
            <a:avLst/>
          </a:prstGeom>
        </p:spPr>
      </p:pic>
      <p:grpSp>
        <p:nvGrpSpPr>
          <p:cNvPr id="71" name="组合 70"/>
          <p:cNvGrpSpPr/>
          <p:nvPr/>
        </p:nvGrpSpPr>
        <p:grpSpPr>
          <a:xfrm>
            <a:off x="7033895" y="2790825"/>
            <a:ext cx="990600" cy="452120"/>
            <a:chOff x="11077" y="4395"/>
            <a:chExt cx="1560" cy="712"/>
          </a:xfrm>
        </p:grpSpPr>
        <p:sp>
          <p:nvSpPr>
            <p:cNvPr id="41" name="任意多边形 40"/>
            <p:cNvSpPr/>
            <p:nvPr>
              <p:custDataLst>
                <p:tags r:id="rId45"/>
              </p:custDataLst>
            </p:nvPr>
          </p:nvSpPr>
          <p:spPr>
            <a:xfrm>
              <a:off x="11077" y="4395"/>
              <a:ext cx="1560" cy="712"/>
            </a:xfrm>
            <a:custGeom>
              <a:avLst/>
              <a:gdLst>
                <a:gd name="sw" fmla="*/ 1 w 1560"/>
                <a:gd name="sh" fmla="*/ 1 h 712"/>
                <a:gd name="mins" fmla="min sw sh"/>
                <a:gd name="dsw" fmla="+- 0 sw mins"/>
                <a:gd name="dsh" fmla="+- 0 sh mins"/>
                <a:gd name="p0x0" fmla="*/ 0 w 1560"/>
                <a:gd name="p0y0" fmla="*/ 0 h 712"/>
                <a:gd name="p0x1" fmla="*/ 1560 w 1560"/>
                <a:gd name="p0y1" fmla="*/ 0 h 712"/>
                <a:gd name="p0x2" fmla="*/ 1560 w 1560"/>
                <a:gd name="p0y2" fmla="*/ 712 h 712"/>
                <a:gd name="p0x3" fmla="*/ 0 w 1560"/>
                <a:gd name="p0y3" fmla="*/ 712 h 712"/>
                <a:gd name="p0x4" fmla="*/ 0 w 1560"/>
                <a:gd name="p0y4" fmla="*/ 0 h 71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2" name="任意多边形 41"/>
            <p:cNvSpPr/>
            <p:nvPr>
              <p:custDataLst>
                <p:tags r:id="rId46"/>
              </p:custDataLst>
            </p:nvPr>
          </p:nvSpPr>
          <p:spPr>
            <a:xfrm>
              <a:off x="11077" y="5077"/>
              <a:ext cx="1560" cy="30"/>
            </a:xfrm>
            <a:custGeom>
              <a:avLst/>
              <a:gdLst>
                <a:gd name="sw" fmla="*/ 1 w 1560"/>
                <a:gd name="sh" fmla="*/ 1 h 30"/>
                <a:gd name="mins" fmla="min sw sh"/>
                <a:gd name="dsw" fmla="+- 0 sw mins"/>
                <a:gd name="dsh" fmla="+- 0 sh mins"/>
                <a:gd name="p0x0" fmla="*/ 1560 w 1560"/>
                <a:gd name="p0y0" fmla="*/ 30 h 30"/>
                <a:gd name="p0x1" fmla="*/ 0 w 1560"/>
                <a:gd name="p0y1" fmla="*/ 30 h 30"/>
                <a:gd name="p0x2" fmla="*/ 0 w 1560"/>
                <a:gd name="p0y2" fmla="*/ 0 h 30"/>
                <a:gd name="p0x3" fmla="*/ 1560 w 1560"/>
                <a:gd name="p0y3" fmla="*/ 0 h 30"/>
                <a:gd name="p0x4" fmla="*/ 1560 w 1560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4" name="文本框 43"/>
          <p:cNvSpPr txBox="1"/>
          <p:nvPr>
            <p:custDataLst>
              <p:tags r:id="rId47"/>
            </p:custDataLst>
          </p:nvPr>
        </p:nvSpPr>
        <p:spPr>
          <a:xfrm>
            <a:off x="6910388" y="2790825"/>
            <a:ext cx="1238250" cy="3571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9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细化要求</a:t>
            </a:r>
            <a:endParaRPr sz="195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48"/>
            </p:custDataLst>
          </p:nvPr>
        </p:nvSpPr>
        <p:spPr>
          <a:xfrm>
            <a:off x="7062788" y="3416617"/>
            <a:ext cx="933450" cy="2438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050" strike="sngStrike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</a:rPr>
              <a:t>缺乏约束条件</a:t>
            </a:r>
            <a:endParaRPr sz="1050" strike="sngStrike">
              <a:solidFill>
                <a:srgbClr val="EF44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49"/>
            </p:custDataLst>
          </p:nvPr>
        </p:nvSpPr>
        <p:spPr>
          <a:xfrm>
            <a:off x="6798469" y="3668058"/>
            <a:ext cx="1462088" cy="2438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en-US" altLang="en-US" sz="105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5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活泼语气，</a:t>
            </a:r>
            <a:r>
              <a:rPr lang="en-US" altLang="zh-CN" sz="105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300</a:t>
            </a:r>
            <a:r>
              <a:rPr lang="zh-CN" altLang="en-US" sz="105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字内</a:t>
            </a:r>
            <a:r>
              <a:rPr lang="en-US" altLang="zh-CN" sz="105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lang="en-US" altLang="zh-CN" sz="105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50"/>
            </p:custDataLst>
          </p:nvPr>
        </p:nvSpPr>
        <p:spPr>
          <a:xfrm>
            <a:off x="6462713" y="3877599"/>
            <a:ext cx="2133600" cy="5238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2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指定语气、字数、格式与风格规范</a:t>
            </a:r>
            <a:endParaRPr sz="12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任意多边形 51"/>
          <p:cNvSpPr/>
          <p:nvPr>
            <p:custDataLst>
              <p:tags r:id="rId51"/>
            </p:custDataLst>
          </p:nvPr>
        </p:nvSpPr>
        <p:spPr>
          <a:xfrm>
            <a:off x="9062720" y="1166495"/>
            <a:ext cx="2667000" cy="5229225"/>
          </a:xfrm>
          <a:custGeom>
            <a:avLst/>
            <a:gdLst>
              <a:gd name="sw" fmla="*/ 1 w 4200"/>
              <a:gd name="sh" fmla="*/ 1 h 8235"/>
              <a:gd name="mins" fmla="min sw sh"/>
              <a:gd name="dsw" fmla="+- 0 sw mins"/>
              <a:gd name="dsh" fmla="+- 0 sh mins"/>
              <a:gd name="p0x0" fmla="*/ 240 w 4200"/>
              <a:gd name="p0y0" fmla="*/ 0 h 8235"/>
              <a:gd name="p0x1" fmla="*/ 3960 w 4200"/>
              <a:gd name="p0y1" fmla="*/ 0 h 8235"/>
              <a:gd name="p0x2" fmla="*/ 4092 w 4200"/>
              <a:gd name="p0y2" fmla="*/ 0 h 8235"/>
              <a:gd name="p0x3" fmla="*/ 4200 w 4200"/>
              <a:gd name="p0y3" fmla="*/ 107 h 8235"/>
              <a:gd name="p0x4" fmla="*/ 4200 w 4200"/>
              <a:gd name="p0y4" fmla="*/ 240 h 8235"/>
              <a:gd name="p0x5" fmla="*/ 4200 w 4200"/>
              <a:gd name="p0y5" fmla="*/ 7995 h 8235"/>
              <a:gd name="p0x6" fmla="*/ 4200 w 4200"/>
              <a:gd name="p0y6" fmla="*/ 8127 h 8235"/>
              <a:gd name="p0x7" fmla="*/ 4092 w 4200"/>
              <a:gd name="p0y7" fmla="*/ 8235 h 8235"/>
              <a:gd name="p0x8" fmla="*/ 3960 w 4200"/>
              <a:gd name="p0y8" fmla="*/ 8235 h 8235"/>
              <a:gd name="p0x9" fmla="*/ 240 w 4200"/>
              <a:gd name="p0y9" fmla="*/ 8235 h 8235"/>
              <a:gd name="p0x10" fmla="*/ 107 w 4200"/>
              <a:gd name="p0y10" fmla="*/ 8235 h 8235"/>
              <a:gd name="p0x11" fmla="*/ 0 w 4200"/>
              <a:gd name="p0y11" fmla="*/ 8127 h 8235"/>
              <a:gd name="p0x12" fmla="*/ 0 w 4200"/>
              <a:gd name="p0y12" fmla="*/ 7995 h 8235"/>
              <a:gd name="p0x13" fmla="*/ 0 w 4200"/>
              <a:gd name="p0y13" fmla="*/ 240 h 8235"/>
              <a:gd name="p0x14" fmla="*/ 0 w 4200"/>
              <a:gd name="p0y14" fmla="*/ 107 h 8235"/>
              <a:gd name="p0x15" fmla="*/ 107 w 4200"/>
              <a:gd name="p0y15" fmla="*/ 0 h 8235"/>
              <a:gd name="p0x16" fmla="*/ 240 w 4200"/>
              <a:gd name="p0y16" fmla="*/ 0 h 82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2E8F0"/>
            </a:solidFill>
            <a:prstDash val="solid"/>
          </a:ln>
          <a:effectLst>
            <a:outerShdw blurRad="357188" dist="95250" dir="5399999" algn="ctr" rotWithShape="0">
              <a:srgbClr val="1E3A8A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矩形 52"/>
          <p:cNvSpPr/>
          <p:nvPr>
            <p:custDataLst>
              <p:tags r:id="rId52"/>
            </p:custDataLst>
          </p:nvPr>
        </p:nvSpPr>
        <p:spPr>
          <a:xfrm>
            <a:off x="9067800" y="1171575"/>
            <a:ext cx="2657475" cy="952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>
            <p:custDataLst>
              <p:tags r:id="rId53"/>
            </p:custDataLst>
          </p:nvPr>
        </p:nvSpPr>
        <p:spPr>
          <a:xfrm>
            <a:off x="10296525" y="5081588"/>
            <a:ext cx="2905125" cy="16668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0500" b="1">
                <a:solidFill>
                  <a:srgbClr val="1E3A8A">
                    <a:alpha val="509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0500" b="1">
              <a:solidFill>
                <a:srgbClr val="1E3A8A">
                  <a:alpha val="509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4" name="组合 73"/>
          <p:cNvGrpSpPr/>
          <p:nvPr/>
        </p:nvGrpSpPr>
        <p:grpSpPr>
          <a:xfrm>
            <a:off x="9067800" y="5938520"/>
            <a:ext cx="2656840" cy="452120"/>
            <a:chOff x="14280" y="9352"/>
            <a:chExt cx="4184" cy="712"/>
          </a:xfrm>
        </p:grpSpPr>
        <p:sp>
          <p:nvSpPr>
            <p:cNvPr id="63" name="任意多边形 62"/>
            <p:cNvSpPr/>
            <p:nvPr>
              <p:custDataLst>
                <p:tags r:id="rId54"/>
              </p:custDataLst>
            </p:nvPr>
          </p:nvSpPr>
          <p:spPr>
            <a:xfrm>
              <a:off x="14280" y="9352"/>
              <a:ext cx="4185" cy="713"/>
            </a:xfrm>
            <a:custGeom>
              <a:avLst/>
              <a:gdLst>
                <a:gd name="sw" fmla="*/ 1 w 4185"/>
                <a:gd name="sh" fmla="*/ 1 h 712"/>
                <a:gd name="mins" fmla="min sw sh"/>
                <a:gd name="dsw" fmla="+- 0 sw mins"/>
                <a:gd name="dsh" fmla="+- 0 sh mins"/>
                <a:gd name="p0x0" fmla="*/ 0 w 4185"/>
                <a:gd name="p0y0" fmla="*/ 0 h 712"/>
                <a:gd name="p0x1" fmla="*/ 4185 w 4185"/>
                <a:gd name="p0y1" fmla="*/ 0 h 712"/>
                <a:gd name="p0x2" fmla="*/ 4185 w 4185"/>
                <a:gd name="p0y2" fmla="*/ 712 h 712"/>
                <a:gd name="p0x3" fmla="*/ 0 w 4185"/>
                <a:gd name="p0y3" fmla="*/ 712 h 712"/>
                <a:gd name="p0x4" fmla="*/ 0 w 4185"/>
                <a:gd name="p0y4" fmla="*/ 0 h 71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FF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4" name="任意多边形 63"/>
            <p:cNvSpPr/>
            <p:nvPr>
              <p:custDataLst>
                <p:tags r:id="rId55"/>
              </p:custDataLst>
            </p:nvPr>
          </p:nvSpPr>
          <p:spPr>
            <a:xfrm>
              <a:off x="14280" y="9352"/>
              <a:ext cx="4185" cy="15"/>
            </a:xfrm>
            <a:custGeom>
              <a:avLst/>
              <a:gdLst>
                <a:gd name="sw" fmla="*/ 1 w 4185"/>
                <a:gd name="sh" fmla="*/ 1 h 15"/>
                <a:gd name="mins" fmla="min sw sh"/>
                <a:gd name="dsw" fmla="+- 0 sw mins"/>
                <a:gd name="dsh" fmla="+- 0 sh mins"/>
                <a:gd name="p0x0" fmla="*/ 0 w 4185"/>
                <a:gd name="p0y0" fmla="*/ 0 h 15"/>
                <a:gd name="p0x1" fmla="*/ 4185 w 4185"/>
                <a:gd name="p0y1" fmla="*/ 0 h 15"/>
                <a:gd name="p0x2" fmla="*/ 4185 w 4185"/>
                <a:gd name="p0y2" fmla="*/ 15 h 15"/>
                <a:gd name="p0x3" fmla="*/ 0 w 4185"/>
                <a:gd name="p0y3" fmla="*/ 15 h 15"/>
                <a:gd name="p0x4" fmla="*/ 0 w 4185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6" name="文本框 65"/>
          <p:cNvSpPr txBox="1"/>
          <p:nvPr>
            <p:custDataLst>
              <p:tags r:id="rId56"/>
            </p:custDataLst>
          </p:nvPr>
        </p:nvSpPr>
        <p:spPr>
          <a:xfrm>
            <a:off x="10053638" y="6081713"/>
            <a:ext cx="68580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97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CONTEXT</a:t>
            </a:r>
            <a:endParaRPr sz="975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任意多边形 54"/>
          <p:cNvSpPr/>
          <p:nvPr>
            <p:custDataLst>
              <p:tags r:id="rId57"/>
            </p:custDataLst>
          </p:nvPr>
        </p:nvSpPr>
        <p:spPr>
          <a:xfrm>
            <a:off x="9939020" y="1628775"/>
            <a:ext cx="914400" cy="914400"/>
          </a:xfrm>
          <a:custGeom>
            <a:avLst/>
            <a:gdLst>
              <a:gd name="sw" fmla="*/ 1 w 1440"/>
              <a:gd name="sh" fmla="*/ 1 h 1440"/>
              <a:gd name="mins" fmla="min sw sh"/>
              <a:gd name="dsw" fmla="+- 0 sw mins"/>
              <a:gd name="dsh" fmla="+- 0 sh mins"/>
              <a:gd name="p0x0" fmla="*/ 720 w 1440"/>
              <a:gd name="p0y0" fmla="*/ 0 h 1440"/>
              <a:gd name="p0x1" fmla="*/ 1117 w 1440"/>
              <a:gd name="p0y1" fmla="*/ 0 h 1440"/>
              <a:gd name="p0x2" fmla="*/ 1440 w 1440"/>
              <a:gd name="p0y2" fmla="*/ 322 h 1440"/>
              <a:gd name="p0x3" fmla="*/ 1440 w 1440"/>
              <a:gd name="p0y3" fmla="*/ 720 h 1440"/>
              <a:gd name="p0x4" fmla="*/ 1440 w 1440"/>
              <a:gd name="p0y4" fmla="*/ 1117 h 1440"/>
              <a:gd name="p0x5" fmla="*/ 1117 w 1440"/>
              <a:gd name="p0y5" fmla="*/ 1440 h 1440"/>
              <a:gd name="p0x6" fmla="*/ 720 w 1440"/>
              <a:gd name="p0y6" fmla="*/ 1440 h 1440"/>
              <a:gd name="p0x7" fmla="*/ 322 w 1440"/>
              <a:gd name="p0y7" fmla="*/ 1440 h 1440"/>
              <a:gd name="p0x8" fmla="*/ 0 w 1440"/>
              <a:gd name="p0y8" fmla="*/ 1117 h 1440"/>
              <a:gd name="p0x9" fmla="*/ 0 w 1440"/>
              <a:gd name="p0y9" fmla="*/ 720 h 1440"/>
              <a:gd name="p0x10" fmla="*/ 0 w 1440"/>
              <a:gd name="p0y10" fmla="*/ 322 h 1440"/>
              <a:gd name="p0x11" fmla="*/ 322 w 1440"/>
              <a:gd name="p0y11" fmla="*/ 0 h 1440"/>
              <a:gd name="p0x12" fmla="*/ 720 w 1440"/>
              <a:gd name="p0y12" fmla="*/ 0 h 14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FF6FF"/>
          </a:solidFill>
          <a:ln w="38100" cmpd="sng">
            <a:solidFill>
              <a:srgbClr val="FFFFFF"/>
            </a:solidFill>
            <a:prstDash val="solid"/>
          </a:ln>
          <a:effectLst>
            <a:outerShdw blurRad="171450" dist="38100" dir="5399999" algn="ctr" rotWithShape="0">
              <a:srgbClr val="000000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6" name="图片 55"/>
          <p:cNvPicPr>
            <a:picLocks noChangeAspect="1"/>
          </p:cNvPicPr>
          <p:nvPr>
            <p:custDataLst>
              <p:tags r:id="rId58"/>
            </p:custDataLst>
          </p:nvPr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rcRect l="-6190" t="-3008" r="-6190" b="-3008"/>
          <a:stretch>
            <a:fillRect/>
          </a:stretch>
        </p:blipFill>
        <p:spPr>
          <a:xfrm>
            <a:off x="10246360" y="1876425"/>
            <a:ext cx="299720" cy="414020"/>
          </a:xfrm>
          <a:prstGeom prst="rect">
            <a:avLst/>
          </a:prstGeom>
        </p:spPr>
      </p:pic>
      <p:grpSp>
        <p:nvGrpSpPr>
          <p:cNvPr id="73" name="组合 72"/>
          <p:cNvGrpSpPr/>
          <p:nvPr/>
        </p:nvGrpSpPr>
        <p:grpSpPr>
          <a:xfrm>
            <a:off x="9900920" y="2790825"/>
            <a:ext cx="990600" cy="452120"/>
            <a:chOff x="15592" y="4395"/>
            <a:chExt cx="1560" cy="712"/>
          </a:xfrm>
        </p:grpSpPr>
        <p:sp>
          <p:nvSpPr>
            <p:cNvPr id="57" name="任意多边形 56"/>
            <p:cNvSpPr/>
            <p:nvPr>
              <p:custDataLst>
                <p:tags r:id="rId61"/>
              </p:custDataLst>
            </p:nvPr>
          </p:nvSpPr>
          <p:spPr>
            <a:xfrm>
              <a:off x="15592" y="4395"/>
              <a:ext cx="1560" cy="712"/>
            </a:xfrm>
            <a:custGeom>
              <a:avLst/>
              <a:gdLst>
                <a:gd name="sw" fmla="*/ 1 w 1560"/>
                <a:gd name="sh" fmla="*/ 1 h 712"/>
                <a:gd name="mins" fmla="min sw sh"/>
                <a:gd name="dsw" fmla="+- 0 sw mins"/>
                <a:gd name="dsh" fmla="+- 0 sh mins"/>
                <a:gd name="p0x0" fmla="*/ 0 w 1560"/>
                <a:gd name="p0y0" fmla="*/ 0 h 712"/>
                <a:gd name="p0x1" fmla="*/ 1560 w 1560"/>
                <a:gd name="p0y1" fmla="*/ 0 h 712"/>
                <a:gd name="p0x2" fmla="*/ 1560 w 1560"/>
                <a:gd name="p0y2" fmla="*/ 712 h 712"/>
                <a:gd name="p0x3" fmla="*/ 0 w 1560"/>
                <a:gd name="p0y3" fmla="*/ 712 h 712"/>
                <a:gd name="p0x4" fmla="*/ 0 w 1560"/>
                <a:gd name="p0y4" fmla="*/ 0 h 71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8" name="任意多边形 57"/>
            <p:cNvSpPr/>
            <p:nvPr>
              <p:custDataLst>
                <p:tags r:id="rId62"/>
              </p:custDataLst>
            </p:nvPr>
          </p:nvSpPr>
          <p:spPr>
            <a:xfrm>
              <a:off x="15592" y="5077"/>
              <a:ext cx="1560" cy="30"/>
            </a:xfrm>
            <a:custGeom>
              <a:avLst/>
              <a:gdLst>
                <a:gd name="sw" fmla="*/ 1 w 1560"/>
                <a:gd name="sh" fmla="*/ 1 h 30"/>
                <a:gd name="mins" fmla="min sw sh"/>
                <a:gd name="dsw" fmla="+- 0 sw mins"/>
                <a:gd name="dsh" fmla="+- 0 sh mins"/>
                <a:gd name="p0x0" fmla="*/ 1560 w 1560"/>
                <a:gd name="p0y0" fmla="*/ 30 h 30"/>
                <a:gd name="p0x1" fmla="*/ 0 w 1560"/>
                <a:gd name="p0y1" fmla="*/ 30 h 30"/>
                <a:gd name="p0x2" fmla="*/ 0 w 1560"/>
                <a:gd name="p0y2" fmla="*/ 0 h 30"/>
                <a:gd name="p0x3" fmla="*/ 1560 w 1560"/>
                <a:gd name="p0y3" fmla="*/ 0 h 30"/>
                <a:gd name="p0x4" fmla="*/ 1560 w 1560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0" name="文本框 59"/>
          <p:cNvSpPr txBox="1"/>
          <p:nvPr>
            <p:custDataLst>
              <p:tags r:id="rId63"/>
            </p:custDataLst>
          </p:nvPr>
        </p:nvSpPr>
        <p:spPr>
          <a:xfrm>
            <a:off x="9777413" y="2790825"/>
            <a:ext cx="1238250" cy="3571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9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背景范例</a:t>
            </a:r>
            <a:endParaRPr sz="195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文本框 60"/>
          <p:cNvSpPr txBox="1"/>
          <p:nvPr>
            <p:custDataLst>
              <p:tags r:id="rId64"/>
            </p:custDataLst>
          </p:nvPr>
        </p:nvSpPr>
        <p:spPr>
          <a:xfrm>
            <a:off x="9622631" y="3416617"/>
            <a:ext cx="1547813" cy="2438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altLang="en-US" sz="105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提供参考案例</a:t>
            </a:r>
            <a:r>
              <a:rPr lang="en-US" altLang="zh-CN" sz="105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05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迭代优化</a:t>
            </a:r>
            <a:endParaRPr lang="zh-CN" altLang="en-US" sz="105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文本框 61"/>
          <p:cNvSpPr txBox="1"/>
          <p:nvPr>
            <p:custDataLst>
              <p:tags r:id="rId65"/>
            </p:custDataLst>
          </p:nvPr>
        </p:nvSpPr>
        <p:spPr>
          <a:xfrm>
            <a:off x="9329738" y="3626148"/>
            <a:ext cx="2133600" cy="5238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altLang="en-US" sz="12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通过持续反馈调整，学会提问是驾驭</a:t>
            </a:r>
            <a:r>
              <a:rPr lang="en-US" altLang="zh-CN" sz="12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2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的关键能力</a:t>
            </a:r>
            <a:endParaRPr lang="zh-CN" altLang="en-US" sz="12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457200" y="409575"/>
            <a:ext cx="5843588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3000" b="1" spc="75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实战演练：零代码搭建</a:t>
            </a:r>
            <a:r>
              <a:rPr lang="en-US" altLang="zh-CN" sz="3000" b="1" spc="75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3000" b="1" spc="75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</a:t>
            </a:r>
            <a:endParaRPr lang="zh-CN" altLang="en-US" sz="3000" b="1" spc="75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457200" y="1162050"/>
            <a:ext cx="3630930" cy="2523490"/>
            <a:chOff x="720" y="1830"/>
            <a:chExt cx="5718" cy="3974"/>
          </a:xfrm>
          <a:effectLst>
            <a:outerShdw blurRad="357188" dist="95250" dir="5399999" algn="ctr" rotWithShape="0">
              <a:srgbClr val="1E3A8A">
                <a:alpha val="7843"/>
              </a:srgbClr>
            </a:outerShdw>
          </a:effectLst>
        </p:grpSpPr>
        <p:sp>
          <p:nvSpPr>
            <p:cNvPr id="4" name="任意多边形 3"/>
            <p:cNvSpPr/>
            <p:nvPr>
              <p:custDataLst>
                <p:tags r:id="rId3"/>
              </p:custDataLst>
            </p:nvPr>
          </p:nvSpPr>
          <p:spPr>
            <a:xfrm>
              <a:off x="720" y="1830"/>
              <a:ext cx="5719" cy="3975"/>
            </a:xfrm>
            <a:custGeom>
              <a:avLst/>
              <a:gdLst>
                <a:gd name="sw" fmla="*/ 1 w 5719"/>
                <a:gd name="sh" fmla="*/ 1 h 3975"/>
                <a:gd name="mins" fmla="min sw sh"/>
                <a:gd name="dsw" fmla="+- 0 sw mins"/>
                <a:gd name="dsh" fmla="+- 0 sh mins"/>
                <a:gd name="p0x0" fmla="*/ 240 w 5719"/>
                <a:gd name="p0y0" fmla="*/ 0 h 3975"/>
                <a:gd name="p0x1" fmla="*/ 5479 w 5719"/>
                <a:gd name="p0y1" fmla="*/ 0 h 3975"/>
                <a:gd name="p0x2" fmla="*/ 5612 w 5719"/>
                <a:gd name="p0y2" fmla="*/ 0 h 3975"/>
                <a:gd name="p0x3" fmla="*/ 5719 w 5719"/>
                <a:gd name="p0y3" fmla="*/ 107 h 3975"/>
                <a:gd name="p0x4" fmla="*/ 5719 w 5719"/>
                <a:gd name="p0y4" fmla="*/ 240 h 3975"/>
                <a:gd name="p0x5" fmla="*/ 5719 w 5719"/>
                <a:gd name="p0y5" fmla="*/ 3735 h 3975"/>
                <a:gd name="p0x6" fmla="*/ 5719 w 5719"/>
                <a:gd name="p0y6" fmla="*/ 3867 h 3975"/>
                <a:gd name="p0x7" fmla="*/ 5612 w 5719"/>
                <a:gd name="p0y7" fmla="*/ 3975 h 3975"/>
                <a:gd name="p0x8" fmla="*/ 5479 w 5719"/>
                <a:gd name="p0y8" fmla="*/ 3975 h 3975"/>
                <a:gd name="p0x9" fmla="*/ 240 w 5719"/>
                <a:gd name="p0y9" fmla="*/ 3975 h 3975"/>
                <a:gd name="p0x10" fmla="*/ 107 w 5719"/>
                <a:gd name="p0y10" fmla="*/ 3975 h 3975"/>
                <a:gd name="p0x11" fmla="*/ 0 w 5719"/>
                <a:gd name="p0y11" fmla="*/ 3867 h 3975"/>
                <a:gd name="p0x12" fmla="*/ 0 w 5719"/>
                <a:gd name="p0y12" fmla="*/ 3735 h 3975"/>
                <a:gd name="p0x13" fmla="*/ 0 w 5719"/>
                <a:gd name="p0y13" fmla="*/ 240 h 3975"/>
                <a:gd name="p0x14" fmla="*/ 0 w 5719"/>
                <a:gd name="p0y14" fmla="*/ 107 h 3975"/>
                <a:gd name="p0x15" fmla="*/ 107 w 5719"/>
                <a:gd name="p0y15" fmla="*/ 0 h 3975"/>
                <a:gd name="p0x16" fmla="*/ 240 w 5719"/>
                <a:gd name="p0y16" fmla="*/ 0 h 39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任意多边形 4"/>
            <p:cNvSpPr/>
            <p:nvPr>
              <p:custDataLst>
                <p:tags r:id="rId4"/>
              </p:custDataLst>
            </p:nvPr>
          </p:nvSpPr>
          <p:spPr>
            <a:xfrm>
              <a:off x="720" y="1830"/>
              <a:ext cx="5719" cy="240"/>
            </a:xfrm>
            <a:custGeom>
              <a:avLst/>
              <a:gdLst>
                <a:gd name="sw" fmla="*/ 1 w 5719"/>
                <a:gd name="sh" fmla="*/ 1 h 240"/>
                <a:gd name="mins" fmla="min sw sh"/>
                <a:gd name="dsw" fmla="+- 0 sw mins"/>
                <a:gd name="dsh" fmla="+- 0 sh mins"/>
                <a:gd name="p0x0" fmla="*/ 240 w 5719"/>
                <a:gd name="p0y0" fmla="*/ 0 h 240"/>
                <a:gd name="p0x1" fmla="*/ 5479 w 5719"/>
                <a:gd name="p0y1" fmla="*/ 0 h 240"/>
                <a:gd name="p0x2" fmla="*/ 5612 w 5719"/>
                <a:gd name="p0y2" fmla="*/ 0 h 240"/>
                <a:gd name="p0x3" fmla="*/ 5719 w 5719"/>
                <a:gd name="p0y3" fmla="*/ 107 h 240"/>
                <a:gd name="p0x4" fmla="*/ 5719 w 5719"/>
                <a:gd name="p0y4" fmla="*/ 240 h 240"/>
                <a:gd name="p0x5" fmla="*/ 5719 w 5719"/>
                <a:gd name="p0y5" fmla="*/ 148 h 240"/>
                <a:gd name="p0x6" fmla="*/ 5612 w 5719"/>
                <a:gd name="p0y6" fmla="*/ 75 h 240"/>
                <a:gd name="p0x7" fmla="*/ 5479 w 5719"/>
                <a:gd name="p0y7" fmla="*/ 75 h 240"/>
                <a:gd name="p0x8" fmla="*/ 240 w 5719"/>
                <a:gd name="p0y8" fmla="*/ 75 h 240"/>
                <a:gd name="p0x9" fmla="*/ 107 w 5719"/>
                <a:gd name="p0y9" fmla="*/ 75 h 240"/>
                <a:gd name="p0x10" fmla="*/ 0 w 5719"/>
                <a:gd name="p0y10" fmla="*/ 148 h 240"/>
                <a:gd name="p0x11" fmla="*/ 0 w 5719"/>
                <a:gd name="p0y11" fmla="*/ 240 h 240"/>
                <a:gd name="p0x12" fmla="*/ 0 w 5719"/>
                <a:gd name="p0y12" fmla="*/ 107 h 240"/>
                <a:gd name="p0x13" fmla="*/ 107 w 5719"/>
                <a:gd name="p0y13" fmla="*/ 0 h 240"/>
                <a:gd name="p0x14" fmla="*/ 240 w 5719"/>
                <a:gd name="p0y14" fmla="*/ 0 h 2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3451174" y="1304925"/>
            <a:ext cx="828675" cy="476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30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6"/>
            </p:custDataLst>
          </p:nvPr>
        </p:nvSpPr>
        <p:spPr>
          <a:xfrm>
            <a:off x="685800" y="1438275"/>
            <a:ext cx="533400" cy="533400"/>
          </a:xfrm>
          <a:custGeom>
            <a:avLst/>
            <a:gdLst>
              <a:gd name="sw" fmla="*/ 1 w 840"/>
              <a:gd name="sh" fmla="*/ 1 h 840"/>
              <a:gd name="mins" fmla="min sw sh"/>
              <a:gd name="dsw" fmla="+- 0 sw mins"/>
              <a:gd name="dsh" fmla="+- 0 sh mins"/>
              <a:gd name="p0x0" fmla="*/ 180 w 840"/>
              <a:gd name="p0y0" fmla="*/ 0 h 840"/>
              <a:gd name="p0x1" fmla="*/ 660 w 840"/>
              <a:gd name="p0y1" fmla="*/ 0 h 840"/>
              <a:gd name="p0x2" fmla="*/ 759 w 840"/>
              <a:gd name="p0y2" fmla="*/ 0 h 840"/>
              <a:gd name="p0x3" fmla="*/ 840 w 840"/>
              <a:gd name="p0y3" fmla="*/ 80 h 840"/>
              <a:gd name="p0x4" fmla="*/ 840 w 840"/>
              <a:gd name="p0y4" fmla="*/ 180 h 840"/>
              <a:gd name="p0x5" fmla="*/ 840 w 840"/>
              <a:gd name="p0y5" fmla="*/ 660 h 840"/>
              <a:gd name="p0x6" fmla="*/ 840 w 840"/>
              <a:gd name="p0y6" fmla="*/ 759 h 840"/>
              <a:gd name="p0x7" fmla="*/ 759 w 840"/>
              <a:gd name="p0y7" fmla="*/ 840 h 840"/>
              <a:gd name="p0x8" fmla="*/ 660 w 840"/>
              <a:gd name="p0y8" fmla="*/ 840 h 840"/>
              <a:gd name="p0x9" fmla="*/ 180 w 840"/>
              <a:gd name="p0y9" fmla="*/ 840 h 840"/>
              <a:gd name="p0x10" fmla="*/ 80 w 840"/>
              <a:gd name="p0y10" fmla="*/ 840 h 840"/>
              <a:gd name="p0x11" fmla="*/ 0 w 840"/>
              <a:gd name="p0y11" fmla="*/ 759 h 840"/>
              <a:gd name="p0x12" fmla="*/ 0 w 840"/>
              <a:gd name="p0y12" fmla="*/ 660 h 840"/>
              <a:gd name="p0x13" fmla="*/ 0 w 840"/>
              <a:gd name="p0y13" fmla="*/ 180 h 840"/>
              <a:gd name="p0x14" fmla="*/ 0 w 840"/>
              <a:gd name="p0y14" fmla="*/ 80 h 840"/>
              <a:gd name="p0x15" fmla="*/ 80 w 840"/>
              <a:gd name="p0y15" fmla="*/ 0 h 840"/>
              <a:gd name="p0x16" fmla="*/ 180 w 840"/>
              <a:gd name="p0y16" fmla="*/ 0 h 8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9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2000" t="-4933" r="-2000" b="-4933"/>
          <a:stretch>
            <a:fillRect/>
          </a:stretch>
        </p:blipFill>
        <p:spPr>
          <a:xfrm>
            <a:off x="828675" y="1571625"/>
            <a:ext cx="247650" cy="26162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1390650" y="1552575"/>
            <a:ext cx="1047750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打开平台</a:t>
            </a:r>
            <a:endParaRPr sz="165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0" name="组合 59"/>
          <p:cNvGrpSpPr/>
          <p:nvPr/>
        </p:nvGrpSpPr>
        <p:grpSpPr>
          <a:xfrm>
            <a:off x="685800" y="2114550"/>
            <a:ext cx="3173730" cy="1342390"/>
            <a:chOff x="1080" y="3330"/>
            <a:chExt cx="4998" cy="2114"/>
          </a:xfrm>
        </p:grpSpPr>
        <p:sp>
          <p:nvSpPr>
            <p:cNvPr id="11" name="任意多边形 10"/>
            <p:cNvSpPr/>
            <p:nvPr>
              <p:custDataLst>
                <p:tags r:id="rId11"/>
              </p:custDataLst>
            </p:nvPr>
          </p:nvSpPr>
          <p:spPr>
            <a:xfrm>
              <a:off x="1080" y="3330"/>
              <a:ext cx="4999" cy="2115"/>
            </a:xfrm>
            <a:custGeom>
              <a:avLst/>
              <a:gdLst>
                <a:gd name="sw" fmla="*/ 1 w 4999"/>
                <a:gd name="sh" fmla="*/ 1 h 2115"/>
                <a:gd name="mins" fmla="min sw sh"/>
                <a:gd name="dsw" fmla="+- 0 sw mins"/>
                <a:gd name="dsh" fmla="+- 0 sh mins"/>
                <a:gd name="p0x0" fmla="*/ 120 w 4999"/>
                <a:gd name="p0y0" fmla="*/ 0 h 2115"/>
                <a:gd name="p0x1" fmla="*/ 4879 w 4999"/>
                <a:gd name="p0y1" fmla="*/ 0 h 2115"/>
                <a:gd name="p0x2" fmla="*/ 4946 w 4999"/>
                <a:gd name="p0y2" fmla="*/ 0 h 2115"/>
                <a:gd name="p0x3" fmla="*/ 4999 w 4999"/>
                <a:gd name="p0y3" fmla="*/ 53 h 2115"/>
                <a:gd name="p0x4" fmla="*/ 4999 w 4999"/>
                <a:gd name="p0y4" fmla="*/ 120 h 2115"/>
                <a:gd name="p0x5" fmla="*/ 4999 w 4999"/>
                <a:gd name="p0y5" fmla="*/ 1995 h 2115"/>
                <a:gd name="p0x6" fmla="*/ 4999 w 4999"/>
                <a:gd name="p0y6" fmla="*/ 2061 h 2115"/>
                <a:gd name="p0x7" fmla="*/ 4946 w 4999"/>
                <a:gd name="p0y7" fmla="*/ 2115 h 2115"/>
                <a:gd name="p0x8" fmla="*/ 4879 w 4999"/>
                <a:gd name="p0y8" fmla="*/ 2115 h 2115"/>
                <a:gd name="p0x9" fmla="*/ 120 w 4999"/>
                <a:gd name="p0y9" fmla="*/ 2115 h 2115"/>
                <a:gd name="p0x10" fmla="*/ 53 w 4999"/>
                <a:gd name="p0y10" fmla="*/ 2115 h 2115"/>
                <a:gd name="p0x11" fmla="*/ 0 w 4999"/>
                <a:gd name="p0y11" fmla="*/ 2061 h 2115"/>
                <a:gd name="p0x12" fmla="*/ 0 w 4999"/>
                <a:gd name="p0y12" fmla="*/ 1995 h 2115"/>
                <a:gd name="p0x13" fmla="*/ 0 w 4999"/>
                <a:gd name="p0y13" fmla="*/ 120 h 2115"/>
                <a:gd name="p0x14" fmla="*/ 0 w 4999"/>
                <a:gd name="p0y14" fmla="*/ 53 h 2115"/>
                <a:gd name="p0x15" fmla="*/ 53 w 4999"/>
                <a:gd name="p0y15" fmla="*/ 0 h 2115"/>
                <a:gd name="p0x16" fmla="*/ 120 w 4999"/>
                <a:gd name="p0y16" fmla="*/ 0 h 21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7F9F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任意多边形 11"/>
            <p:cNvSpPr/>
            <p:nvPr>
              <p:custDataLst>
                <p:tags r:id="rId12"/>
              </p:custDataLst>
            </p:nvPr>
          </p:nvSpPr>
          <p:spPr>
            <a:xfrm>
              <a:off x="1080" y="3330"/>
              <a:ext cx="120" cy="2115"/>
            </a:xfrm>
            <a:custGeom>
              <a:avLst/>
              <a:gdLst>
                <a:gd name="sw" fmla="*/ 1 w 120"/>
                <a:gd name="sh" fmla="*/ 1 h 2115"/>
                <a:gd name="mins" fmla="min sw sh"/>
                <a:gd name="dsw" fmla="+- 0 sw mins"/>
                <a:gd name="dsh" fmla="+- 0 sh mins"/>
                <a:gd name="p0x0" fmla="*/ 0 w 120"/>
                <a:gd name="p0y0" fmla="*/ 1995 h 2115"/>
                <a:gd name="p0x1" fmla="*/ 0 w 120"/>
                <a:gd name="p0y1" fmla="*/ 120 h 2115"/>
                <a:gd name="p0x2" fmla="*/ 0 w 120"/>
                <a:gd name="p0y2" fmla="*/ 53 h 2115"/>
                <a:gd name="p0x3" fmla="*/ 53 w 120"/>
                <a:gd name="p0y3" fmla="*/ 0 h 2115"/>
                <a:gd name="p0x4" fmla="*/ 120 w 120"/>
                <a:gd name="p0y4" fmla="*/ 0 h 2115"/>
                <a:gd name="p0x5" fmla="*/ 86 w 120"/>
                <a:gd name="p0y5" fmla="*/ 0 h 2115"/>
                <a:gd name="p0x6" fmla="*/ 60 w 120"/>
                <a:gd name="p0y6" fmla="*/ 53 h 2115"/>
                <a:gd name="p0x7" fmla="*/ 60 w 120"/>
                <a:gd name="p0y7" fmla="*/ 120 h 2115"/>
                <a:gd name="p0x8" fmla="*/ 60 w 120"/>
                <a:gd name="p0y8" fmla="*/ 1995 h 2115"/>
                <a:gd name="p0x9" fmla="*/ 60 w 120"/>
                <a:gd name="p0y9" fmla="*/ 2061 h 2115"/>
                <a:gd name="p0x10" fmla="*/ 86 w 120"/>
                <a:gd name="p0y10" fmla="*/ 2115 h 2115"/>
                <a:gd name="p0x11" fmla="*/ 120 w 120"/>
                <a:gd name="p0y11" fmla="*/ 2115 h 2115"/>
                <a:gd name="p0x12" fmla="*/ 53 w 120"/>
                <a:gd name="p0y12" fmla="*/ 2115 h 2115"/>
                <a:gd name="p0x13" fmla="*/ 0 w 120"/>
                <a:gd name="p0y13" fmla="*/ 2061 h 2115"/>
                <a:gd name="p0x14" fmla="*/ 0 w 120"/>
                <a:gd name="p0y14" fmla="*/ 1995 h 21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857250" y="2504170"/>
            <a:ext cx="2870149" cy="5571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33000"/>
              </a:lnSpc>
            </a:pPr>
            <a:r>
              <a:rPr sz="12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访问扣子或腾讯元宝等平台，点击创建智能体，选择零代码模式快速开始。</a:t>
            </a:r>
            <a:endParaRPr sz="12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4279265" y="1162050"/>
            <a:ext cx="3632200" cy="2523490"/>
            <a:chOff x="6739" y="1830"/>
            <a:chExt cx="5720" cy="3974"/>
          </a:xfrm>
          <a:effectLst>
            <a:outerShdw blurRad="357188" dist="95250" dir="5399999" algn="ctr" rotWithShape="0">
              <a:srgbClr val="1E3A8A">
                <a:alpha val="7843"/>
              </a:srgbClr>
            </a:outerShdw>
          </a:effectLst>
        </p:grpSpPr>
        <p:sp>
          <p:nvSpPr>
            <p:cNvPr id="15" name="任意多边形 14"/>
            <p:cNvSpPr/>
            <p:nvPr>
              <p:custDataLst>
                <p:tags r:id="rId14"/>
              </p:custDataLst>
            </p:nvPr>
          </p:nvSpPr>
          <p:spPr>
            <a:xfrm>
              <a:off x="6739" y="1830"/>
              <a:ext cx="5720" cy="3975"/>
            </a:xfrm>
            <a:custGeom>
              <a:avLst/>
              <a:gdLst>
                <a:gd name="sw" fmla="*/ 1 w 5720"/>
                <a:gd name="sh" fmla="*/ 1 h 3975"/>
                <a:gd name="mins" fmla="min sw sh"/>
                <a:gd name="dsw" fmla="+- 0 sw mins"/>
                <a:gd name="dsh" fmla="+- 0 sh mins"/>
                <a:gd name="p0x0" fmla="*/ 240 w 5720"/>
                <a:gd name="p0y0" fmla="*/ 0 h 3975"/>
                <a:gd name="p0x1" fmla="*/ 5480 w 5720"/>
                <a:gd name="p0y1" fmla="*/ 0 h 3975"/>
                <a:gd name="p0x2" fmla="*/ 5612 w 5720"/>
                <a:gd name="p0y2" fmla="*/ 0 h 3975"/>
                <a:gd name="p0x3" fmla="*/ 5720 w 5720"/>
                <a:gd name="p0y3" fmla="*/ 107 h 3975"/>
                <a:gd name="p0x4" fmla="*/ 5720 w 5720"/>
                <a:gd name="p0y4" fmla="*/ 240 h 3975"/>
                <a:gd name="p0x5" fmla="*/ 5720 w 5720"/>
                <a:gd name="p0y5" fmla="*/ 3735 h 3975"/>
                <a:gd name="p0x6" fmla="*/ 5720 w 5720"/>
                <a:gd name="p0y6" fmla="*/ 3867 h 3975"/>
                <a:gd name="p0x7" fmla="*/ 5612 w 5720"/>
                <a:gd name="p0y7" fmla="*/ 3975 h 3975"/>
                <a:gd name="p0x8" fmla="*/ 5480 w 5720"/>
                <a:gd name="p0y8" fmla="*/ 3975 h 3975"/>
                <a:gd name="p0x9" fmla="*/ 240 w 5720"/>
                <a:gd name="p0y9" fmla="*/ 3975 h 3975"/>
                <a:gd name="p0x10" fmla="*/ 107 w 5720"/>
                <a:gd name="p0y10" fmla="*/ 3975 h 3975"/>
                <a:gd name="p0x11" fmla="*/ 0 w 5720"/>
                <a:gd name="p0y11" fmla="*/ 3867 h 3975"/>
                <a:gd name="p0x12" fmla="*/ 0 w 5720"/>
                <a:gd name="p0y12" fmla="*/ 3735 h 3975"/>
                <a:gd name="p0x13" fmla="*/ 0 w 5720"/>
                <a:gd name="p0y13" fmla="*/ 240 h 3975"/>
                <a:gd name="p0x14" fmla="*/ 0 w 5720"/>
                <a:gd name="p0y14" fmla="*/ 107 h 3975"/>
                <a:gd name="p0x15" fmla="*/ 107 w 5720"/>
                <a:gd name="p0y15" fmla="*/ 0 h 3975"/>
                <a:gd name="p0x16" fmla="*/ 240 w 5720"/>
                <a:gd name="p0y16" fmla="*/ 0 h 39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任意多边形 15"/>
            <p:cNvSpPr/>
            <p:nvPr>
              <p:custDataLst>
                <p:tags r:id="rId15"/>
              </p:custDataLst>
            </p:nvPr>
          </p:nvSpPr>
          <p:spPr>
            <a:xfrm>
              <a:off x="6739" y="1830"/>
              <a:ext cx="5720" cy="240"/>
            </a:xfrm>
            <a:custGeom>
              <a:avLst/>
              <a:gdLst>
                <a:gd name="sw" fmla="*/ 1 w 5720"/>
                <a:gd name="sh" fmla="*/ 1 h 240"/>
                <a:gd name="mins" fmla="min sw sh"/>
                <a:gd name="dsw" fmla="+- 0 sw mins"/>
                <a:gd name="dsh" fmla="+- 0 sh mins"/>
                <a:gd name="p0x0" fmla="*/ 240 w 5720"/>
                <a:gd name="p0y0" fmla="*/ 0 h 240"/>
                <a:gd name="p0x1" fmla="*/ 5480 w 5720"/>
                <a:gd name="p0y1" fmla="*/ 0 h 240"/>
                <a:gd name="p0x2" fmla="*/ 5612 w 5720"/>
                <a:gd name="p0y2" fmla="*/ 0 h 240"/>
                <a:gd name="p0x3" fmla="*/ 5720 w 5720"/>
                <a:gd name="p0y3" fmla="*/ 107 h 240"/>
                <a:gd name="p0x4" fmla="*/ 5720 w 5720"/>
                <a:gd name="p0y4" fmla="*/ 240 h 240"/>
                <a:gd name="p0x5" fmla="*/ 5720 w 5720"/>
                <a:gd name="p0y5" fmla="*/ 148 h 240"/>
                <a:gd name="p0x6" fmla="*/ 5612 w 5720"/>
                <a:gd name="p0y6" fmla="*/ 75 h 240"/>
                <a:gd name="p0x7" fmla="*/ 5480 w 5720"/>
                <a:gd name="p0y7" fmla="*/ 75 h 240"/>
                <a:gd name="p0x8" fmla="*/ 240 w 5720"/>
                <a:gd name="p0y8" fmla="*/ 75 h 240"/>
                <a:gd name="p0x9" fmla="*/ 107 w 5720"/>
                <a:gd name="p0y9" fmla="*/ 75 h 240"/>
                <a:gd name="p0x10" fmla="*/ 0 w 5720"/>
                <a:gd name="p0y10" fmla="*/ 148 h 240"/>
                <a:gd name="p0x11" fmla="*/ 0 w 5720"/>
                <a:gd name="p0y11" fmla="*/ 240 h 240"/>
                <a:gd name="p0x12" fmla="*/ 0 w 5720"/>
                <a:gd name="p0y12" fmla="*/ 107 h 240"/>
                <a:gd name="p0x13" fmla="*/ 107 w 5720"/>
                <a:gd name="p0y13" fmla="*/ 0 h 240"/>
                <a:gd name="p0x14" fmla="*/ 240 w 5720"/>
                <a:gd name="p0y14" fmla="*/ 0 h 2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>
            <p:custDataLst>
              <p:tags r:id="rId16"/>
            </p:custDataLst>
          </p:nvPr>
        </p:nvSpPr>
        <p:spPr>
          <a:xfrm>
            <a:off x="7273899" y="1304925"/>
            <a:ext cx="828675" cy="476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30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7"/>
            </p:custDataLst>
          </p:nvPr>
        </p:nvSpPr>
        <p:spPr>
          <a:xfrm>
            <a:off x="4507865" y="1438275"/>
            <a:ext cx="533400" cy="533400"/>
          </a:xfrm>
          <a:custGeom>
            <a:avLst/>
            <a:gdLst>
              <a:gd name="sw" fmla="*/ 1 w 840"/>
              <a:gd name="sh" fmla="*/ 1 h 840"/>
              <a:gd name="mins" fmla="min sw sh"/>
              <a:gd name="dsw" fmla="+- 0 sw mins"/>
              <a:gd name="dsh" fmla="+- 0 sh mins"/>
              <a:gd name="p0x0" fmla="*/ 180 w 840"/>
              <a:gd name="p0y0" fmla="*/ 0 h 840"/>
              <a:gd name="p0x1" fmla="*/ 660 w 840"/>
              <a:gd name="p0y1" fmla="*/ 0 h 840"/>
              <a:gd name="p0x2" fmla="*/ 759 w 840"/>
              <a:gd name="p0y2" fmla="*/ 0 h 840"/>
              <a:gd name="p0x3" fmla="*/ 840 w 840"/>
              <a:gd name="p0y3" fmla="*/ 80 h 840"/>
              <a:gd name="p0x4" fmla="*/ 840 w 840"/>
              <a:gd name="p0y4" fmla="*/ 180 h 840"/>
              <a:gd name="p0x5" fmla="*/ 840 w 840"/>
              <a:gd name="p0y5" fmla="*/ 660 h 840"/>
              <a:gd name="p0x6" fmla="*/ 840 w 840"/>
              <a:gd name="p0y6" fmla="*/ 759 h 840"/>
              <a:gd name="p0x7" fmla="*/ 759 w 840"/>
              <a:gd name="p0y7" fmla="*/ 840 h 840"/>
              <a:gd name="p0x8" fmla="*/ 660 w 840"/>
              <a:gd name="p0y8" fmla="*/ 840 h 840"/>
              <a:gd name="p0x9" fmla="*/ 180 w 840"/>
              <a:gd name="p0y9" fmla="*/ 840 h 840"/>
              <a:gd name="p0x10" fmla="*/ 80 w 840"/>
              <a:gd name="p0y10" fmla="*/ 840 h 840"/>
              <a:gd name="p0x11" fmla="*/ 0 w 840"/>
              <a:gd name="p0y11" fmla="*/ 759 h 840"/>
              <a:gd name="p0x12" fmla="*/ 0 w 840"/>
              <a:gd name="p0y12" fmla="*/ 660 h 840"/>
              <a:gd name="p0x13" fmla="*/ 0 w 840"/>
              <a:gd name="p0y13" fmla="*/ 180 h 840"/>
              <a:gd name="p0x14" fmla="*/ 0 w 840"/>
              <a:gd name="p0y14" fmla="*/ 80 h 840"/>
              <a:gd name="p0x15" fmla="*/ 80 w 840"/>
              <a:gd name="p0y15" fmla="*/ 0 h 840"/>
              <a:gd name="p0x16" fmla="*/ 180 w 840"/>
              <a:gd name="p0y16" fmla="*/ 0 h 8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9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-4111" t="-4933" r="-4111" b="-4933"/>
          <a:stretch>
            <a:fillRect/>
          </a:stretch>
        </p:blipFill>
        <p:spPr>
          <a:xfrm>
            <a:off x="4620260" y="1571625"/>
            <a:ext cx="309245" cy="26162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21"/>
            </p:custDataLst>
          </p:nvPr>
        </p:nvSpPr>
        <p:spPr>
          <a:xfrm>
            <a:off x="5213299" y="1552575"/>
            <a:ext cx="1047750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设定人设</a:t>
            </a:r>
            <a:endParaRPr sz="165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4507865" y="2114550"/>
            <a:ext cx="3175000" cy="1342390"/>
            <a:chOff x="7099" y="3330"/>
            <a:chExt cx="5000" cy="2114"/>
          </a:xfrm>
        </p:grpSpPr>
        <p:sp>
          <p:nvSpPr>
            <p:cNvPr id="22" name="任意多边形 21"/>
            <p:cNvSpPr/>
            <p:nvPr>
              <p:custDataLst>
                <p:tags r:id="rId22"/>
              </p:custDataLst>
            </p:nvPr>
          </p:nvSpPr>
          <p:spPr>
            <a:xfrm>
              <a:off x="7099" y="3330"/>
              <a:ext cx="5000" cy="2115"/>
            </a:xfrm>
            <a:custGeom>
              <a:avLst/>
              <a:gdLst>
                <a:gd name="sw" fmla="*/ 1 w 5000"/>
                <a:gd name="sh" fmla="*/ 1 h 2115"/>
                <a:gd name="mins" fmla="min sw sh"/>
                <a:gd name="dsw" fmla="+- 0 sw mins"/>
                <a:gd name="dsh" fmla="+- 0 sh mins"/>
                <a:gd name="p0x0" fmla="*/ 120 w 5000"/>
                <a:gd name="p0y0" fmla="*/ 0 h 2115"/>
                <a:gd name="p0x1" fmla="*/ 4880 w 5000"/>
                <a:gd name="p0y1" fmla="*/ 0 h 2115"/>
                <a:gd name="p0x2" fmla="*/ 4946 w 5000"/>
                <a:gd name="p0y2" fmla="*/ 0 h 2115"/>
                <a:gd name="p0x3" fmla="*/ 5000 w 5000"/>
                <a:gd name="p0y3" fmla="*/ 53 h 2115"/>
                <a:gd name="p0x4" fmla="*/ 5000 w 5000"/>
                <a:gd name="p0y4" fmla="*/ 120 h 2115"/>
                <a:gd name="p0x5" fmla="*/ 5000 w 5000"/>
                <a:gd name="p0y5" fmla="*/ 1995 h 2115"/>
                <a:gd name="p0x6" fmla="*/ 5000 w 5000"/>
                <a:gd name="p0y6" fmla="*/ 2061 h 2115"/>
                <a:gd name="p0x7" fmla="*/ 4946 w 5000"/>
                <a:gd name="p0y7" fmla="*/ 2115 h 2115"/>
                <a:gd name="p0x8" fmla="*/ 4880 w 5000"/>
                <a:gd name="p0y8" fmla="*/ 2115 h 2115"/>
                <a:gd name="p0x9" fmla="*/ 120 w 5000"/>
                <a:gd name="p0y9" fmla="*/ 2115 h 2115"/>
                <a:gd name="p0x10" fmla="*/ 53 w 5000"/>
                <a:gd name="p0y10" fmla="*/ 2115 h 2115"/>
                <a:gd name="p0x11" fmla="*/ 0 w 5000"/>
                <a:gd name="p0y11" fmla="*/ 2061 h 2115"/>
                <a:gd name="p0x12" fmla="*/ 0 w 5000"/>
                <a:gd name="p0y12" fmla="*/ 1995 h 2115"/>
                <a:gd name="p0x13" fmla="*/ 0 w 5000"/>
                <a:gd name="p0y13" fmla="*/ 120 h 2115"/>
                <a:gd name="p0x14" fmla="*/ 0 w 5000"/>
                <a:gd name="p0y14" fmla="*/ 53 h 2115"/>
                <a:gd name="p0x15" fmla="*/ 53 w 5000"/>
                <a:gd name="p0y15" fmla="*/ 0 h 2115"/>
                <a:gd name="p0x16" fmla="*/ 120 w 5000"/>
                <a:gd name="p0y16" fmla="*/ 0 h 21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7F9F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任意多边形 22"/>
            <p:cNvSpPr/>
            <p:nvPr>
              <p:custDataLst>
                <p:tags r:id="rId23"/>
              </p:custDataLst>
            </p:nvPr>
          </p:nvSpPr>
          <p:spPr>
            <a:xfrm>
              <a:off x="7099" y="3330"/>
              <a:ext cx="120" cy="2115"/>
            </a:xfrm>
            <a:custGeom>
              <a:avLst/>
              <a:gdLst>
                <a:gd name="sw" fmla="*/ 1 w 120"/>
                <a:gd name="sh" fmla="*/ 1 h 2115"/>
                <a:gd name="mins" fmla="min sw sh"/>
                <a:gd name="dsw" fmla="+- 0 sw mins"/>
                <a:gd name="dsh" fmla="+- 0 sh mins"/>
                <a:gd name="p0x0" fmla="*/ 0 w 120"/>
                <a:gd name="p0y0" fmla="*/ 1995 h 2115"/>
                <a:gd name="p0x1" fmla="*/ 0 w 120"/>
                <a:gd name="p0y1" fmla="*/ 120 h 2115"/>
                <a:gd name="p0x2" fmla="*/ 0 w 120"/>
                <a:gd name="p0y2" fmla="*/ 53 h 2115"/>
                <a:gd name="p0x3" fmla="*/ 53 w 120"/>
                <a:gd name="p0y3" fmla="*/ 0 h 2115"/>
                <a:gd name="p0x4" fmla="*/ 120 w 120"/>
                <a:gd name="p0y4" fmla="*/ 0 h 2115"/>
                <a:gd name="p0x5" fmla="*/ 86 w 120"/>
                <a:gd name="p0y5" fmla="*/ 0 h 2115"/>
                <a:gd name="p0x6" fmla="*/ 60 w 120"/>
                <a:gd name="p0y6" fmla="*/ 53 h 2115"/>
                <a:gd name="p0x7" fmla="*/ 60 w 120"/>
                <a:gd name="p0y7" fmla="*/ 120 h 2115"/>
                <a:gd name="p0x8" fmla="*/ 60 w 120"/>
                <a:gd name="p0y8" fmla="*/ 1995 h 2115"/>
                <a:gd name="p0x9" fmla="*/ 60 w 120"/>
                <a:gd name="p0y9" fmla="*/ 2061 h 2115"/>
                <a:gd name="p0x10" fmla="*/ 86 w 120"/>
                <a:gd name="p0y10" fmla="*/ 2115 h 2115"/>
                <a:gd name="p0x11" fmla="*/ 120 w 120"/>
                <a:gd name="p0y11" fmla="*/ 2115 h 2115"/>
                <a:gd name="p0x12" fmla="*/ 53 w 120"/>
                <a:gd name="p0y12" fmla="*/ 2115 h 2115"/>
                <a:gd name="p0x13" fmla="*/ 0 w 120"/>
                <a:gd name="p0y13" fmla="*/ 2061 h 2115"/>
                <a:gd name="p0x14" fmla="*/ 0 w 120"/>
                <a:gd name="p0y14" fmla="*/ 1995 h 21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5" name="文本框 24"/>
          <p:cNvSpPr txBox="1"/>
          <p:nvPr>
            <p:custDataLst>
              <p:tags r:id="rId24"/>
            </p:custDataLst>
          </p:nvPr>
        </p:nvSpPr>
        <p:spPr>
          <a:xfrm>
            <a:off x="4679899" y="2374611"/>
            <a:ext cx="2870225" cy="81620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2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设定为</a:t>
            </a:r>
            <a:r>
              <a:rPr lang="en-US" altLang="zh-CN" sz="12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2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专业耐心的企业业务助手</a:t>
            </a:r>
            <a:r>
              <a:rPr lang="en-US" altLang="zh-CN" sz="12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2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，定义说话风格与服务边界，确保回复符合企业调性。</a:t>
            </a:r>
            <a:endParaRPr lang="zh-CN" altLang="en-US" sz="12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8101965" y="1162050"/>
            <a:ext cx="3632200" cy="2523490"/>
            <a:chOff x="12759" y="1830"/>
            <a:chExt cx="5720" cy="3974"/>
          </a:xfrm>
          <a:effectLst>
            <a:outerShdw blurRad="357188" dist="95250" dir="5399999" algn="ctr" rotWithShape="0">
              <a:srgbClr val="1E3A8A">
                <a:alpha val="7843"/>
              </a:srgbClr>
            </a:outerShdw>
          </a:effectLst>
        </p:grpSpPr>
        <p:sp>
          <p:nvSpPr>
            <p:cNvPr id="26" name="任意多边形 25"/>
            <p:cNvSpPr/>
            <p:nvPr>
              <p:custDataLst>
                <p:tags r:id="rId25"/>
              </p:custDataLst>
            </p:nvPr>
          </p:nvSpPr>
          <p:spPr>
            <a:xfrm>
              <a:off x="12759" y="1830"/>
              <a:ext cx="5721" cy="3975"/>
            </a:xfrm>
            <a:custGeom>
              <a:avLst/>
              <a:gdLst>
                <a:gd name="sw" fmla="*/ 1 w 5720"/>
                <a:gd name="sh" fmla="*/ 1 h 3975"/>
                <a:gd name="mins" fmla="min sw sh"/>
                <a:gd name="dsw" fmla="+- 0 sw mins"/>
                <a:gd name="dsh" fmla="+- 0 sh mins"/>
                <a:gd name="p0x0" fmla="*/ 240 w 5720"/>
                <a:gd name="p0y0" fmla="*/ 0 h 3975"/>
                <a:gd name="p0x1" fmla="*/ 5480 w 5720"/>
                <a:gd name="p0y1" fmla="*/ 0 h 3975"/>
                <a:gd name="p0x2" fmla="*/ 5612 w 5720"/>
                <a:gd name="p0y2" fmla="*/ 0 h 3975"/>
                <a:gd name="p0x3" fmla="*/ 5720 w 5720"/>
                <a:gd name="p0y3" fmla="*/ 107 h 3975"/>
                <a:gd name="p0x4" fmla="*/ 5720 w 5720"/>
                <a:gd name="p0y4" fmla="*/ 240 h 3975"/>
                <a:gd name="p0x5" fmla="*/ 5720 w 5720"/>
                <a:gd name="p0y5" fmla="*/ 3735 h 3975"/>
                <a:gd name="p0x6" fmla="*/ 5720 w 5720"/>
                <a:gd name="p0y6" fmla="*/ 3867 h 3975"/>
                <a:gd name="p0x7" fmla="*/ 5612 w 5720"/>
                <a:gd name="p0y7" fmla="*/ 3975 h 3975"/>
                <a:gd name="p0x8" fmla="*/ 5480 w 5720"/>
                <a:gd name="p0y8" fmla="*/ 3975 h 3975"/>
                <a:gd name="p0x9" fmla="*/ 240 w 5720"/>
                <a:gd name="p0y9" fmla="*/ 3975 h 3975"/>
                <a:gd name="p0x10" fmla="*/ 107 w 5720"/>
                <a:gd name="p0y10" fmla="*/ 3975 h 3975"/>
                <a:gd name="p0x11" fmla="*/ 0 w 5720"/>
                <a:gd name="p0y11" fmla="*/ 3867 h 3975"/>
                <a:gd name="p0x12" fmla="*/ 0 w 5720"/>
                <a:gd name="p0y12" fmla="*/ 3735 h 3975"/>
                <a:gd name="p0x13" fmla="*/ 0 w 5720"/>
                <a:gd name="p0y13" fmla="*/ 240 h 3975"/>
                <a:gd name="p0x14" fmla="*/ 0 w 5720"/>
                <a:gd name="p0y14" fmla="*/ 107 h 3975"/>
                <a:gd name="p0x15" fmla="*/ 107 w 5720"/>
                <a:gd name="p0y15" fmla="*/ 0 h 3975"/>
                <a:gd name="p0x16" fmla="*/ 240 w 5720"/>
                <a:gd name="p0y16" fmla="*/ 0 h 39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>
              <p:custDataLst>
                <p:tags r:id="rId26"/>
              </p:custDataLst>
            </p:nvPr>
          </p:nvSpPr>
          <p:spPr>
            <a:xfrm>
              <a:off x="12759" y="1830"/>
              <a:ext cx="5721" cy="240"/>
            </a:xfrm>
            <a:custGeom>
              <a:avLst/>
              <a:gdLst>
                <a:gd name="sw" fmla="*/ 1 w 5720"/>
                <a:gd name="sh" fmla="*/ 1 h 240"/>
                <a:gd name="mins" fmla="min sw sh"/>
                <a:gd name="dsw" fmla="+- 0 sw mins"/>
                <a:gd name="dsh" fmla="+- 0 sh mins"/>
                <a:gd name="p0x0" fmla="*/ 240 w 5720"/>
                <a:gd name="p0y0" fmla="*/ 0 h 240"/>
                <a:gd name="p0x1" fmla="*/ 5480 w 5720"/>
                <a:gd name="p0y1" fmla="*/ 0 h 240"/>
                <a:gd name="p0x2" fmla="*/ 5612 w 5720"/>
                <a:gd name="p0y2" fmla="*/ 0 h 240"/>
                <a:gd name="p0x3" fmla="*/ 5720 w 5720"/>
                <a:gd name="p0y3" fmla="*/ 107 h 240"/>
                <a:gd name="p0x4" fmla="*/ 5720 w 5720"/>
                <a:gd name="p0y4" fmla="*/ 240 h 240"/>
                <a:gd name="p0x5" fmla="*/ 5720 w 5720"/>
                <a:gd name="p0y5" fmla="*/ 148 h 240"/>
                <a:gd name="p0x6" fmla="*/ 5612 w 5720"/>
                <a:gd name="p0y6" fmla="*/ 75 h 240"/>
                <a:gd name="p0x7" fmla="*/ 5480 w 5720"/>
                <a:gd name="p0y7" fmla="*/ 75 h 240"/>
                <a:gd name="p0x8" fmla="*/ 240 w 5720"/>
                <a:gd name="p0y8" fmla="*/ 75 h 240"/>
                <a:gd name="p0x9" fmla="*/ 107 w 5720"/>
                <a:gd name="p0y9" fmla="*/ 75 h 240"/>
                <a:gd name="p0x10" fmla="*/ 0 w 5720"/>
                <a:gd name="p0y10" fmla="*/ 148 h 240"/>
                <a:gd name="p0x11" fmla="*/ 0 w 5720"/>
                <a:gd name="p0y11" fmla="*/ 240 h 240"/>
                <a:gd name="p0x12" fmla="*/ 0 w 5720"/>
                <a:gd name="p0y12" fmla="*/ 107 h 240"/>
                <a:gd name="p0x13" fmla="*/ 107 w 5720"/>
                <a:gd name="p0y13" fmla="*/ 0 h 240"/>
                <a:gd name="p0x14" fmla="*/ 240 w 5720"/>
                <a:gd name="p0y14" fmla="*/ 0 h 2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9" name="文本框 28"/>
          <p:cNvSpPr txBox="1"/>
          <p:nvPr>
            <p:custDataLst>
              <p:tags r:id="rId27"/>
            </p:custDataLst>
          </p:nvPr>
        </p:nvSpPr>
        <p:spPr>
          <a:xfrm>
            <a:off x="11096625" y="1304925"/>
            <a:ext cx="828675" cy="476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30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28"/>
            </p:custDataLst>
          </p:nvPr>
        </p:nvSpPr>
        <p:spPr>
          <a:xfrm>
            <a:off x="8330565" y="1438275"/>
            <a:ext cx="533400" cy="533400"/>
          </a:xfrm>
          <a:custGeom>
            <a:avLst/>
            <a:gdLst>
              <a:gd name="sw" fmla="*/ 1 w 840"/>
              <a:gd name="sh" fmla="*/ 1 h 840"/>
              <a:gd name="mins" fmla="min sw sh"/>
              <a:gd name="dsw" fmla="+- 0 sw mins"/>
              <a:gd name="dsh" fmla="+- 0 sh mins"/>
              <a:gd name="p0x0" fmla="*/ 180 w 840"/>
              <a:gd name="p0y0" fmla="*/ 0 h 840"/>
              <a:gd name="p0x1" fmla="*/ 660 w 840"/>
              <a:gd name="p0y1" fmla="*/ 0 h 840"/>
              <a:gd name="p0x2" fmla="*/ 759 w 840"/>
              <a:gd name="p0y2" fmla="*/ 0 h 840"/>
              <a:gd name="p0x3" fmla="*/ 840 w 840"/>
              <a:gd name="p0y3" fmla="*/ 80 h 840"/>
              <a:gd name="p0x4" fmla="*/ 840 w 840"/>
              <a:gd name="p0y4" fmla="*/ 180 h 840"/>
              <a:gd name="p0x5" fmla="*/ 840 w 840"/>
              <a:gd name="p0y5" fmla="*/ 660 h 840"/>
              <a:gd name="p0x6" fmla="*/ 840 w 840"/>
              <a:gd name="p0y6" fmla="*/ 759 h 840"/>
              <a:gd name="p0x7" fmla="*/ 759 w 840"/>
              <a:gd name="p0y7" fmla="*/ 840 h 840"/>
              <a:gd name="p0x8" fmla="*/ 660 w 840"/>
              <a:gd name="p0y8" fmla="*/ 840 h 840"/>
              <a:gd name="p0x9" fmla="*/ 180 w 840"/>
              <a:gd name="p0y9" fmla="*/ 840 h 840"/>
              <a:gd name="p0x10" fmla="*/ 80 w 840"/>
              <a:gd name="p0y10" fmla="*/ 840 h 840"/>
              <a:gd name="p0x11" fmla="*/ 0 w 840"/>
              <a:gd name="p0y11" fmla="*/ 759 h 840"/>
              <a:gd name="p0x12" fmla="*/ 0 w 840"/>
              <a:gd name="p0y12" fmla="*/ 660 h 840"/>
              <a:gd name="p0x13" fmla="*/ 0 w 840"/>
              <a:gd name="p0y13" fmla="*/ 180 h 840"/>
              <a:gd name="p0x14" fmla="*/ 0 w 840"/>
              <a:gd name="p0y14" fmla="*/ 80 h 840"/>
              <a:gd name="p0x15" fmla="*/ 80 w 840"/>
              <a:gd name="p0y15" fmla="*/ 0 h 840"/>
              <a:gd name="p0x16" fmla="*/ 180 w 840"/>
              <a:gd name="p0y16" fmla="*/ 0 h 8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9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 l="-1404" t="-4933" r="-1404" b="-4933"/>
          <a:stretch>
            <a:fillRect/>
          </a:stretch>
        </p:blipFill>
        <p:spPr>
          <a:xfrm>
            <a:off x="8504555" y="1571625"/>
            <a:ext cx="186055" cy="261620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32"/>
            </p:custDataLst>
          </p:nvPr>
        </p:nvSpPr>
        <p:spPr>
          <a:xfrm>
            <a:off x="9036024" y="1552575"/>
            <a:ext cx="1047750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注入知识</a:t>
            </a:r>
            <a:endParaRPr sz="165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4" name="组合 63"/>
          <p:cNvGrpSpPr/>
          <p:nvPr/>
        </p:nvGrpSpPr>
        <p:grpSpPr>
          <a:xfrm>
            <a:off x="8330565" y="2114550"/>
            <a:ext cx="3175000" cy="1342390"/>
            <a:chOff x="13119" y="3330"/>
            <a:chExt cx="5000" cy="2114"/>
          </a:xfrm>
        </p:grpSpPr>
        <p:sp>
          <p:nvSpPr>
            <p:cNvPr id="33" name="任意多边形 32"/>
            <p:cNvSpPr/>
            <p:nvPr>
              <p:custDataLst>
                <p:tags r:id="rId33"/>
              </p:custDataLst>
            </p:nvPr>
          </p:nvSpPr>
          <p:spPr>
            <a:xfrm>
              <a:off x="13119" y="3330"/>
              <a:ext cx="5001" cy="2115"/>
            </a:xfrm>
            <a:custGeom>
              <a:avLst/>
              <a:gdLst>
                <a:gd name="sw" fmla="*/ 1 w 5000"/>
                <a:gd name="sh" fmla="*/ 1 h 2115"/>
                <a:gd name="mins" fmla="min sw sh"/>
                <a:gd name="dsw" fmla="+- 0 sw mins"/>
                <a:gd name="dsh" fmla="+- 0 sh mins"/>
                <a:gd name="p0x0" fmla="*/ 120 w 5000"/>
                <a:gd name="p0y0" fmla="*/ 0 h 2115"/>
                <a:gd name="p0x1" fmla="*/ 4880 w 5000"/>
                <a:gd name="p0y1" fmla="*/ 0 h 2115"/>
                <a:gd name="p0x2" fmla="*/ 4946 w 5000"/>
                <a:gd name="p0y2" fmla="*/ 0 h 2115"/>
                <a:gd name="p0x3" fmla="*/ 5000 w 5000"/>
                <a:gd name="p0y3" fmla="*/ 53 h 2115"/>
                <a:gd name="p0x4" fmla="*/ 5000 w 5000"/>
                <a:gd name="p0y4" fmla="*/ 120 h 2115"/>
                <a:gd name="p0x5" fmla="*/ 5000 w 5000"/>
                <a:gd name="p0y5" fmla="*/ 1995 h 2115"/>
                <a:gd name="p0x6" fmla="*/ 5000 w 5000"/>
                <a:gd name="p0y6" fmla="*/ 2061 h 2115"/>
                <a:gd name="p0x7" fmla="*/ 4946 w 5000"/>
                <a:gd name="p0y7" fmla="*/ 2115 h 2115"/>
                <a:gd name="p0x8" fmla="*/ 4880 w 5000"/>
                <a:gd name="p0y8" fmla="*/ 2115 h 2115"/>
                <a:gd name="p0x9" fmla="*/ 120 w 5000"/>
                <a:gd name="p0y9" fmla="*/ 2115 h 2115"/>
                <a:gd name="p0x10" fmla="*/ 53 w 5000"/>
                <a:gd name="p0y10" fmla="*/ 2115 h 2115"/>
                <a:gd name="p0x11" fmla="*/ 0 w 5000"/>
                <a:gd name="p0y11" fmla="*/ 2061 h 2115"/>
                <a:gd name="p0x12" fmla="*/ 0 w 5000"/>
                <a:gd name="p0y12" fmla="*/ 1995 h 2115"/>
                <a:gd name="p0x13" fmla="*/ 0 w 5000"/>
                <a:gd name="p0y13" fmla="*/ 120 h 2115"/>
                <a:gd name="p0x14" fmla="*/ 0 w 5000"/>
                <a:gd name="p0y14" fmla="*/ 53 h 2115"/>
                <a:gd name="p0x15" fmla="*/ 53 w 5000"/>
                <a:gd name="p0y15" fmla="*/ 0 h 2115"/>
                <a:gd name="p0x16" fmla="*/ 120 w 5000"/>
                <a:gd name="p0y16" fmla="*/ 0 h 21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7F9F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任意多边形 33"/>
            <p:cNvSpPr/>
            <p:nvPr>
              <p:custDataLst>
                <p:tags r:id="rId34"/>
              </p:custDataLst>
            </p:nvPr>
          </p:nvSpPr>
          <p:spPr>
            <a:xfrm>
              <a:off x="13119" y="3330"/>
              <a:ext cx="120" cy="2115"/>
            </a:xfrm>
            <a:custGeom>
              <a:avLst/>
              <a:gdLst>
                <a:gd name="sw" fmla="*/ 1 w 120"/>
                <a:gd name="sh" fmla="*/ 1 h 2115"/>
                <a:gd name="mins" fmla="min sw sh"/>
                <a:gd name="dsw" fmla="+- 0 sw mins"/>
                <a:gd name="dsh" fmla="+- 0 sh mins"/>
                <a:gd name="p0x0" fmla="*/ 0 w 120"/>
                <a:gd name="p0y0" fmla="*/ 1995 h 2115"/>
                <a:gd name="p0x1" fmla="*/ 0 w 120"/>
                <a:gd name="p0y1" fmla="*/ 120 h 2115"/>
                <a:gd name="p0x2" fmla="*/ 0 w 120"/>
                <a:gd name="p0y2" fmla="*/ 53 h 2115"/>
                <a:gd name="p0x3" fmla="*/ 53 w 120"/>
                <a:gd name="p0y3" fmla="*/ 0 h 2115"/>
                <a:gd name="p0x4" fmla="*/ 120 w 120"/>
                <a:gd name="p0y4" fmla="*/ 0 h 2115"/>
                <a:gd name="p0x5" fmla="*/ 86 w 120"/>
                <a:gd name="p0y5" fmla="*/ 0 h 2115"/>
                <a:gd name="p0x6" fmla="*/ 60 w 120"/>
                <a:gd name="p0y6" fmla="*/ 53 h 2115"/>
                <a:gd name="p0x7" fmla="*/ 60 w 120"/>
                <a:gd name="p0y7" fmla="*/ 120 h 2115"/>
                <a:gd name="p0x8" fmla="*/ 60 w 120"/>
                <a:gd name="p0y8" fmla="*/ 1995 h 2115"/>
                <a:gd name="p0x9" fmla="*/ 60 w 120"/>
                <a:gd name="p0y9" fmla="*/ 2061 h 2115"/>
                <a:gd name="p0x10" fmla="*/ 86 w 120"/>
                <a:gd name="p0y10" fmla="*/ 2115 h 2115"/>
                <a:gd name="p0x11" fmla="*/ 120 w 120"/>
                <a:gd name="p0y11" fmla="*/ 2115 h 2115"/>
                <a:gd name="p0x12" fmla="*/ 53 w 120"/>
                <a:gd name="p0y12" fmla="*/ 2115 h 2115"/>
                <a:gd name="p0x13" fmla="*/ 0 w 120"/>
                <a:gd name="p0y13" fmla="*/ 2061 h 2115"/>
                <a:gd name="p0x14" fmla="*/ 0 w 120"/>
                <a:gd name="p0y14" fmla="*/ 1995 h 21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6" name="文本框 35"/>
          <p:cNvSpPr txBox="1"/>
          <p:nvPr>
            <p:custDataLst>
              <p:tags r:id="rId35"/>
            </p:custDataLst>
          </p:nvPr>
        </p:nvSpPr>
        <p:spPr>
          <a:xfrm>
            <a:off x="8502624" y="2374611"/>
            <a:ext cx="2870226" cy="81620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2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上传内部产品手册、制度文档等资料作为知识库，支持</a:t>
            </a:r>
            <a:r>
              <a:rPr lang="en-US" altLang="zh-CN" sz="12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PDF/Word</a:t>
            </a:r>
            <a:r>
              <a:rPr lang="zh-CN" altLang="en-US" sz="12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格式自动解析。</a:t>
            </a:r>
            <a:endParaRPr lang="zh-CN" altLang="en-US" sz="12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457200" y="3876675"/>
            <a:ext cx="5543550" cy="2523490"/>
            <a:chOff x="720" y="6105"/>
            <a:chExt cx="8730" cy="3974"/>
          </a:xfrm>
          <a:effectLst>
            <a:outerShdw blurRad="357188" dist="95250" dir="5399999" algn="ctr" rotWithShape="0">
              <a:srgbClr val="1E3A8A">
                <a:alpha val="7843"/>
              </a:srgbClr>
            </a:outerShdw>
          </a:effectLst>
        </p:grpSpPr>
        <p:sp>
          <p:nvSpPr>
            <p:cNvPr id="37" name="任意多边形 36"/>
            <p:cNvSpPr/>
            <p:nvPr>
              <p:custDataLst>
                <p:tags r:id="rId36"/>
              </p:custDataLst>
            </p:nvPr>
          </p:nvSpPr>
          <p:spPr>
            <a:xfrm>
              <a:off x="720" y="6105"/>
              <a:ext cx="8730" cy="3975"/>
            </a:xfrm>
            <a:custGeom>
              <a:avLst/>
              <a:gdLst>
                <a:gd name="sw" fmla="*/ 1 w 8730"/>
                <a:gd name="sh" fmla="*/ 1 h 3975"/>
                <a:gd name="mins" fmla="min sw sh"/>
                <a:gd name="dsw" fmla="+- 0 sw mins"/>
                <a:gd name="dsh" fmla="+- 0 sh mins"/>
                <a:gd name="p0x0" fmla="*/ 240 w 8730"/>
                <a:gd name="p0y0" fmla="*/ 0 h 3975"/>
                <a:gd name="p0x1" fmla="*/ 8490 w 8730"/>
                <a:gd name="p0y1" fmla="*/ 0 h 3975"/>
                <a:gd name="p0x2" fmla="*/ 8622 w 8730"/>
                <a:gd name="p0y2" fmla="*/ 0 h 3975"/>
                <a:gd name="p0x3" fmla="*/ 8730 w 8730"/>
                <a:gd name="p0y3" fmla="*/ 107 h 3975"/>
                <a:gd name="p0x4" fmla="*/ 8730 w 8730"/>
                <a:gd name="p0y4" fmla="*/ 240 h 3975"/>
                <a:gd name="p0x5" fmla="*/ 8730 w 8730"/>
                <a:gd name="p0y5" fmla="*/ 3735 h 3975"/>
                <a:gd name="p0x6" fmla="*/ 8730 w 8730"/>
                <a:gd name="p0y6" fmla="*/ 3867 h 3975"/>
                <a:gd name="p0x7" fmla="*/ 8622 w 8730"/>
                <a:gd name="p0y7" fmla="*/ 3975 h 3975"/>
                <a:gd name="p0x8" fmla="*/ 8490 w 8730"/>
                <a:gd name="p0y8" fmla="*/ 3975 h 3975"/>
                <a:gd name="p0x9" fmla="*/ 240 w 8730"/>
                <a:gd name="p0y9" fmla="*/ 3975 h 3975"/>
                <a:gd name="p0x10" fmla="*/ 107 w 8730"/>
                <a:gd name="p0y10" fmla="*/ 3975 h 3975"/>
                <a:gd name="p0x11" fmla="*/ 0 w 8730"/>
                <a:gd name="p0y11" fmla="*/ 3867 h 3975"/>
                <a:gd name="p0x12" fmla="*/ 0 w 8730"/>
                <a:gd name="p0y12" fmla="*/ 3735 h 3975"/>
                <a:gd name="p0x13" fmla="*/ 0 w 8730"/>
                <a:gd name="p0y13" fmla="*/ 240 h 3975"/>
                <a:gd name="p0x14" fmla="*/ 0 w 8730"/>
                <a:gd name="p0y14" fmla="*/ 107 h 3975"/>
                <a:gd name="p0x15" fmla="*/ 107 w 8730"/>
                <a:gd name="p0y15" fmla="*/ 0 h 3975"/>
                <a:gd name="p0x16" fmla="*/ 240 w 8730"/>
                <a:gd name="p0y16" fmla="*/ 0 h 39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8" name="任意多边形 37"/>
            <p:cNvSpPr/>
            <p:nvPr>
              <p:custDataLst>
                <p:tags r:id="rId37"/>
              </p:custDataLst>
            </p:nvPr>
          </p:nvSpPr>
          <p:spPr>
            <a:xfrm>
              <a:off x="720" y="6105"/>
              <a:ext cx="8730" cy="240"/>
            </a:xfrm>
            <a:custGeom>
              <a:avLst/>
              <a:gdLst>
                <a:gd name="sw" fmla="*/ 1 w 8730"/>
                <a:gd name="sh" fmla="*/ 1 h 240"/>
                <a:gd name="mins" fmla="min sw sh"/>
                <a:gd name="dsw" fmla="+- 0 sw mins"/>
                <a:gd name="dsh" fmla="+- 0 sh mins"/>
                <a:gd name="p0x0" fmla="*/ 240 w 8730"/>
                <a:gd name="p0y0" fmla="*/ 0 h 240"/>
                <a:gd name="p0x1" fmla="*/ 8490 w 8730"/>
                <a:gd name="p0y1" fmla="*/ 0 h 240"/>
                <a:gd name="p0x2" fmla="*/ 8622 w 8730"/>
                <a:gd name="p0y2" fmla="*/ 0 h 240"/>
                <a:gd name="p0x3" fmla="*/ 8730 w 8730"/>
                <a:gd name="p0y3" fmla="*/ 107 h 240"/>
                <a:gd name="p0x4" fmla="*/ 8730 w 8730"/>
                <a:gd name="p0y4" fmla="*/ 240 h 240"/>
                <a:gd name="p0x5" fmla="*/ 8730 w 8730"/>
                <a:gd name="p0y5" fmla="*/ 148 h 240"/>
                <a:gd name="p0x6" fmla="*/ 8622 w 8730"/>
                <a:gd name="p0y6" fmla="*/ 75 h 240"/>
                <a:gd name="p0x7" fmla="*/ 8490 w 8730"/>
                <a:gd name="p0y7" fmla="*/ 75 h 240"/>
                <a:gd name="p0x8" fmla="*/ 240 w 8730"/>
                <a:gd name="p0y8" fmla="*/ 75 h 240"/>
                <a:gd name="p0x9" fmla="*/ 107 w 8730"/>
                <a:gd name="p0y9" fmla="*/ 75 h 240"/>
                <a:gd name="p0x10" fmla="*/ 0 w 8730"/>
                <a:gd name="p0y10" fmla="*/ 148 h 240"/>
                <a:gd name="p0x11" fmla="*/ 0 w 8730"/>
                <a:gd name="p0y11" fmla="*/ 240 h 240"/>
                <a:gd name="p0x12" fmla="*/ 0 w 8730"/>
                <a:gd name="p0y12" fmla="*/ 107 h 240"/>
                <a:gd name="p0x13" fmla="*/ 107 w 8730"/>
                <a:gd name="p0y13" fmla="*/ 0 h 240"/>
                <a:gd name="p0x14" fmla="*/ 240 w 8730"/>
                <a:gd name="p0y14" fmla="*/ 0 h 2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0" name="文本框 39"/>
          <p:cNvSpPr txBox="1"/>
          <p:nvPr>
            <p:custDataLst>
              <p:tags r:id="rId38"/>
            </p:custDataLst>
          </p:nvPr>
        </p:nvSpPr>
        <p:spPr>
          <a:xfrm>
            <a:off x="5362575" y="4019550"/>
            <a:ext cx="828675" cy="476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30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39"/>
            </p:custDataLst>
          </p:nvPr>
        </p:nvSpPr>
        <p:spPr>
          <a:xfrm>
            <a:off x="685800" y="4152900"/>
            <a:ext cx="533400" cy="533400"/>
          </a:xfrm>
          <a:custGeom>
            <a:avLst/>
            <a:gdLst>
              <a:gd name="sw" fmla="*/ 1 w 840"/>
              <a:gd name="sh" fmla="*/ 1 h 840"/>
              <a:gd name="mins" fmla="min sw sh"/>
              <a:gd name="dsw" fmla="+- 0 sw mins"/>
              <a:gd name="dsh" fmla="+- 0 sh mins"/>
              <a:gd name="p0x0" fmla="*/ 180 w 840"/>
              <a:gd name="p0y0" fmla="*/ 0 h 840"/>
              <a:gd name="p0x1" fmla="*/ 660 w 840"/>
              <a:gd name="p0y1" fmla="*/ 0 h 840"/>
              <a:gd name="p0x2" fmla="*/ 759 w 840"/>
              <a:gd name="p0y2" fmla="*/ 0 h 840"/>
              <a:gd name="p0x3" fmla="*/ 840 w 840"/>
              <a:gd name="p0y3" fmla="*/ 80 h 840"/>
              <a:gd name="p0x4" fmla="*/ 840 w 840"/>
              <a:gd name="p0y4" fmla="*/ 180 h 840"/>
              <a:gd name="p0x5" fmla="*/ 840 w 840"/>
              <a:gd name="p0y5" fmla="*/ 660 h 840"/>
              <a:gd name="p0x6" fmla="*/ 840 w 840"/>
              <a:gd name="p0y6" fmla="*/ 759 h 840"/>
              <a:gd name="p0x7" fmla="*/ 759 w 840"/>
              <a:gd name="p0y7" fmla="*/ 840 h 840"/>
              <a:gd name="p0x8" fmla="*/ 660 w 840"/>
              <a:gd name="p0y8" fmla="*/ 840 h 840"/>
              <a:gd name="p0x9" fmla="*/ 180 w 840"/>
              <a:gd name="p0y9" fmla="*/ 840 h 840"/>
              <a:gd name="p0x10" fmla="*/ 80 w 840"/>
              <a:gd name="p0y10" fmla="*/ 840 h 840"/>
              <a:gd name="p0x11" fmla="*/ 0 w 840"/>
              <a:gd name="p0y11" fmla="*/ 759 h 840"/>
              <a:gd name="p0x12" fmla="*/ 0 w 840"/>
              <a:gd name="p0y12" fmla="*/ 660 h 840"/>
              <a:gd name="p0x13" fmla="*/ 0 w 840"/>
              <a:gd name="p0y13" fmla="*/ 180 h 840"/>
              <a:gd name="p0x14" fmla="*/ 0 w 840"/>
              <a:gd name="p0y14" fmla="*/ 80 h 840"/>
              <a:gd name="p0x15" fmla="*/ 80 w 840"/>
              <a:gd name="p0y15" fmla="*/ 0 h 840"/>
              <a:gd name="p0x16" fmla="*/ 180 w 840"/>
              <a:gd name="p0y16" fmla="*/ 0 h 8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9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2" name="图片 41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 l="-2000" t="-12424" r="-2000" b="-12424"/>
          <a:stretch>
            <a:fillRect/>
          </a:stretch>
        </p:blipFill>
        <p:spPr>
          <a:xfrm>
            <a:off x="828675" y="4286250"/>
            <a:ext cx="247650" cy="261620"/>
          </a:xfrm>
          <a:prstGeom prst="rect">
            <a:avLst/>
          </a:prstGeom>
        </p:spPr>
      </p:pic>
      <p:sp>
        <p:nvSpPr>
          <p:cNvPr id="43" name="文本框 42"/>
          <p:cNvSpPr txBox="1"/>
          <p:nvPr>
            <p:custDataLst>
              <p:tags r:id="rId43"/>
            </p:custDataLst>
          </p:nvPr>
        </p:nvSpPr>
        <p:spPr>
          <a:xfrm>
            <a:off x="1390650" y="4267200"/>
            <a:ext cx="1047750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添加工具</a:t>
            </a:r>
            <a:endParaRPr sz="165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685800" y="4829175"/>
            <a:ext cx="5086350" cy="1342390"/>
            <a:chOff x="1080" y="7605"/>
            <a:chExt cx="8010" cy="2114"/>
          </a:xfrm>
        </p:grpSpPr>
        <p:sp>
          <p:nvSpPr>
            <p:cNvPr id="44" name="任意多边形 43"/>
            <p:cNvSpPr/>
            <p:nvPr>
              <p:custDataLst>
                <p:tags r:id="rId44"/>
              </p:custDataLst>
            </p:nvPr>
          </p:nvSpPr>
          <p:spPr>
            <a:xfrm>
              <a:off x="1080" y="7605"/>
              <a:ext cx="8010" cy="2115"/>
            </a:xfrm>
            <a:custGeom>
              <a:avLst/>
              <a:gdLst>
                <a:gd name="sw" fmla="*/ 1 w 8010"/>
                <a:gd name="sh" fmla="*/ 1 h 2115"/>
                <a:gd name="mins" fmla="min sw sh"/>
                <a:gd name="dsw" fmla="+- 0 sw mins"/>
                <a:gd name="dsh" fmla="+- 0 sh mins"/>
                <a:gd name="p0x0" fmla="*/ 120 w 8010"/>
                <a:gd name="p0y0" fmla="*/ 0 h 2115"/>
                <a:gd name="p0x1" fmla="*/ 7890 w 8010"/>
                <a:gd name="p0y1" fmla="*/ 0 h 2115"/>
                <a:gd name="p0x2" fmla="*/ 7956 w 8010"/>
                <a:gd name="p0y2" fmla="*/ 0 h 2115"/>
                <a:gd name="p0x3" fmla="*/ 8010 w 8010"/>
                <a:gd name="p0y3" fmla="*/ 53 h 2115"/>
                <a:gd name="p0x4" fmla="*/ 8010 w 8010"/>
                <a:gd name="p0y4" fmla="*/ 120 h 2115"/>
                <a:gd name="p0x5" fmla="*/ 8010 w 8010"/>
                <a:gd name="p0y5" fmla="*/ 1995 h 2115"/>
                <a:gd name="p0x6" fmla="*/ 8010 w 8010"/>
                <a:gd name="p0y6" fmla="*/ 2061 h 2115"/>
                <a:gd name="p0x7" fmla="*/ 7956 w 8010"/>
                <a:gd name="p0y7" fmla="*/ 2115 h 2115"/>
                <a:gd name="p0x8" fmla="*/ 7890 w 8010"/>
                <a:gd name="p0y8" fmla="*/ 2115 h 2115"/>
                <a:gd name="p0x9" fmla="*/ 120 w 8010"/>
                <a:gd name="p0y9" fmla="*/ 2115 h 2115"/>
                <a:gd name="p0x10" fmla="*/ 53 w 8010"/>
                <a:gd name="p0y10" fmla="*/ 2115 h 2115"/>
                <a:gd name="p0x11" fmla="*/ 0 w 8010"/>
                <a:gd name="p0y11" fmla="*/ 2061 h 2115"/>
                <a:gd name="p0x12" fmla="*/ 0 w 8010"/>
                <a:gd name="p0y12" fmla="*/ 1995 h 2115"/>
                <a:gd name="p0x13" fmla="*/ 0 w 8010"/>
                <a:gd name="p0y13" fmla="*/ 120 h 2115"/>
                <a:gd name="p0x14" fmla="*/ 0 w 8010"/>
                <a:gd name="p0y14" fmla="*/ 53 h 2115"/>
                <a:gd name="p0x15" fmla="*/ 53 w 8010"/>
                <a:gd name="p0y15" fmla="*/ 0 h 2115"/>
                <a:gd name="p0x16" fmla="*/ 120 w 8010"/>
                <a:gd name="p0y16" fmla="*/ 0 h 21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7F9F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>
              <p:custDataLst>
                <p:tags r:id="rId45"/>
              </p:custDataLst>
            </p:nvPr>
          </p:nvSpPr>
          <p:spPr>
            <a:xfrm>
              <a:off x="1080" y="7605"/>
              <a:ext cx="120" cy="2115"/>
            </a:xfrm>
            <a:custGeom>
              <a:avLst/>
              <a:gdLst>
                <a:gd name="sw" fmla="*/ 1 w 120"/>
                <a:gd name="sh" fmla="*/ 1 h 2115"/>
                <a:gd name="mins" fmla="min sw sh"/>
                <a:gd name="dsw" fmla="+- 0 sw mins"/>
                <a:gd name="dsh" fmla="+- 0 sh mins"/>
                <a:gd name="p0x0" fmla="*/ 0 w 120"/>
                <a:gd name="p0y0" fmla="*/ 1995 h 2115"/>
                <a:gd name="p0x1" fmla="*/ 0 w 120"/>
                <a:gd name="p0y1" fmla="*/ 120 h 2115"/>
                <a:gd name="p0x2" fmla="*/ 0 w 120"/>
                <a:gd name="p0y2" fmla="*/ 53 h 2115"/>
                <a:gd name="p0x3" fmla="*/ 53 w 120"/>
                <a:gd name="p0y3" fmla="*/ 0 h 2115"/>
                <a:gd name="p0x4" fmla="*/ 120 w 120"/>
                <a:gd name="p0y4" fmla="*/ 0 h 2115"/>
                <a:gd name="p0x5" fmla="*/ 86 w 120"/>
                <a:gd name="p0y5" fmla="*/ 0 h 2115"/>
                <a:gd name="p0x6" fmla="*/ 60 w 120"/>
                <a:gd name="p0y6" fmla="*/ 53 h 2115"/>
                <a:gd name="p0x7" fmla="*/ 60 w 120"/>
                <a:gd name="p0y7" fmla="*/ 120 h 2115"/>
                <a:gd name="p0x8" fmla="*/ 60 w 120"/>
                <a:gd name="p0y8" fmla="*/ 1995 h 2115"/>
                <a:gd name="p0x9" fmla="*/ 60 w 120"/>
                <a:gd name="p0y9" fmla="*/ 2061 h 2115"/>
                <a:gd name="p0x10" fmla="*/ 86 w 120"/>
                <a:gd name="p0y10" fmla="*/ 2115 h 2115"/>
                <a:gd name="p0x11" fmla="*/ 120 w 120"/>
                <a:gd name="p0y11" fmla="*/ 2115 h 2115"/>
                <a:gd name="p0x12" fmla="*/ 53 w 120"/>
                <a:gd name="p0y12" fmla="*/ 2115 h 2115"/>
                <a:gd name="p0x13" fmla="*/ 0 w 120"/>
                <a:gd name="p0y13" fmla="*/ 2061 h 2115"/>
                <a:gd name="p0x14" fmla="*/ 0 w 120"/>
                <a:gd name="p0y14" fmla="*/ 1995 h 21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7" name="文本框 46"/>
          <p:cNvSpPr txBox="1"/>
          <p:nvPr>
            <p:custDataLst>
              <p:tags r:id="rId46"/>
            </p:custDataLst>
          </p:nvPr>
        </p:nvSpPr>
        <p:spPr>
          <a:xfrm>
            <a:off x="857250" y="5201631"/>
            <a:ext cx="4781550" cy="59052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添加联网搜索、发送邮件、日历查询等插件工具，扩展智能体的业务执行能力。</a:t>
            </a:r>
            <a:endParaRPr sz="135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7" name="组合 66"/>
          <p:cNvGrpSpPr/>
          <p:nvPr/>
        </p:nvGrpSpPr>
        <p:grpSpPr>
          <a:xfrm>
            <a:off x="6191250" y="3876675"/>
            <a:ext cx="5543550" cy="2523490"/>
            <a:chOff x="9750" y="6105"/>
            <a:chExt cx="8730" cy="3974"/>
          </a:xfrm>
          <a:effectLst>
            <a:outerShdw blurRad="357188" dist="95250" dir="5399999" algn="ctr" rotWithShape="0">
              <a:srgbClr val="1E3A8A">
                <a:alpha val="7843"/>
              </a:srgbClr>
            </a:outerShdw>
          </a:effectLst>
        </p:grpSpPr>
        <p:sp>
          <p:nvSpPr>
            <p:cNvPr id="48" name="任意多边形 47"/>
            <p:cNvSpPr/>
            <p:nvPr>
              <p:custDataLst>
                <p:tags r:id="rId47"/>
              </p:custDataLst>
            </p:nvPr>
          </p:nvSpPr>
          <p:spPr>
            <a:xfrm>
              <a:off x="9750" y="6105"/>
              <a:ext cx="8730" cy="3975"/>
            </a:xfrm>
            <a:custGeom>
              <a:avLst/>
              <a:gdLst>
                <a:gd name="sw" fmla="*/ 1 w 8730"/>
                <a:gd name="sh" fmla="*/ 1 h 3975"/>
                <a:gd name="mins" fmla="min sw sh"/>
                <a:gd name="dsw" fmla="+- 0 sw mins"/>
                <a:gd name="dsh" fmla="+- 0 sh mins"/>
                <a:gd name="p0x0" fmla="*/ 240 w 8730"/>
                <a:gd name="p0y0" fmla="*/ 0 h 3975"/>
                <a:gd name="p0x1" fmla="*/ 8490 w 8730"/>
                <a:gd name="p0y1" fmla="*/ 0 h 3975"/>
                <a:gd name="p0x2" fmla="*/ 8622 w 8730"/>
                <a:gd name="p0y2" fmla="*/ 0 h 3975"/>
                <a:gd name="p0x3" fmla="*/ 8730 w 8730"/>
                <a:gd name="p0y3" fmla="*/ 107 h 3975"/>
                <a:gd name="p0x4" fmla="*/ 8730 w 8730"/>
                <a:gd name="p0y4" fmla="*/ 240 h 3975"/>
                <a:gd name="p0x5" fmla="*/ 8730 w 8730"/>
                <a:gd name="p0y5" fmla="*/ 3735 h 3975"/>
                <a:gd name="p0x6" fmla="*/ 8730 w 8730"/>
                <a:gd name="p0y6" fmla="*/ 3867 h 3975"/>
                <a:gd name="p0x7" fmla="*/ 8622 w 8730"/>
                <a:gd name="p0y7" fmla="*/ 3975 h 3975"/>
                <a:gd name="p0x8" fmla="*/ 8490 w 8730"/>
                <a:gd name="p0y8" fmla="*/ 3975 h 3975"/>
                <a:gd name="p0x9" fmla="*/ 240 w 8730"/>
                <a:gd name="p0y9" fmla="*/ 3975 h 3975"/>
                <a:gd name="p0x10" fmla="*/ 107 w 8730"/>
                <a:gd name="p0y10" fmla="*/ 3975 h 3975"/>
                <a:gd name="p0x11" fmla="*/ 0 w 8730"/>
                <a:gd name="p0y11" fmla="*/ 3867 h 3975"/>
                <a:gd name="p0x12" fmla="*/ 0 w 8730"/>
                <a:gd name="p0y12" fmla="*/ 3735 h 3975"/>
                <a:gd name="p0x13" fmla="*/ 0 w 8730"/>
                <a:gd name="p0y13" fmla="*/ 240 h 3975"/>
                <a:gd name="p0x14" fmla="*/ 0 w 8730"/>
                <a:gd name="p0y14" fmla="*/ 107 h 3975"/>
                <a:gd name="p0x15" fmla="*/ 107 w 8730"/>
                <a:gd name="p0y15" fmla="*/ 0 h 3975"/>
                <a:gd name="p0x16" fmla="*/ 240 w 8730"/>
                <a:gd name="p0y16" fmla="*/ 0 h 39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9" name="任意多边形 48"/>
            <p:cNvSpPr/>
            <p:nvPr>
              <p:custDataLst>
                <p:tags r:id="rId48"/>
              </p:custDataLst>
            </p:nvPr>
          </p:nvSpPr>
          <p:spPr>
            <a:xfrm>
              <a:off x="9750" y="6105"/>
              <a:ext cx="8730" cy="240"/>
            </a:xfrm>
            <a:custGeom>
              <a:avLst/>
              <a:gdLst>
                <a:gd name="sw" fmla="*/ 1 w 8730"/>
                <a:gd name="sh" fmla="*/ 1 h 240"/>
                <a:gd name="mins" fmla="min sw sh"/>
                <a:gd name="dsw" fmla="+- 0 sw mins"/>
                <a:gd name="dsh" fmla="+- 0 sh mins"/>
                <a:gd name="p0x0" fmla="*/ 240 w 8730"/>
                <a:gd name="p0y0" fmla="*/ 0 h 240"/>
                <a:gd name="p0x1" fmla="*/ 8490 w 8730"/>
                <a:gd name="p0y1" fmla="*/ 0 h 240"/>
                <a:gd name="p0x2" fmla="*/ 8622 w 8730"/>
                <a:gd name="p0y2" fmla="*/ 0 h 240"/>
                <a:gd name="p0x3" fmla="*/ 8730 w 8730"/>
                <a:gd name="p0y3" fmla="*/ 107 h 240"/>
                <a:gd name="p0x4" fmla="*/ 8730 w 8730"/>
                <a:gd name="p0y4" fmla="*/ 240 h 240"/>
                <a:gd name="p0x5" fmla="*/ 8730 w 8730"/>
                <a:gd name="p0y5" fmla="*/ 148 h 240"/>
                <a:gd name="p0x6" fmla="*/ 8622 w 8730"/>
                <a:gd name="p0y6" fmla="*/ 75 h 240"/>
                <a:gd name="p0x7" fmla="*/ 8490 w 8730"/>
                <a:gd name="p0y7" fmla="*/ 75 h 240"/>
                <a:gd name="p0x8" fmla="*/ 240 w 8730"/>
                <a:gd name="p0y8" fmla="*/ 75 h 240"/>
                <a:gd name="p0x9" fmla="*/ 107 w 8730"/>
                <a:gd name="p0y9" fmla="*/ 75 h 240"/>
                <a:gd name="p0x10" fmla="*/ 0 w 8730"/>
                <a:gd name="p0y10" fmla="*/ 148 h 240"/>
                <a:gd name="p0x11" fmla="*/ 0 w 8730"/>
                <a:gd name="p0y11" fmla="*/ 240 h 240"/>
                <a:gd name="p0x12" fmla="*/ 0 w 8730"/>
                <a:gd name="p0y12" fmla="*/ 107 h 240"/>
                <a:gd name="p0x13" fmla="*/ 107 w 8730"/>
                <a:gd name="p0y13" fmla="*/ 0 h 240"/>
                <a:gd name="p0x14" fmla="*/ 240 w 8730"/>
                <a:gd name="p0y14" fmla="*/ 0 h 2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1" name="文本框 50"/>
          <p:cNvSpPr txBox="1"/>
          <p:nvPr>
            <p:custDataLst>
              <p:tags r:id="rId49"/>
            </p:custDataLst>
          </p:nvPr>
        </p:nvSpPr>
        <p:spPr>
          <a:xfrm>
            <a:off x="11096625" y="4019550"/>
            <a:ext cx="828675" cy="476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30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任意多边形 51"/>
          <p:cNvSpPr/>
          <p:nvPr>
            <p:custDataLst>
              <p:tags r:id="rId50"/>
            </p:custDataLst>
          </p:nvPr>
        </p:nvSpPr>
        <p:spPr>
          <a:xfrm>
            <a:off x="6419850" y="4152900"/>
            <a:ext cx="533400" cy="533400"/>
          </a:xfrm>
          <a:custGeom>
            <a:avLst/>
            <a:gdLst>
              <a:gd name="sw" fmla="*/ 1 w 840"/>
              <a:gd name="sh" fmla="*/ 1 h 840"/>
              <a:gd name="mins" fmla="min sw sh"/>
              <a:gd name="dsw" fmla="+- 0 sw mins"/>
              <a:gd name="dsh" fmla="+- 0 sh mins"/>
              <a:gd name="p0x0" fmla="*/ 180 w 840"/>
              <a:gd name="p0y0" fmla="*/ 0 h 840"/>
              <a:gd name="p0x1" fmla="*/ 660 w 840"/>
              <a:gd name="p0y1" fmla="*/ 0 h 840"/>
              <a:gd name="p0x2" fmla="*/ 759 w 840"/>
              <a:gd name="p0y2" fmla="*/ 0 h 840"/>
              <a:gd name="p0x3" fmla="*/ 840 w 840"/>
              <a:gd name="p0y3" fmla="*/ 80 h 840"/>
              <a:gd name="p0x4" fmla="*/ 840 w 840"/>
              <a:gd name="p0y4" fmla="*/ 180 h 840"/>
              <a:gd name="p0x5" fmla="*/ 840 w 840"/>
              <a:gd name="p0y5" fmla="*/ 660 h 840"/>
              <a:gd name="p0x6" fmla="*/ 840 w 840"/>
              <a:gd name="p0y6" fmla="*/ 759 h 840"/>
              <a:gd name="p0x7" fmla="*/ 759 w 840"/>
              <a:gd name="p0y7" fmla="*/ 840 h 840"/>
              <a:gd name="p0x8" fmla="*/ 660 w 840"/>
              <a:gd name="p0y8" fmla="*/ 840 h 840"/>
              <a:gd name="p0x9" fmla="*/ 180 w 840"/>
              <a:gd name="p0y9" fmla="*/ 840 h 840"/>
              <a:gd name="p0x10" fmla="*/ 80 w 840"/>
              <a:gd name="p0y10" fmla="*/ 840 h 840"/>
              <a:gd name="p0x11" fmla="*/ 0 w 840"/>
              <a:gd name="p0y11" fmla="*/ 759 h 840"/>
              <a:gd name="p0x12" fmla="*/ 0 w 840"/>
              <a:gd name="p0y12" fmla="*/ 660 h 840"/>
              <a:gd name="p0x13" fmla="*/ 0 w 840"/>
              <a:gd name="p0y13" fmla="*/ 180 h 840"/>
              <a:gd name="p0x14" fmla="*/ 0 w 840"/>
              <a:gd name="p0y14" fmla="*/ 80 h 840"/>
              <a:gd name="p0x15" fmla="*/ 80 w 840"/>
              <a:gd name="p0y15" fmla="*/ 0 h 840"/>
              <a:gd name="p0x16" fmla="*/ 180 w 840"/>
              <a:gd name="p0y16" fmla="*/ 0 h 8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9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3" name="图片 52"/>
          <p:cNvPicPr>
            <a:picLocks noChangeAspect="1"/>
          </p:cNvPicPr>
          <p:nvPr>
            <p:custDataLst>
              <p:tags r:id="rId51"/>
            </p:custDataLst>
          </p:nvPr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 l="-1404" t="-12424" r="-1404" b="-12424"/>
          <a:stretch>
            <a:fillRect/>
          </a:stretch>
        </p:blipFill>
        <p:spPr>
          <a:xfrm>
            <a:off x="6593205" y="4286250"/>
            <a:ext cx="186055" cy="261620"/>
          </a:xfrm>
          <a:prstGeom prst="rect">
            <a:avLst/>
          </a:prstGeom>
        </p:spPr>
      </p:pic>
      <p:sp>
        <p:nvSpPr>
          <p:cNvPr id="54" name="文本框 53"/>
          <p:cNvSpPr txBox="1"/>
          <p:nvPr>
            <p:custDataLst>
              <p:tags r:id="rId54"/>
            </p:custDataLst>
          </p:nvPr>
        </p:nvSpPr>
        <p:spPr>
          <a:xfrm>
            <a:off x="7124700" y="4267200"/>
            <a:ext cx="1047750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预览调试</a:t>
            </a:r>
            <a:endParaRPr sz="165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6419850" y="4829175"/>
            <a:ext cx="5086350" cy="1342390"/>
            <a:chOff x="10110" y="7605"/>
            <a:chExt cx="8010" cy="2114"/>
          </a:xfrm>
        </p:grpSpPr>
        <p:sp>
          <p:nvSpPr>
            <p:cNvPr id="55" name="任意多边形 54"/>
            <p:cNvSpPr/>
            <p:nvPr>
              <p:custDataLst>
                <p:tags r:id="rId55"/>
              </p:custDataLst>
            </p:nvPr>
          </p:nvSpPr>
          <p:spPr>
            <a:xfrm>
              <a:off x="10110" y="7605"/>
              <a:ext cx="8010" cy="2115"/>
            </a:xfrm>
            <a:custGeom>
              <a:avLst/>
              <a:gdLst>
                <a:gd name="sw" fmla="*/ 1 w 8010"/>
                <a:gd name="sh" fmla="*/ 1 h 2115"/>
                <a:gd name="mins" fmla="min sw sh"/>
                <a:gd name="dsw" fmla="+- 0 sw mins"/>
                <a:gd name="dsh" fmla="+- 0 sh mins"/>
                <a:gd name="p0x0" fmla="*/ 120 w 8010"/>
                <a:gd name="p0y0" fmla="*/ 0 h 2115"/>
                <a:gd name="p0x1" fmla="*/ 7890 w 8010"/>
                <a:gd name="p0y1" fmla="*/ 0 h 2115"/>
                <a:gd name="p0x2" fmla="*/ 7956 w 8010"/>
                <a:gd name="p0y2" fmla="*/ 0 h 2115"/>
                <a:gd name="p0x3" fmla="*/ 8010 w 8010"/>
                <a:gd name="p0y3" fmla="*/ 53 h 2115"/>
                <a:gd name="p0x4" fmla="*/ 8010 w 8010"/>
                <a:gd name="p0y4" fmla="*/ 120 h 2115"/>
                <a:gd name="p0x5" fmla="*/ 8010 w 8010"/>
                <a:gd name="p0y5" fmla="*/ 1995 h 2115"/>
                <a:gd name="p0x6" fmla="*/ 8010 w 8010"/>
                <a:gd name="p0y6" fmla="*/ 2061 h 2115"/>
                <a:gd name="p0x7" fmla="*/ 7956 w 8010"/>
                <a:gd name="p0y7" fmla="*/ 2115 h 2115"/>
                <a:gd name="p0x8" fmla="*/ 7890 w 8010"/>
                <a:gd name="p0y8" fmla="*/ 2115 h 2115"/>
                <a:gd name="p0x9" fmla="*/ 120 w 8010"/>
                <a:gd name="p0y9" fmla="*/ 2115 h 2115"/>
                <a:gd name="p0x10" fmla="*/ 53 w 8010"/>
                <a:gd name="p0y10" fmla="*/ 2115 h 2115"/>
                <a:gd name="p0x11" fmla="*/ 0 w 8010"/>
                <a:gd name="p0y11" fmla="*/ 2061 h 2115"/>
                <a:gd name="p0x12" fmla="*/ 0 w 8010"/>
                <a:gd name="p0y12" fmla="*/ 1995 h 2115"/>
                <a:gd name="p0x13" fmla="*/ 0 w 8010"/>
                <a:gd name="p0y13" fmla="*/ 120 h 2115"/>
                <a:gd name="p0x14" fmla="*/ 0 w 8010"/>
                <a:gd name="p0y14" fmla="*/ 53 h 2115"/>
                <a:gd name="p0x15" fmla="*/ 53 w 8010"/>
                <a:gd name="p0y15" fmla="*/ 0 h 2115"/>
                <a:gd name="p0x16" fmla="*/ 120 w 8010"/>
                <a:gd name="p0y16" fmla="*/ 0 h 21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7F9F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6" name="任意多边形 55"/>
            <p:cNvSpPr/>
            <p:nvPr>
              <p:custDataLst>
                <p:tags r:id="rId56"/>
              </p:custDataLst>
            </p:nvPr>
          </p:nvSpPr>
          <p:spPr>
            <a:xfrm>
              <a:off x="10110" y="7605"/>
              <a:ext cx="120" cy="2115"/>
            </a:xfrm>
            <a:custGeom>
              <a:avLst/>
              <a:gdLst>
                <a:gd name="sw" fmla="*/ 1 w 120"/>
                <a:gd name="sh" fmla="*/ 1 h 2115"/>
                <a:gd name="mins" fmla="min sw sh"/>
                <a:gd name="dsw" fmla="+- 0 sw mins"/>
                <a:gd name="dsh" fmla="+- 0 sh mins"/>
                <a:gd name="p0x0" fmla="*/ 0 w 120"/>
                <a:gd name="p0y0" fmla="*/ 1995 h 2115"/>
                <a:gd name="p0x1" fmla="*/ 0 w 120"/>
                <a:gd name="p0y1" fmla="*/ 120 h 2115"/>
                <a:gd name="p0x2" fmla="*/ 0 w 120"/>
                <a:gd name="p0y2" fmla="*/ 53 h 2115"/>
                <a:gd name="p0x3" fmla="*/ 53 w 120"/>
                <a:gd name="p0y3" fmla="*/ 0 h 2115"/>
                <a:gd name="p0x4" fmla="*/ 120 w 120"/>
                <a:gd name="p0y4" fmla="*/ 0 h 2115"/>
                <a:gd name="p0x5" fmla="*/ 86 w 120"/>
                <a:gd name="p0y5" fmla="*/ 0 h 2115"/>
                <a:gd name="p0x6" fmla="*/ 60 w 120"/>
                <a:gd name="p0y6" fmla="*/ 53 h 2115"/>
                <a:gd name="p0x7" fmla="*/ 60 w 120"/>
                <a:gd name="p0y7" fmla="*/ 120 h 2115"/>
                <a:gd name="p0x8" fmla="*/ 60 w 120"/>
                <a:gd name="p0y8" fmla="*/ 1995 h 2115"/>
                <a:gd name="p0x9" fmla="*/ 60 w 120"/>
                <a:gd name="p0y9" fmla="*/ 2061 h 2115"/>
                <a:gd name="p0x10" fmla="*/ 86 w 120"/>
                <a:gd name="p0y10" fmla="*/ 2115 h 2115"/>
                <a:gd name="p0x11" fmla="*/ 120 w 120"/>
                <a:gd name="p0y11" fmla="*/ 2115 h 2115"/>
                <a:gd name="p0x12" fmla="*/ 53 w 120"/>
                <a:gd name="p0y12" fmla="*/ 2115 h 2115"/>
                <a:gd name="p0x13" fmla="*/ 0 w 120"/>
                <a:gd name="p0y13" fmla="*/ 2061 h 2115"/>
                <a:gd name="p0x14" fmla="*/ 0 w 120"/>
                <a:gd name="p0y14" fmla="*/ 1995 h 21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8" name="文本框 57"/>
          <p:cNvSpPr txBox="1"/>
          <p:nvPr>
            <p:custDataLst>
              <p:tags r:id="rId57"/>
            </p:custDataLst>
          </p:nvPr>
        </p:nvSpPr>
        <p:spPr>
          <a:xfrm>
            <a:off x="6591300" y="5201631"/>
            <a:ext cx="4781550" cy="59052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在预览窗口实时对话测试，根据反馈调整提示词与参数，优化回答准确度。</a:t>
            </a:r>
            <a:endParaRPr sz="135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457200" y="409575"/>
            <a:ext cx="4176713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3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职场</a:t>
            </a:r>
            <a:r>
              <a:rPr lang="en-US" altLang="zh-CN" sz="3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3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工具箱全景速览</a:t>
            </a:r>
            <a:endParaRPr lang="zh-CN" altLang="en-US" sz="3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457200" y="1162050"/>
            <a:ext cx="3238500" cy="5238750"/>
          </a:xfrm>
          <a:custGeom>
            <a:avLst/>
            <a:gdLst>
              <a:gd name="sw" fmla="*/ 1 w 5100"/>
              <a:gd name="sh" fmla="*/ 1 h 8250"/>
              <a:gd name="mins" fmla="min sw sh"/>
              <a:gd name="dsw" fmla="+- 0 sw mins"/>
              <a:gd name="dsh" fmla="+- 0 sh mins"/>
              <a:gd name="p0x0" fmla="*/ 240 w 5100"/>
              <a:gd name="p0y0" fmla="*/ 0 h 8250"/>
              <a:gd name="p0x1" fmla="*/ 4860 w 5100"/>
              <a:gd name="p0y1" fmla="*/ 0 h 8250"/>
              <a:gd name="p0x2" fmla="*/ 4992 w 5100"/>
              <a:gd name="p0y2" fmla="*/ 0 h 8250"/>
              <a:gd name="p0x3" fmla="*/ 5100 w 5100"/>
              <a:gd name="p0y3" fmla="*/ 107 h 8250"/>
              <a:gd name="p0x4" fmla="*/ 5100 w 5100"/>
              <a:gd name="p0y4" fmla="*/ 240 h 8250"/>
              <a:gd name="p0x5" fmla="*/ 5100 w 5100"/>
              <a:gd name="p0y5" fmla="*/ 8010 h 8250"/>
              <a:gd name="p0x6" fmla="*/ 5100 w 5100"/>
              <a:gd name="p0y6" fmla="*/ 8142 h 8250"/>
              <a:gd name="p0x7" fmla="*/ 4992 w 5100"/>
              <a:gd name="p0y7" fmla="*/ 8250 h 8250"/>
              <a:gd name="p0x8" fmla="*/ 4860 w 5100"/>
              <a:gd name="p0y8" fmla="*/ 8250 h 8250"/>
              <a:gd name="p0x9" fmla="*/ 240 w 5100"/>
              <a:gd name="p0y9" fmla="*/ 8250 h 8250"/>
              <a:gd name="p0x10" fmla="*/ 107 w 5100"/>
              <a:gd name="p0y10" fmla="*/ 8250 h 8250"/>
              <a:gd name="p0x11" fmla="*/ 0 w 5100"/>
              <a:gd name="p0y11" fmla="*/ 8142 h 8250"/>
              <a:gd name="p0x12" fmla="*/ 0 w 5100"/>
              <a:gd name="p0y12" fmla="*/ 8010 h 8250"/>
              <a:gd name="p0x13" fmla="*/ 0 w 5100"/>
              <a:gd name="p0y13" fmla="*/ 240 h 8250"/>
              <a:gd name="p0x14" fmla="*/ 0 w 5100"/>
              <a:gd name="p0y14" fmla="*/ 107 h 8250"/>
              <a:gd name="p0x15" fmla="*/ 107 w 5100"/>
              <a:gd name="p0y15" fmla="*/ 0 h 8250"/>
              <a:gd name="p0x16" fmla="*/ 240 w 5100"/>
              <a:gd name="p0y16" fmla="*/ 0 h 82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1E3A8A"/>
          </a:solidFill>
          <a:ln>
            <a:noFill/>
          </a:ln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4"/>
            </p:custDataLst>
          </p:nvPr>
        </p:nvSpPr>
        <p:spPr>
          <a:xfrm>
            <a:off x="685800" y="2940685"/>
            <a:ext cx="228600" cy="228600"/>
          </a:xfrm>
          <a:custGeom>
            <a:avLst/>
            <a:gdLst>
              <a:gd name="sw" fmla="*/ 1 w 360"/>
              <a:gd name="sh" fmla="*/ 1 h 360"/>
              <a:gd name="mins" fmla="min sw sh"/>
              <a:gd name="dsw" fmla="+- 0 sw mins"/>
              <a:gd name="dsh" fmla="+- 0 sh mins"/>
              <a:gd name="p0x0" fmla="*/ 180 w 360"/>
              <a:gd name="p0y0" fmla="*/ 0 h 360"/>
              <a:gd name="p0x1" fmla="*/ 279 w 360"/>
              <a:gd name="p0y1" fmla="*/ 0 h 360"/>
              <a:gd name="p0x2" fmla="*/ 360 w 360"/>
              <a:gd name="p0y2" fmla="*/ 80 h 360"/>
              <a:gd name="p0x3" fmla="*/ 360 w 360"/>
              <a:gd name="p0y3" fmla="*/ 180 h 360"/>
              <a:gd name="p0x4" fmla="*/ 360 w 360"/>
              <a:gd name="p0y4" fmla="*/ 279 h 360"/>
              <a:gd name="p0x5" fmla="*/ 279 w 360"/>
              <a:gd name="p0y5" fmla="*/ 360 h 360"/>
              <a:gd name="p0x6" fmla="*/ 180 w 360"/>
              <a:gd name="p0y6" fmla="*/ 360 h 360"/>
              <a:gd name="p0x7" fmla="*/ 80 w 360"/>
              <a:gd name="p0y7" fmla="*/ 360 h 360"/>
              <a:gd name="p0x8" fmla="*/ 0 w 360"/>
              <a:gd name="p0y8" fmla="*/ 279 h 360"/>
              <a:gd name="p0x9" fmla="*/ 0 w 360"/>
              <a:gd name="p0y9" fmla="*/ 180 h 360"/>
              <a:gd name="p0x10" fmla="*/ 0 w 360"/>
              <a:gd name="p0y10" fmla="*/ 80 h 360"/>
              <a:gd name="p0x11" fmla="*/ 80 w 360"/>
              <a:gd name="p0y11" fmla="*/ 0 h 360"/>
              <a:gd name="p0x12" fmla="*/ 180 w 360"/>
              <a:gd name="p0y12" fmla="*/ 0 h 3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6B6D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12500" r="-12500"/>
          <a:stretch>
            <a:fillRect/>
          </a:stretch>
        </p:blipFill>
        <p:spPr>
          <a:xfrm>
            <a:off x="752475" y="2997835"/>
            <a:ext cx="95250" cy="11430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8"/>
            </p:custDataLst>
          </p:nvPr>
        </p:nvSpPr>
        <p:spPr>
          <a:xfrm>
            <a:off x="990600" y="2959894"/>
            <a:ext cx="2476500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7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核心理念</a:t>
            </a:r>
            <a:endParaRPr sz="1050" b="1" spc="75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9"/>
            </p:custDataLst>
          </p:nvPr>
        </p:nvSpPr>
        <p:spPr>
          <a:xfrm>
            <a:off x="685800" y="3302794"/>
            <a:ext cx="2781300" cy="8096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lang="zh-CN" altLang="en-US" sz="1125">
                <a:solidFill>
                  <a:srgbClr val="FFFFFF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工具是手段，解决问题是目的。建议从</a:t>
            </a:r>
            <a:r>
              <a:rPr lang="en-US" altLang="zh-CN" sz="1125">
                <a:solidFill>
                  <a:srgbClr val="FFFFFF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1-2</a:t>
            </a:r>
            <a:r>
              <a:rPr lang="zh-CN" altLang="en-US" sz="1125">
                <a:solidFill>
                  <a:srgbClr val="FFFFFF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个工具开始深度使用，避免贪多求全，建立个人</a:t>
            </a:r>
            <a:r>
              <a:rPr lang="en-US" altLang="zh-CN" sz="1125">
                <a:solidFill>
                  <a:srgbClr val="FFFFFF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125">
                <a:solidFill>
                  <a:srgbClr val="FFFFFF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工作流。</a:t>
            </a:r>
            <a:endParaRPr lang="zh-CN" altLang="en-US" sz="1125">
              <a:solidFill>
                <a:srgbClr val="FFFFFF">
                  <a:alpha val="90196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4" name="组合 73"/>
          <p:cNvGrpSpPr/>
          <p:nvPr/>
        </p:nvGrpSpPr>
        <p:grpSpPr>
          <a:xfrm>
            <a:off x="685800" y="4283710"/>
            <a:ext cx="2781300" cy="337820"/>
            <a:chOff x="1080" y="6746"/>
            <a:chExt cx="4380" cy="532"/>
          </a:xfrm>
        </p:grpSpPr>
        <p:sp>
          <p:nvSpPr>
            <p:cNvPr id="9" name="任意多边形 8"/>
            <p:cNvSpPr/>
            <p:nvPr>
              <p:custDataLst>
                <p:tags r:id="rId10"/>
              </p:custDataLst>
            </p:nvPr>
          </p:nvSpPr>
          <p:spPr>
            <a:xfrm>
              <a:off x="1080" y="6746"/>
              <a:ext cx="4380" cy="532"/>
            </a:xfrm>
            <a:custGeom>
              <a:avLst/>
              <a:gdLst>
                <a:gd name="sw" fmla="*/ 1 w 4380"/>
                <a:gd name="sh" fmla="*/ 1 h 532"/>
                <a:gd name="mins" fmla="min sw sh"/>
                <a:gd name="dsw" fmla="+- 0 sw mins"/>
                <a:gd name="dsh" fmla="+- 0 sh mins"/>
                <a:gd name="p0x0" fmla="*/ 0 w 4380"/>
                <a:gd name="p0y0" fmla="*/ 0 h 532"/>
                <a:gd name="p0x1" fmla="*/ 4380 w 4380"/>
                <a:gd name="p0y1" fmla="*/ 0 h 532"/>
                <a:gd name="p0x2" fmla="*/ 4380 w 4380"/>
                <a:gd name="p0y2" fmla="*/ 532 h 532"/>
                <a:gd name="p0x3" fmla="*/ 0 w 4380"/>
                <a:gd name="p0y3" fmla="*/ 532 h 532"/>
                <a:gd name="p0x4" fmla="*/ 0 w 4380"/>
                <a:gd name="p0y4" fmla="*/ 0 h 53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>
              <p:custDataLst>
                <p:tags r:id="rId11"/>
              </p:custDataLst>
            </p:nvPr>
          </p:nvSpPr>
          <p:spPr>
            <a:xfrm>
              <a:off x="1080" y="6746"/>
              <a:ext cx="4380" cy="15"/>
            </a:xfrm>
            <a:custGeom>
              <a:avLst/>
              <a:gdLst>
                <a:gd name="sw" fmla="*/ 1 w 4380"/>
                <a:gd name="sh" fmla="*/ 1 h 15"/>
                <a:gd name="mins" fmla="min sw sh"/>
                <a:gd name="dsw" fmla="+- 0 sw mins"/>
                <a:gd name="dsh" fmla="+- 0 sh mins"/>
                <a:gd name="p0x0" fmla="*/ 0 w 4380"/>
                <a:gd name="p0y0" fmla="*/ 0 h 15"/>
                <a:gd name="p0x1" fmla="*/ 4380 w 4380"/>
                <a:gd name="p0y1" fmla="*/ 0 h 15"/>
                <a:gd name="p0x2" fmla="*/ 4380 w 4380"/>
                <a:gd name="p0y2" fmla="*/ 15 h 15"/>
                <a:gd name="p0x3" fmla="*/ 0 w 4380"/>
                <a:gd name="p0y3" fmla="*/ 15 h 15"/>
                <a:gd name="p0x4" fmla="*/ 0 w 438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2" name="图片 1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-10278" t="-6111" r="-10278" b="-6111"/>
          <a:stretch>
            <a:fillRect/>
          </a:stretch>
        </p:blipFill>
        <p:spPr>
          <a:xfrm>
            <a:off x="685800" y="4467225"/>
            <a:ext cx="137795" cy="12827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900113" y="4445794"/>
            <a:ext cx="256698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sz="97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TOOLKIT · </a:t>
            </a:r>
            <a:r>
              <a:rPr lang="zh-CN" sz="97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职场提效指南</a:t>
            </a:r>
            <a:endParaRPr lang="zh-CN" sz="975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6"/>
            </p:custDataLst>
          </p:nvPr>
        </p:nvSpPr>
        <p:spPr>
          <a:xfrm>
            <a:off x="3886200" y="1162050"/>
            <a:ext cx="3829050" cy="2524125"/>
          </a:xfrm>
          <a:custGeom>
            <a:avLst/>
            <a:gdLst>
              <a:gd name="sw" fmla="*/ 1 w 6030"/>
              <a:gd name="sh" fmla="*/ 1 h 3975"/>
              <a:gd name="mins" fmla="min sw sh"/>
              <a:gd name="dsw" fmla="+- 0 sw mins"/>
              <a:gd name="dsh" fmla="+- 0 sh mins"/>
              <a:gd name="p0x0" fmla="*/ 240 w 6030"/>
              <a:gd name="p0y0" fmla="*/ 0 h 3975"/>
              <a:gd name="p0x1" fmla="*/ 5790 w 6030"/>
              <a:gd name="p0y1" fmla="*/ 0 h 3975"/>
              <a:gd name="p0x2" fmla="*/ 5922 w 6030"/>
              <a:gd name="p0y2" fmla="*/ 0 h 3975"/>
              <a:gd name="p0x3" fmla="*/ 6030 w 6030"/>
              <a:gd name="p0y3" fmla="*/ 107 h 3975"/>
              <a:gd name="p0x4" fmla="*/ 6030 w 6030"/>
              <a:gd name="p0y4" fmla="*/ 240 h 3975"/>
              <a:gd name="p0x5" fmla="*/ 6030 w 6030"/>
              <a:gd name="p0y5" fmla="*/ 3735 h 3975"/>
              <a:gd name="p0x6" fmla="*/ 6030 w 6030"/>
              <a:gd name="p0y6" fmla="*/ 3867 h 3975"/>
              <a:gd name="p0x7" fmla="*/ 5922 w 6030"/>
              <a:gd name="p0y7" fmla="*/ 3975 h 3975"/>
              <a:gd name="p0x8" fmla="*/ 5790 w 6030"/>
              <a:gd name="p0y8" fmla="*/ 3975 h 3975"/>
              <a:gd name="p0x9" fmla="*/ 240 w 6030"/>
              <a:gd name="p0y9" fmla="*/ 3975 h 3975"/>
              <a:gd name="p0x10" fmla="*/ 107 w 6030"/>
              <a:gd name="p0y10" fmla="*/ 3975 h 3975"/>
              <a:gd name="p0x11" fmla="*/ 0 w 6030"/>
              <a:gd name="p0y11" fmla="*/ 3867 h 3975"/>
              <a:gd name="p0x12" fmla="*/ 0 w 6030"/>
              <a:gd name="p0y12" fmla="*/ 3735 h 3975"/>
              <a:gd name="p0x13" fmla="*/ 0 w 6030"/>
              <a:gd name="p0y13" fmla="*/ 240 h 3975"/>
              <a:gd name="p0x14" fmla="*/ 0 w 6030"/>
              <a:gd name="p0y14" fmla="*/ 107 h 3975"/>
              <a:gd name="p0x15" fmla="*/ 107 w 6030"/>
              <a:gd name="p0y15" fmla="*/ 0 h 3975"/>
              <a:gd name="p0x16" fmla="*/ 240 w 6030"/>
              <a:gd name="p0y16" fmla="*/ 0 h 39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l="-14094" t="-15406" r="-14094" b="-15406"/>
          <a:stretch>
            <a:fillRect/>
          </a:stretch>
        </p:blipFill>
        <p:spPr>
          <a:xfrm>
            <a:off x="6487160" y="2563495"/>
            <a:ext cx="1550670" cy="1482725"/>
          </a:xfrm>
          <a:prstGeom prst="rect">
            <a:avLst/>
          </a:prstGeom>
        </p:spPr>
      </p:pic>
      <p:sp>
        <p:nvSpPr>
          <p:cNvPr id="16" name="任意多边形 15"/>
          <p:cNvSpPr/>
          <p:nvPr>
            <p:custDataLst>
              <p:tags r:id="rId20"/>
            </p:custDataLst>
          </p:nvPr>
        </p:nvSpPr>
        <p:spPr>
          <a:xfrm>
            <a:off x="4114800" y="1390650"/>
            <a:ext cx="438150" cy="438150"/>
          </a:xfrm>
          <a:custGeom>
            <a:avLst/>
            <a:gdLst>
              <a:gd name="sw" fmla="*/ 1 w 690"/>
              <a:gd name="sh" fmla="*/ 1 h 690"/>
              <a:gd name="mins" fmla="min sw sh"/>
              <a:gd name="dsw" fmla="+- 0 sw mins"/>
              <a:gd name="dsh" fmla="+- 0 sh mins"/>
              <a:gd name="p0x0" fmla="*/ 180 w 690"/>
              <a:gd name="p0y0" fmla="*/ 0 h 690"/>
              <a:gd name="p0x1" fmla="*/ 510 w 690"/>
              <a:gd name="p0y1" fmla="*/ 0 h 690"/>
              <a:gd name="p0x2" fmla="*/ 609 w 690"/>
              <a:gd name="p0y2" fmla="*/ 0 h 690"/>
              <a:gd name="p0x3" fmla="*/ 690 w 690"/>
              <a:gd name="p0y3" fmla="*/ 80 h 690"/>
              <a:gd name="p0x4" fmla="*/ 690 w 690"/>
              <a:gd name="p0y4" fmla="*/ 180 h 690"/>
              <a:gd name="p0x5" fmla="*/ 690 w 690"/>
              <a:gd name="p0y5" fmla="*/ 510 h 690"/>
              <a:gd name="p0x6" fmla="*/ 690 w 690"/>
              <a:gd name="p0y6" fmla="*/ 609 h 690"/>
              <a:gd name="p0x7" fmla="*/ 609 w 690"/>
              <a:gd name="p0y7" fmla="*/ 690 h 690"/>
              <a:gd name="p0x8" fmla="*/ 510 w 690"/>
              <a:gd name="p0y8" fmla="*/ 690 h 690"/>
              <a:gd name="p0x9" fmla="*/ 180 w 690"/>
              <a:gd name="p0y9" fmla="*/ 690 h 690"/>
              <a:gd name="p0x10" fmla="*/ 80 w 690"/>
              <a:gd name="p0y10" fmla="*/ 690 h 690"/>
              <a:gd name="p0x11" fmla="*/ 0 w 690"/>
              <a:gd name="p0y11" fmla="*/ 609 h 690"/>
              <a:gd name="p0x12" fmla="*/ 0 w 690"/>
              <a:gd name="p0y12" fmla="*/ 510 h 690"/>
              <a:gd name="p0x13" fmla="*/ 0 w 690"/>
              <a:gd name="p0y13" fmla="*/ 180 h 690"/>
              <a:gd name="p0x14" fmla="*/ 0 w 690"/>
              <a:gd name="p0y14" fmla="*/ 80 h 690"/>
              <a:gd name="p0x15" fmla="*/ 80 w 690"/>
              <a:gd name="p0y15" fmla="*/ 0 h 690"/>
              <a:gd name="p0x16" fmla="*/ 180 w 690"/>
              <a:gd name="p0y16" fmla="*/ 0 h 6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6B6D4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t="-11765" b="-11765"/>
          <a:stretch>
            <a:fillRect/>
          </a:stretch>
        </p:blipFill>
        <p:spPr>
          <a:xfrm>
            <a:off x="4238625" y="1509395"/>
            <a:ext cx="190500" cy="200025"/>
          </a:xfrm>
          <a:prstGeom prst="rect">
            <a:avLst/>
          </a:prstGeom>
        </p:spPr>
      </p:pic>
      <p:sp>
        <p:nvSpPr>
          <p:cNvPr id="18" name="任意多边形 17"/>
          <p:cNvSpPr/>
          <p:nvPr>
            <p:custDataLst>
              <p:tags r:id="rId24"/>
            </p:custDataLst>
          </p:nvPr>
        </p:nvSpPr>
        <p:spPr>
          <a:xfrm>
            <a:off x="6677025" y="1390650"/>
            <a:ext cx="809625" cy="247650"/>
          </a:xfrm>
          <a:custGeom>
            <a:avLst/>
            <a:gdLst>
              <a:gd name="sw" fmla="*/ 1 w 1275"/>
              <a:gd name="sh" fmla="*/ 1 h 390"/>
              <a:gd name="mins" fmla="min sw sh"/>
              <a:gd name="dsw" fmla="+- 0 sw mins"/>
              <a:gd name="dsh" fmla="+- 0 sh mins"/>
              <a:gd name="p0x0" fmla="*/ 195 w 1275"/>
              <a:gd name="p0y0" fmla="*/ 0 h 390"/>
              <a:gd name="p0x1" fmla="*/ 1080 w 1275"/>
              <a:gd name="p0y1" fmla="*/ 0 h 390"/>
              <a:gd name="p0x2" fmla="*/ 1187 w 1275"/>
              <a:gd name="p0y2" fmla="*/ 0 h 390"/>
              <a:gd name="p0x3" fmla="*/ 1275 w 1275"/>
              <a:gd name="p0y3" fmla="*/ 87 h 390"/>
              <a:gd name="p0x4" fmla="*/ 1275 w 1275"/>
              <a:gd name="p0y4" fmla="*/ 195 h 390"/>
              <a:gd name="p0x5" fmla="*/ 1275 w 1275"/>
              <a:gd name="p0y5" fmla="*/ 302 h 390"/>
              <a:gd name="p0x6" fmla="*/ 1187 w 1275"/>
              <a:gd name="p0y6" fmla="*/ 390 h 390"/>
              <a:gd name="p0x7" fmla="*/ 1080 w 1275"/>
              <a:gd name="p0y7" fmla="*/ 390 h 390"/>
              <a:gd name="p0x8" fmla="*/ 195 w 1275"/>
              <a:gd name="p0y8" fmla="*/ 390 h 390"/>
              <a:gd name="p0x9" fmla="*/ 87 w 1275"/>
              <a:gd name="p0y9" fmla="*/ 390 h 390"/>
              <a:gd name="p0x10" fmla="*/ 0 w 1275"/>
              <a:gd name="p0y10" fmla="*/ 302 h 390"/>
              <a:gd name="p0x11" fmla="*/ 0 w 1275"/>
              <a:gd name="p0y11" fmla="*/ 195 h 390"/>
              <a:gd name="p0x12" fmla="*/ 0 w 1275"/>
              <a:gd name="p0y12" fmla="*/ 87 h 390"/>
              <a:gd name="p0x13" fmla="*/ 87 w 1275"/>
              <a:gd name="p0y13" fmla="*/ 0 h 390"/>
              <a:gd name="p0x14" fmla="*/ 195 w 1275"/>
              <a:gd name="p0y14" fmla="*/ 0 h 3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06B6D4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25"/>
            </p:custDataLst>
          </p:nvPr>
        </p:nvSpPr>
        <p:spPr>
          <a:xfrm>
            <a:off x="6772275" y="1438275"/>
            <a:ext cx="7239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825" b="1" spc="37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Image Gen</a:t>
            </a:r>
            <a:endParaRPr sz="825" b="1" spc="37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6"/>
            </p:custDataLst>
          </p:nvPr>
        </p:nvSpPr>
        <p:spPr>
          <a:xfrm>
            <a:off x="4114800" y="1943100"/>
            <a:ext cx="3371850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灵感与图像</a:t>
            </a:r>
            <a:endParaRPr sz="15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7"/>
            </p:custDataLst>
          </p:nvPr>
        </p:nvSpPr>
        <p:spPr>
          <a:xfrm>
            <a:off x="4114800" y="2280285"/>
            <a:ext cx="3371850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en-US" altLang="en-US"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Midjourney</a:t>
            </a:r>
            <a:r>
              <a:rPr lang="zh-CN" altLang="en-US"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Stable Diffusion </a:t>
            </a:r>
            <a:r>
              <a:rPr lang="zh-CN" altLang="en-US"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等工具，快速生成高质量视觉素材，激发创意灵感。</a:t>
            </a:r>
            <a:endParaRPr lang="zh-CN" altLang="en-US" sz="105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5" name="组合 74"/>
          <p:cNvGrpSpPr/>
          <p:nvPr/>
        </p:nvGrpSpPr>
        <p:grpSpPr>
          <a:xfrm>
            <a:off x="4114800" y="3138170"/>
            <a:ext cx="3371850" cy="318770"/>
            <a:chOff x="6480" y="4942"/>
            <a:chExt cx="5310" cy="502"/>
          </a:xfrm>
        </p:grpSpPr>
        <p:sp>
          <p:nvSpPr>
            <p:cNvPr id="22" name="任意多边形 21"/>
            <p:cNvSpPr/>
            <p:nvPr>
              <p:custDataLst>
                <p:tags r:id="rId28"/>
              </p:custDataLst>
            </p:nvPr>
          </p:nvSpPr>
          <p:spPr>
            <a:xfrm>
              <a:off x="6480" y="4942"/>
              <a:ext cx="5310" cy="503"/>
            </a:xfrm>
            <a:custGeom>
              <a:avLst/>
              <a:gdLst>
                <a:gd name="sw" fmla="*/ 1 w 5310"/>
                <a:gd name="sh" fmla="*/ 1 h 502"/>
                <a:gd name="mins" fmla="min sw sh"/>
                <a:gd name="dsw" fmla="+- 0 sw mins"/>
                <a:gd name="dsh" fmla="+- 0 sh mins"/>
                <a:gd name="p0x0" fmla="*/ 0 w 5310"/>
                <a:gd name="p0y0" fmla="*/ 0 h 502"/>
                <a:gd name="p0x1" fmla="*/ 5310 w 5310"/>
                <a:gd name="p0y1" fmla="*/ 0 h 502"/>
                <a:gd name="p0x2" fmla="*/ 5310 w 5310"/>
                <a:gd name="p0y2" fmla="*/ 502 h 502"/>
                <a:gd name="p0x3" fmla="*/ 0 w 5310"/>
                <a:gd name="p0y3" fmla="*/ 502 h 502"/>
                <a:gd name="p0x4" fmla="*/ 0 w 5310"/>
                <a:gd name="p0y4" fmla="*/ 0 h 50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任意多边形 22"/>
            <p:cNvSpPr/>
            <p:nvPr>
              <p:custDataLst>
                <p:tags r:id="rId29"/>
              </p:custDataLst>
            </p:nvPr>
          </p:nvSpPr>
          <p:spPr>
            <a:xfrm>
              <a:off x="6480" y="4942"/>
              <a:ext cx="5310" cy="15"/>
            </a:xfrm>
            <a:custGeom>
              <a:avLst/>
              <a:gdLst>
                <a:gd name="sw" fmla="*/ 1 w 5310"/>
                <a:gd name="sh" fmla="*/ 1 h 15"/>
                <a:gd name="mins" fmla="min sw sh"/>
                <a:gd name="dsw" fmla="+- 0 sw mins"/>
                <a:gd name="dsh" fmla="+- 0 sh mins"/>
                <a:gd name="p0x0" fmla="*/ 0 w 5310"/>
                <a:gd name="p0y0" fmla="*/ 0 h 15"/>
                <a:gd name="p0x1" fmla="*/ 5310 w 5310"/>
                <a:gd name="p0y1" fmla="*/ 0 h 15"/>
                <a:gd name="p0x2" fmla="*/ 5310 w 5310"/>
                <a:gd name="p0y2" fmla="*/ 15 h 15"/>
                <a:gd name="p0x3" fmla="*/ 0 w 5310"/>
                <a:gd name="p0y3" fmla="*/ 15 h 15"/>
                <a:gd name="p0x4" fmla="*/ 0 w 531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25" name="图片 24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 l="-3846" t="-5897" r="-3846" b="-5897"/>
          <a:stretch>
            <a:fillRect/>
          </a:stretch>
        </p:blipFill>
        <p:spPr>
          <a:xfrm>
            <a:off x="4114800" y="3297555"/>
            <a:ext cx="133350" cy="138430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33"/>
            </p:custDataLst>
          </p:nvPr>
        </p:nvSpPr>
        <p:spPr>
          <a:xfrm>
            <a:off x="4343400" y="3281363"/>
            <a:ext cx="3143250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视觉创作</a:t>
            </a:r>
            <a:r>
              <a:rPr lang="en-US" alt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设计辅助</a:t>
            </a:r>
            <a:endParaRPr lang="zh-CN" altLang="en-US"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34"/>
            </p:custDataLst>
          </p:nvPr>
        </p:nvSpPr>
        <p:spPr>
          <a:xfrm>
            <a:off x="3886200" y="1195476"/>
            <a:ext cx="57150" cy="245727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0" h="3870">
                <a:moveTo>
                  <a:pt x="90" y="3870"/>
                </a:moveTo>
                <a:cubicBezTo>
                  <a:pt x="35" y="3826"/>
                  <a:pt x="0" y="3758"/>
                  <a:pt x="0" y="3682"/>
                </a:cubicBezTo>
                <a:lnTo>
                  <a:pt x="0" y="187"/>
                </a:lnTo>
                <a:cubicBezTo>
                  <a:pt x="0" y="112"/>
                  <a:pt x="35" y="44"/>
                  <a:pt x="90" y="0"/>
                </a:cubicBezTo>
                <a:close/>
              </a:path>
            </a:pathLst>
          </a:custGeom>
          <a:solidFill>
            <a:srgbClr val="06B6D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35"/>
            </p:custDataLst>
          </p:nvPr>
        </p:nvSpPr>
        <p:spPr>
          <a:xfrm>
            <a:off x="7905750" y="1162050"/>
            <a:ext cx="3829050" cy="2524125"/>
          </a:xfrm>
          <a:custGeom>
            <a:avLst/>
            <a:gdLst>
              <a:gd name="sw" fmla="*/ 1 w 6030"/>
              <a:gd name="sh" fmla="*/ 1 h 3975"/>
              <a:gd name="mins" fmla="min sw sh"/>
              <a:gd name="dsw" fmla="+- 0 sw mins"/>
              <a:gd name="dsh" fmla="+- 0 sh mins"/>
              <a:gd name="p0x0" fmla="*/ 240 w 6030"/>
              <a:gd name="p0y0" fmla="*/ 0 h 3975"/>
              <a:gd name="p0x1" fmla="*/ 5790 w 6030"/>
              <a:gd name="p0y1" fmla="*/ 0 h 3975"/>
              <a:gd name="p0x2" fmla="*/ 5922 w 6030"/>
              <a:gd name="p0y2" fmla="*/ 0 h 3975"/>
              <a:gd name="p0x3" fmla="*/ 6030 w 6030"/>
              <a:gd name="p0y3" fmla="*/ 107 h 3975"/>
              <a:gd name="p0x4" fmla="*/ 6030 w 6030"/>
              <a:gd name="p0y4" fmla="*/ 240 h 3975"/>
              <a:gd name="p0x5" fmla="*/ 6030 w 6030"/>
              <a:gd name="p0y5" fmla="*/ 3735 h 3975"/>
              <a:gd name="p0x6" fmla="*/ 6030 w 6030"/>
              <a:gd name="p0y6" fmla="*/ 3867 h 3975"/>
              <a:gd name="p0x7" fmla="*/ 5922 w 6030"/>
              <a:gd name="p0y7" fmla="*/ 3975 h 3975"/>
              <a:gd name="p0x8" fmla="*/ 5790 w 6030"/>
              <a:gd name="p0y8" fmla="*/ 3975 h 3975"/>
              <a:gd name="p0x9" fmla="*/ 240 w 6030"/>
              <a:gd name="p0y9" fmla="*/ 3975 h 3975"/>
              <a:gd name="p0x10" fmla="*/ 107 w 6030"/>
              <a:gd name="p0y10" fmla="*/ 3975 h 3975"/>
              <a:gd name="p0x11" fmla="*/ 0 w 6030"/>
              <a:gd name="p0y11" fmla="*/ 3867 h 3975"/>
              <a:gd name="p0x12" fmla="*/ 0 w 6030"/>
              <a:gd name="p0y12" fmla="*/ 3735 h 3975"/>
              <a:gd name="p0x13" fmla="*/ 0 w 6030"/>
              <a:gd name="p0y13" fmla="*/ 240 h 3975"/>
              <a:gd name="p0x14" fmla="*/ 0 w 6030"/>
              <a:gd name="p0y14" fmla="*/ 107 h 3975"/>
              <a:gd name="p0x15" fmla="*/ 107 w 6030"/>
              <a:gd name="p0y15" fmla="*/ 0 h 3975"/>
              <a:gd name="p0x16" fmla="*/ 240 w 6030"/>
              <a:gd name="p0y16" fmla="*/ 0 h 39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 l="-9485" t="-16472" r="-9485" b="-16472"/>
          <a:stretch>
            <a:fillRect/>
          </a:stretch>
        </p:blipFill>
        <p:spPr>
          <a:xfrm>
            <a:off x="10366375" y="2545080"/>
            <a:ext cx="1688465" cy="1519555"/>
          </a:xfrm>
          <a:prstGeom prst="rect">
            <a:avLst/>
          </a:prstGeom>
        </p:spPr>
      </p:pic>
      <p:sp>
        <p:nvSpPr>
          <p:cNvPr id="31" name="任意多边形 30"/>
          <p:cNvSpPr/>
          <p:nvPr>
            <p:custDataLst>
              <p:tags r:id="rId39"/>
            </p:custDataLst>
          </p:nvPr>
        </p:nvSpPr>
        <p:spPr>
          <a:xfrm>
            <a:off x="8134350" y="1390650"/>
            <a:ext cx="438150" cy="438150"/>
          </a:xfrm>
          <a:custGeom>
            <a:avLst/>
            <a:gdLst>
              <a:gd name="sw" fmla="*/ 1 w 690"/>
              <a:gd name="sh" fmla="*/ 1 h 690"/>
              <a:gd name="mins" fmla="min sw sh"/>
              <a:gd name="dsw" fmla="+- 0 sw mins"/>
              <a:gd name="dsh" fmla="+- 0 sh mins"/>
              <a:gd name="p0x0" fmla="*/ 180 w 690"/>
              <a:gd name="p0y0" fmla="*/ 0 h 690"/>
              <a:gd name="p0x1" fmla="*/ 510 w 690"/>
              <a:gd name="p0y1" fmla="*/ 0 h 690"/>
              <a:gd name="p0x2" fmla="*/ 609 w 690"/>
              <a:gd name="p0y2" fmla="*/ 0 h 690"/>
              <a:gd name="p0x3" fmla="*/ 690 w 690"/>
              <a:gd name="p0y3" fmla="*/ 80 h 690"/>
              <a:gd name="p0x4" fmla="*/ 690 w 690"/>
              <a:gd name="p0y4" fmla="*/ 180 h 690"/>
              <a:gd name="p0x5" fmla="*/ 690 w 690"/>
              <a:gd name="p0y5" fmla="*/ 510 h 690"/>
              <a:gd name="p0x6" fmla="*/ 690 w 690"/>
              <a:gd name="p0y6" fmla="*/ 609 h 690"/>
              <a:gd name="p0x7" fmla="*/ 609 w 690"/>
              <a:gd name="p0y7" fmla="*/ 690 h 690"/>
              <a:gd name="p0x8" fmla="*/ 510 w 690"/>
              <a:gd name="p0y8" fmla="*/ 690 h 690"/>
              <a:gd name="p0x9" fmla="*/ 180 w 690"/>
              <a:gd name="p0y9" fmla="*/ 690 h 690"/>
              <a:gd name="p0x10" fmla="*/ 80 w 690"/>
              <a:gd name="p0y10" fmla="*/ 690 h 690"/>
              <a:gd name="p0x11" fmla="*/ 0 w 690"/>
              <a:gd name="p0y11" fmla="*/ 609 h 690"/>
              <a:gd name="p0x12" fmla="*/ 0 w 690"/>
              <a:gd name="p0y12" fmla="*/ 510 h 690"/>
              <a:gd name="p0x13" fmla="*/ 0 w 690"/>
              <a:gd name="p0y13" fmla="*/ 180 h 690"/>
              <a:gd name="p0x14" fmla="*/ 0 w 690"/>
              <a:gd name="p0y14" fmla="*/ 80 h 690"/>
              <a:gd name="p0x15" fmla="*/ 80 w 690"/>
              <a:gd name="p0y15" fmla="*/ 0 h 690"/>
              <a:gd name="p0x16" fmla="*/ 180 w 690"/>
              <a:gd name="p0y16" fmla="*/ 0 h 6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 l="-2632" t="-5263" r="-2632" b="-5263"/>
          <a:stretch>
            <a:fillRect/>
          </a:stretch>
        </p:blipFill>
        <p:spPr>
          <a:xfrm>
            <a:off x="8258175" y="1509395"/>
            <a:ext cx="190500" cy="200025"/>
          </a:xfrm>
          <a:prstGeom prst="rect">
            <a:avLst/>
          </a:prstGeom>
        </p:spPr>
      </p:pic>
      <p:sp>
        <p:nvSpPr>
          <p:cNvPr id="33" name="任意多边形 32"/>
          <p:cNvSpPr/>
          <p:nvPr>
            <p:custDataLst>
              <p:tags r:id="rId43"/>
            </p:custDataLst>
          </p:nvPr>
        </p:nvSpPr>
        <p:spPr>
          <a:xfrm>
            <a:off x="10829925" y="1390650"/>
            <a:ext cx="676275" cy="247650"/>
          </a:xfrm>
          <a:custGeom>
            <a:avLst/>
            <a:gdLst>
              <a:gd name="sw" fmla="*/ 1 w 1065"/>
              <a:gd name="sh" fmla="*/ 1 h 390"/>
              <a:gd name="mins" fmla="min sw sh"/>
              <a:gd name="dsw" fmla="+- 0 sw mins"/>
              <a:gd name="dsh" fmla="+- 0 sh mins"/>
              <a:gd name="p0x0" fmla="*/ 195 w 1065"/>
              <a:gd name="p0y0" fmla="*/ 0 h 390"/>
              <a:gd name="p0x1" fmla="*/ 870 w 1065"/>
              <a:gd name="p0y1" fmla="*/ 0 h 390"/>
              <a:gd name="p0x2" fmla="*/ 977 w 1065"/>
              <a:gd name="p0y2" fmla="*/ 0 h 390"/>
              <a:gd name="p0x3" fmla="*/ 1065 w 1065"/>
              <a:gd name="p0y3" fmla="*/ 87 h 390"/>
              <a:gd name="p0x4" fmla="*/ 1065 w 1065"/>
              <a:gd name="p0y4" fmla="*/ 195 h 390"/>
              <a:gd name="p0x5" fmla="*/ 1065 w 1065"/>
              <a:gd name="p0y5" fmla="*/ 302 h 390"/>
              <a:gd name="p0x6" fmla="*/ 977 w 1065"/>
              <a:gd name="p0y6" fmla="*/ 390 h 390"/>
              <a:gd name="p0x7" fmla="*/ 870 w 1065"/>
              <a:gd name="p0y7" fmla="*/ 390 h 390"/>
              <a:gd name="p0x8" fmla="*/ 195 w 1065"/>
              <a:gd name="p0y8" fmla="*/ 390 h 390"/>
              <a:gd name="p0x9" fmla="*/ 87 w 1065"/>
              <a:gd name="p0y9" fmla="*/ 390 h 390"/>
              <a:gd name="p0x10" fmla="*/ 0 w 1065"/>
              <a:gd name="p0y10" fmla="*/ 302 h 390"/>
              <a:gd name="p0x11" fmla="*/ 0 w 1065"/>
              <a:gd name="p0y11" fmla="*/ 195 h 390"/>
              <a:gd name="p0x12" fmla="*/ 0 w 1065"/>
              <a:gd name="p0y12" fmla="*/ 87 h 390"/>
              <a:gd name="p0x13" fmla="*/ 87 w 1065"/>
              <a:gd name="p0y13" fmla="*/ 0 h 390"/>
              <a:gd name="p0x14" fmla="*/ 195 w 1065"/>
              <a:gd name="p0y14" fmla="*/ 0 h 3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44"/>
            </p:custDataLst>
          </p:nvPr>
        </p:nvSpPr>
        <p:spPr>
          <a:xfrm>
            <a:off x="10925175" y="1438275"/>
            <a:ext cx="59055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825" b="1" spc="37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Writing</a:t>
            </a:r>
            <a:endParaRPr sz="825" b="1" spc="37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45"/>
            </p:custDataLst>
          </p:nvPr>
        </p:nvSpPr>
        <p:spPr>
          <a:xfrm>
            <a:off x="8134350" y="1943100"/>
            <a:ext cx="3371850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文案与沟通</a:t>
            </a:r>
            <a:endParaRPr sz="15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46"/>
            </p:custDataLst>
          </p:nvPr>
        </p:nvSpPr>
        <p:spPr>
          <a:xfrm>
            <a:off x="8134350" y="2280285"/>
            <a:ext cx="3371850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en-US" altLang="en-US"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lang="zh-CN" altLang="en-US"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</a:t>
            </a:r>
            <a:r>
              <a:rPr lang="zh-CN" altLang="en-US"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Kimi </a:t>
            </a:r>
            <a:r>
              <a:rPr lang="zh-CN" altLang="en-US"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等大语言模型，提升写作效率，优化商务沟通表达。</a:t>
            </a:r>
            <a:endParaRPr lang="zh-CN" altLang="en-US" sz="105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8134350" y="3138170"/>
            <a:ext cx="3371850" cy="318770"/>
            <a:chOff x="12810" y="4942"/>
            <a:chExt cx="5310" cy="502"/>
          </a:xfrm>
        </p:grpSpPr>
        <p:sp>
          <p:nvSpPr>
            <p:cNvPr id="37" name="任意多边形 36"/>
            <p:cNvSpPr/>
            <p:nvPr>
              <p:custDataLst>
                <p:tags r:id="rId47"/>
              </p:custDataLst>
            </p:nvPr>
          </p:nvSpPr>
          <p:spPr>
            <a:xfrm>
              <a:off x="12810" y="4942"/>
              <a:ext cx="5310" cy="503"/>
            </a:xfrm>
            <a:custGeom>
              <a:avLst/>
              <a:gdLst>
                <a:gd name="sw" fmla="*/ 1 w 5310"/>
                <a:gd name="sh" fmla="*/ 1 h 502"/>
                <a:gd name="mins" fmla="min sw sh"/>
                <a:gd name="dsw" fmla="+- 0 sw mins"/>
                <a:gd name="dsh" fmla="+- 0 sh mins"/>
                <a:gd name="p0x0" fmla="*/ 0 w 5310"/>
                <a:gd name="p0y0" fmla="*/ 0 h 502"/>
                <a:gd name="p0x1" fmla="*/ 5310 w 5310"/>
                <a:gd name="p0y1" fmla="*/ 0 h 502"/>
                <a:gd name="p0x2" fmla="*/ 5310 w 5310"/>
                <a:gd name="p0y2" fmla="*/ 502 h 502"/>
                <a:gd name="p0x3" fmla="*/ 0 w 5310"/>
                <a:gd name="p0y3" fmla="*/ 502 h 502"/>
                <a:gd name="p0x4" fmla="*/ 0 w 5310"/>
                <a:gd name="p0y4" fmla="*/ 0 h 50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8" name="任意多边形 37"/>
            <p:cNvSpPr/>
            <p:nvPr>
              <p:custDataLst>
                <p:tags r:id="rId48"/>
              </p:custDataLst>
            </p:nvPr>
          </p:nvSpPr>
          <p:spPr>
            <a:xfrm>
              <a:off x="12810" y="4942"/>
              <a:ext cx="5310" cy="15"/>
            </a:xfrm>
            <a:custGeom>
              <a:avLst/>
              <a:gdLst>
                <a:gd name="sw" fmla="*/ 1 w 5310"/>
                <a:gd name="sh" fmla="*/ 1 h 15"/>
                <a:gd name="mins" fmla="min sw sh"/>
                <a:gd name="dsw" fmla="+- 0 sw mins"/>
                <a:gd name="dsh" fmla="+- 0 sh mins"/>
                <a:gd name="p0x0" fmla="*/ 0 w 5310"/>
                <a:gd name="p0y0" fmla="*/ 0 h 15"/>
                <a:gd name="p0x1" fmla="*/ 5310 w 5310"/>
                <a:gd name="p0y1" fmla="*/ 0 h 15"/>
                <a:gd name="p0x2" fmla="*/ 5310 w 5310"/>
                <a:gd name="p0y2" fmla="*/ 15 h 15"/>
                <a:gd name="p0x3" fmla="*/ 0 w 5310"/>
                <a:gd name="p0y3" fmla="*/ 15 h 15"/>
                <a:gd name="p0x4" fmla="*/ 0 w 531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40" name="图片 39"/>
          <p:cNvPicPr>
            <a:picLocks noChangeAspect="1"/>
          </p:cNvPicPr>
          <p:nvPr>
            <p:custDataLst>
              <p:tags r:id="rId49"/>
            </p:custDataLst>
          </p:nvPr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-2333" t="-5897" r="-2333" b="-5897"/>
          <a:stretch>
            <a:fillRect/>
          </a:stretch>
        </p:blipFill>
        <p:spPr>
          <a:xfrm>
            <a:off x="8134350" y="3297555"/>
            <a:ext cx="99695" cy="138430"/>
          </a:xfrm>
          <a:prstGeom prst="rect">
            <a:avLst/>
          </a:prstGeom>
        </p:spPr>
      </p:pic>
      <p:sp>
        <p:nvSpPr>
          <p:cNvPr id="41" name="文本框 40"/>
          <p:cNvSpPr txBox="1"/>
          <p:nvPr>
            <p:custDataLst>
              <p:tags r:id="rId52"/>
            </p:custDataLst>
          </p:nvPr>
        </p:nvSpPr>
        <p:spPr>
          <a:xfrm>
            <a:off x="8329613" y="3281363"/>
            <a:ext cx="317658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内容创作</a:t>
            </a:r>
            <a:r>
              <a:rPr lang="en-US" alt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智能对话</a:t>
            </a:r>
            <a:endParaRPr lang="zh-CN" altLang="en-US"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任意多边形 41"/>
          <p:cNvSpPr/>
          <p:nvPr>
            <p:custDataLst>
              <p:tags r:id="rId53"/>
            </p:custDataLst>
          </p:nvPr>
        </p:nvSpPr>
        <p:spPr>
          <a:xfrm>
            <a:off x="7905750" y="1195476"/>
            <a:ext cx="57150" cy="245727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0" h="3870">
                <a:moveTo>
                  <a:pt x="90" y="3870"/>
                </a:moveTo>
                <a:cubicBezTo>
                  <a:pt x="35" y="3826"/>
                  <a:pt x="0" y="3758"/>
                  <a:pt x="0" y="3682"/>
                </a:cubicBezTo>
                <a:lnTo>
                  <a:pt x="0" y="187"/>
                </a:lnTo>
                <a:cubicBezTo>
                  <a:pt x="0" y="112"/>
                  <a:pt x="35" y="44"/>
                  <a:pt x="90" y="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44" name="任意多边形 43"/>
          <p:cNvSpPr/>
          <p:nvPr>
            <p:custDataLst>
              <p:tags r:id="rId54"/>
            </p:custDataLst>
          </p:nvPr>
        </p:nvSpPr>
        <p:spPr>
          <a:xfrm>
            <a:off x="3886200" y="3876675"/>
            <a:ext cx="3829050" cy="2524125"/>
          </a:xfrm>
          <a:custGeom>
            <a:avLst/>
            <a:gdLst>
              <a:gd name="sw" fmla="*/ 1 w 6030"/>
              <a:gd name="sh" fmla="*/ 1 h 3975"/>
              <a:gd name="mins" fmla="min sw sh"/>
              <a:gd name="dsw" fmla="+- 0 sw mins"/>
              <a:gd name="dsh" fmla="+- 0 sh mins"/>
              <a:gd name="p0x0" fmla="*/ 240 w 6030"/>
              <a:gd name="p0y0" fmla="*/ 0 h 3975"/>
              <a:gd name="p0x1" fmla="*/ 5790 w 6030"/>
              <a:gd name="p0y1" fmla="*/ 0 h 3975"/>
              <a:gd name="p0x2" fmla="*/ 5922 w 6030"/>
              <a:gd name="p0y2" fmla="*/ 0 h 3975"/>
              <a:gd name="p0x3" fmla="*/ 6030 w 6030"/>
              <a:gd name="p0y3" fmla="*/ 107 h 3975"/>
              <a:gd name="p0x4" fmla="*/ 6030 w 6030"/>
              <a:gd name="p0y4" fmla="*/ 240 h 3975"/>
              <a:gd name="p0x5" fmla="*/ 6030 w 6030"/>
              <a:gd name="p0y5" fmla="*/ 3735 h 3975"/>
              <a:gd name="p0x6" fmla="*/ 6030 w 6030"/>
              <a:gd name="p0y6" fmla="*/ 3867 h 3975"/>
              <a:gd name="p0x7" fmla="*/ 5922 w 6030"/>
              <a:gd name="p0y7" fmla="*/ 3975 h 3975"/>
              <a:gd name="p0x8" fmla="*/ 5790 w 6030"/>
              <a:gd name="p0y8" fmla="*/ 3975 h 3975"/>
              <a:gd name="p0x9" fmla="*/ 240 w 6030"/>
              <a:gd name="p0y9" fmla="*/ 3975 h 3975"/>
              <a:gd name="p0x10" fmla="*/ 107 w 6030"/>
              <a:gd name="p0y10" fmla="*/ 3975 h 3975"/>
              <a:gd name="p0x11" fmla="*/ 0 w 6030"/>
              <a:gd name="p0y11" fmla="*/ 3867 h 3975"/>
              <a:gd name="p0x12" fmla="*/ 0 w 6030"/>
              <a:gd name="p0y12" fmla="*/ 3735 h 3975"/>
              <a:gd name="p0x13" fmla="*/ 0 w 6030"/>
              <a:gd name="p0y13" fmla="*/ 240 h 3975"/>
              <a:gd name="p0x14" fmla="*/ 0 w 6030"/>
              <a:gd name="p0y14" fmla="*/ 107 h 3975"/>
              <a:gd name="p0x15" fmla="*/ 107 w 6030"/>
              <a:gd name="p0y15" fmla="*/ 0 h 3975"/>
              <a:gd name="p0x16" fmla="*/ 240 w 6030"/>
              <a:gd name="p0y16" fmla="*/ 0 h 39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55"/>
            </p:custDataLst>
          </p:nvPr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rcRect l="-10296" t="-36481" r="-10296" b="-36481"/>
          <a:stretch>
            <a:fillRect/>
          </a:stretch>
        </p:blipFill>
        <p:spPr>
          <a:xfrm>
            <a:off x="6487160" y="5278120"/>
            <a:ext cx="1550670" cy="1482725"/>
          </a:xfrm>
          <a:prstGeom prst="rect">
            <a:avLst/>
          </a:prstGeom>
        </p:spPr>
      </p:pic>
      <p:sp>
        <p:nvSpPr>
          <p:cNvPr id="46" name="任意多边形 45"/>
          <p:cNvSpPr/>
          <p:nvPr>
            <p:custDataLst>
              <p:tags r:id="rId58"/>
            </p:custDataLst>
          </p:nvPr>
        </p:nvSpPr>
        <p:spPr>
          <a:xfrm>
            <a:off x="4114800" y="4105275"/>
            <a:ext cx="438150" cy="438150"/>
          </a:xfrm>
          <a:custGeom>
            <a:avLst/>
            <a:gdLst>
              <a:gd name="sw" fmla="*/ 1 w 690"/>
              <a:gd name="sh" fmla="*/ 1 h 690"/>
              <a:gd name="mins" fmla="min sw sh"/>
              <a:gd name="dsw" fmla="+- 0 sw mins"/>
              <a:gd name="dsh" fmla="+- 0 sh mins"/>
              <a:gd name="p0x0" fmla="*/ 180 w 690"/>
              <a:gd name="p0y0" fmla="*/ 0 h 690"/>
              <a:gd name="p0x1" fmla="*/ 510 w 690"/>
              <a:gd name="p0y1" fmla="*/ 0 h 690"/>
              <a:gd name="p0x2" fmla="*/ 609 w 690"/>
              <a:gd name="p0y2" fmla="*/ 0 h 690"/>
              <a:gd name="p0x3" fmla="*/ 690 w 690"/>
              <a:gd name="p0y3" fmla="*/ 80 h 690"/>
              <a:gd name="p0x4" fmla="*/ 690 w 690"/>
              <a:gd name="p0y4" fmla="*/ 180 h 690"/>
              <a:gd name="p0x5" fmla="*/ 690 w 690"/>
              <a:gd name="p0y5" fmla="*/ 510 h 690"/>
              <a:gd name="p0x6" fmla="*/ 690 w 690"/>
              <a:gd name="p0y6" fmla="*/ 609 h 690"/>
              <a:gd name="p0x7" fmla="*/ 609 w 690"/>
              <a:gd name="p0y7" fmla="*/ 690 h 690"/>
              <a:gd name="p0x8" fmla="*/ 510 w 690"/>
              <a:gd name="p0y8" fmla="*/ 690 h 690"/>
              <a:gd name="p0x9" fmla="*/ 180 w 690"/>
              <a:gd name="p0y9" fmla="*/ 690 h 690"/>
              <a:gd name="p0x10" fmla="*/ 80 w 690"/>
              <a:gd name="p0y10" fmla="*/ 690 h 690"/>
              <a:gd name="p0x11" fmla="*/ 0 w 690"/>
              <a:gd name="p0y11" fmla="*/ 609 h 690"/>
              <a:gd name="p0x12" fmla="*/ 0 w 690"/>
              <a:gd name="p0y12" fmla="*/ 510 h 690"/>
              <a:gd name="p0x13" fmla="*/ 0 w 690"/>
              <a:gd name="p0y13" fmla="*/ 180 h 690"/>
              <a:gd name="p0x14" fmla="*/ 0 w 690"/>
              <a:gd name="p0y14" fmla="*/ 80 h 690"/>
              <a:gd name="p0x15" fmla="*/ 80 w 690"/>
              <a:gd name="p0y15" fmla="*/ 0 h 690"/>
              <a:gd name="p0x16" fmla="*/ 180 w 690"/>
              <a:gd name="p0y16" fmla="*/ 0 h 6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1E3A8A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7" name="图片 46"/>
          <p:cNvPicPr>
            <a:picLocks noChangeAspect="1"/>
          </p:cNvPicPr>
          <p:nvPr>
            <p:custDataLst>
              <p:tags r:id="rId59"/>
            </p:custDataLst>
          </p:nvPr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rcRect t="-11765" b="-11765"/>
          <a:stretch>
            <a:fillRect/>
          </a:stretch>
        </p:blipFill>
        <p:spPr>
          <a:xfrm>
            <a:off x="4238625" y="4224020"/>
            <a:ext cx="190500" cy="200025"/>
          </a:xfrm>
          <a:prstGeom prst="rect">
            <a:avLst/>
          </a:prstGeom>
        </p:spPr>
      </p:pic>
      <p:sp>
        <p:nvSpPr>
          <p:cNvPr id="48" name="任意多边形 47"/>
          <p:cNvSpPr/>
          <p:nvPr>
            <p:custDataLst>
              <p:tags r:id="rId62"/>
            </p:custDataLst>
          </p:nvPr>
        </p:nvSpPr>
        <p:spPr>
          <a:xfrm>
            <a:off x="6938645" y="4105275"/>
            <a:ext cx="548005" cy="247650"/>
          </a:xfrm>
          <a:custGeom>
            <a:avLst/>
            <a:gdLst>
              <a:gd name="sw" fmla="*/ 1 w 862"/>
              <a:gd name="sh" fmla="*/ 1 h 390"/>
              <a:gd name="mins" fmla="min sw sh"/>
              <a:gd name="dsw" fmla="+- 0 sw mins"/>
              <a:gd name="dsh" fmla="+- 0 sh mins"/>
              <a:gd name="p0x0" fmla="*/ 195 w 862"/>
              <a:gd name="p0y0" fmla="*/ 0 h 390"/>
              <a:gd name="p0x1" fmla="*/ 667 w 862"/>
              <a:gd name="p0y1" fmla="*/ 0 h 390"/>
              <a:gd name="p0x2" fmla="*/ 775 w 862"/>
              <a:gd name="p0y2" fmla="*/ 0 h 390"/>
              <a:gd name="p0x3" fmla="*/ 862 w 862"/>
              <a:gd name="p0y3" fmla="*/ 87 h 390"/>
              <a:gd name="p0x4" fmla="*/ 862 w 862"/>
              <a:gd name="p0y4" fmla="*/ 195 h 390"/>
              <a:gd name="p0x5" fmla="*/ 862 w 862"/>
              <a:gd name="p0y5" fmla="*/ 302 h 390"/>
              <a:gd name="p0x6" fmla="*/ 775 w 862"/>
              <a:gd name="p0y6" fmla="*/ 390 h 390"/>
              <a:gd name="p0x7" fmla="*/ 667 w 862"/>
              <a:gd name="p0y7" fmla="*/ 390 h 390"/>
              <a:gd name="p0x8" fmla="*/ 195 w 862"/>
              <a:gd name="p0y8" fmla="*/ 390 h 390"/>
              <a:gd name="p0x9" fmla="*/ 87 w 862"/>
              <a:gd name="p0y9" fmla="*/ 390 h 390"/>
              <a:gd name="p0x10" fmla="*/ 0 w 862"/>
              <a:gd name="p0y10" fmla="*/ 302 h 390"/>
              <a:gd name="p0x11" fmla="*/ 0 w 862"/>
              <a:gd name="p0y11" fmla="*/ 195 h 390"/>
              <a:gd name="p0x12" fmla="*/ 0 w 862"/>
              <a:gd name="p0y12" fmla="*/ 87 h 390"/>
              <a:gd name="p0x13" fmla="*/ 87 w 862"/>
              <a:gd name="p0y13" fmla="*/ 0 h 390"/>
              <a:gd name="p0x14" fmla="*/ 195 w 862"/>
              <a:gd name="p0y14" fmla="*/ 0 h 3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1E3A8A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>
            <p:custDataLst>
              <p:tags r:id="rId63"/>
            </p:custDataLst>
          </p:nvPr>
        </p:nvSpPr>
        <p:spPr>
          <a:xfrm>
            <a:off x="7034213" y="4152900"/>
            <a:ext cx="461963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825" b="1" spc="37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Media</a:t>
            </a:r>
            <a:endParaRPr sz="825" b="1" spc="37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64"/>
            </p:custDataLst>
          </p:nvPr>
        </p:nvSpPr>
        <p:spPr>
          <a:xfrm>
            <a:off x="4114800" y="4657725"/>
            <a:ext cx="3371850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视频与演示</a:t>
            </a:r>
            <a:endParaRPr sz="15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65"/>
            </p:custDataLst>
          </p:nvPr>
        </p:nvSpPr>
        <p:spPr>
          <a:xfrm>
            <a:off x="4114800" y="4994910"/>
            <a:ext cx="3371850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en-US" altLang="en-US"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Runway </a:t>
            </a:r>
            <a:r>
              <a:rPr lang="zh-CN" altLang="en-US"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</a:t>
            </a:r>
            <a:r>
              <a:rPr lang="en-US" altLang="zh-CN"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视频编辑，</a:t>
            </a:r>
            <a:r>
              <a:rPr lang="en-US" altLang="zh-CN"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Gamma </a:t>
            </a:r>
            <a:r>
              <a:rPr lang="zh-CN" altLang="en-US"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智能生成演示文稿，大幅降低制作门槛。</a:t>
            </a:r>
            <a:endParaRPr lang="zh-CN" altLang="en-US" sz="105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7" name="组合 76"/>
          <p:cNvGrpSpPr/>
          <p:nvPr/>
        </p:nvGrpSpPr>
        <p:grpSpPr>
          <a:xfrm>
            <a:off x="4114800" y="5852795"/>
            <a:ext cx="3371850" cy="318770"/>
            <a:chOff x="6480" y="9217"/>
            <a:chExt cx="5310" cy="502"/>
          </a:xfrm>
        </p:grpSpPr>
        <p:sp>
          <p:nvSpPr>
            <p:cNvPr id="52" name="任意多边形 51"/>
            <p:cNvSpPr/>
            <p:nvPr>
              <p:custDataLst>
                <p:tags r:id="rId66"/>
              </p:custDataLst>
            </p:nvPr>
          </p:nvSpPr>
          <p:spPr>
            <a:xfrm>
              <a:off x="6480" y="9217"/>
              <a:ext cx="5310" cy="503"/>
            </a:xfrm>
            <a:custGeom>
              <a:avLst/>
              <a:gdLst>
                <a:gd name="sw" fmla="*/ 1 w 5310"/>
                <a:gd name="sh" fmla="*/ 1 h 502"/>
                <a:gd name="mins" fmla="min sw sh"/>
                <a:gd name="dsw" fmla="+- 0 sw mins"/>
                <a:gd name="dsh" fmla="+- 0 sh mins"/>
                <a:gd name="p0x0" fmla="*/ 0 w 5310"/>
                <a:gd name="p0y0" fmla="*/ 0 h 502"/>
                <a:gd name="p0x1" fmla="*/ 5310 w 5310"/>
                <a:gd name="p0y1" fmla="*/ 0 h 502"/>
                <a:gd name="p0x2" fmla="*/ 5310 w 5310"/>
                <a:gd name="p0y2" fmla="*/ 502 h 502"/>
                <a:gd name="p0x3" fmla="*/ 0 w 5310"/>
                <a:gd name="p0y3" fmla="*/ 502 h 502"/>
                <a:gd name="p0x4" fmla="*/ 0 w 5310"/>
                <a:gd name="p0y4" fmla="*/ 0 h 50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3" name="任意多边形 52"/>
            <p:cNvSpPr/>
            <p:nvPr>
              <p:custDataLst>
                <p:tags r:id="rId67"/>
              </p:custDataLst>
            </p:nvPr>
          </p:nvSpPr>
          <p:spPr>
            <a:xfrm>
              <a:off x="6480" y="9217"/>
              <a:ext cx="5310" cy="15"/>
            </a:xfrm>
            <a:custGeom>
              <a:avLst/>
              <a:gdLst>
                <a:gd name="sw" fmla="*/ 1 w 5310"/>
                <a:gd name="sh" fmla="*/ 1 h 15"/>
                <a:gd name="mins" fmla="min sw sh"/>
                <a:gd name="dsw" fmla="+- 0 sw mins"/>
                <a:gd name="dsh" fmla="+- 0 sh mins"/>
                <a:gd name="p0x0" fmla="*/ 0 w 5310"/>
                <a:gd name="p0y0" fmla="*/ 0 h 15"/>
                <a:gd name="p0x1" fmla="*/ 5310 w 5310"/>
                <a:gd name="p0y1" fmla="*/ 0 h 15"/>
                <a:gd name="p0x2" fmla="*/ 5310 w 5310"/>
                <a:gd name="p0y2" fmla="*/ 15 h 15"/>
                <a:gd name="p0x3" fmla="*/ 0 w 5310"/>
                <a:gd name="p0y3" fmla="*/ 15 h 15"/>
                <a:gd name="p0x4" fmla="*/ 0 w 531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55" name="图片 54"/>
          <p:cNvPicPr>
            <a:picLocks noChangeAspect="1"/>
          </p:cNvPicPr>
          <p:nvPr>
            <p:custDataLst>
              <p:tags r:id="rId68"/>
            </p:custDataLst>
          </p:nvPr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rcRect l="-3333" t="-5897" r="-3333" b="-5897"/>
          <a:stretch>
            <a:fillRect/>
          </a:stretch>
        </p:blipFill>
        <p:spPr>
          <a:xfrm>
            <a:off x="4114800" y="6012180"/>
            <a:ext cx="152400" cy="138430"/>
          </a:xfrm>
          <a:prstGeom prst="rect">
            <a:avLst/>
          </a:prstGeom>
        </p:spPr>
      </p:pic>
      <p:sp>
        <p:nvSpPr>
          <p:cNvPr id="56" name="文本框 55"/>
          <p:cNvSpPr txBox="1"/>
          <p:nvPr>
            <p:custDataLst>
              <p:tags r:id="rId71"/>
            </p:custDataLst>
          </p:nvPr>
        </p:nvSpPr>
        <p:spPr>
          <a:xfrm>
            <a:off x="4362450" y="5995988"/>
            <a:ext cx="3124200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多媒体制作</a:t>
            </a:r>
            <a:r>
              <a:rPr lang="en-US" alt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演示设计</a:t>
            </a:r>
            <a:endParaRPr lang="zh-CN" altLang="en-US"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任意多边形 56"/>
          <p:cNvSpPr/>
          <p:nvPr>
            <p:custDataLst>
              <p:tags r:id="rId72"/>
            </p:custDataLst>
          </p:nvPr>
        </p:nvSpPr>
        <p:spPr>
          <a:xfrm>
            <a:off x="3886200" y="3910101"/>
            <a:ext cx="57150" cy="245727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0" h="3870">
                <a:moveTo>
                  <a:pt x="90" y="3870"/>
                </a:moveTo>
                <a:cubicBezTo>
                  <a:pt x="35" y="3826"/>
                  <a:pt x="0" y="3758"/>
                  <a:pt x="0" y="3682"/>
                </a:cubicBezTo>
                <a:lnTo>
                  <a:pt x="0" y="187"/>
                </a:lnTo>
                <a:cubicBezTo>
                  <a:pt x="0" y="112"/>
                  <a:pt x="35" y="44"/>
                  <a:pt x="90" y="0"/>
                </a:cubicBezTo>
                <a:close/>
              </a:path>
            </a:pathLst>
          </a:custGeom>
          <a:solidFill>
            <a:srgbClr val="1E3A8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59" name="任意多边形 58"/>
          <p:cNvSpPr/>
          <p:nvPr>
            <p:custDataLst>
              <p:tags r:id="rId73"/>
            </p:custDataLst>
          </p:nvPr>
        </p:nvSpPr>
        <p:spPr>
          <a:xfrm>
            <a:off x="7905750" y="3876675"/>
            <a:ext cx="3829050" cy="2524125"/>
          </a:xfrm>
          <a:custGeom>
            <a:avLst/>
            <a:gdLst>
              <a:gd name="sw" fmla="*/ 1 w 6030"/>
              <a:gd name="sh" fmla="*/ 1 h 3975"/>
              <a:gd name="mins" fmla="min sw sh"/>
              <a:gd name="dsw" fmla="+- 0 sw mins"/>
              <a:gd name="dsh" fmla="+- 0 sh mins"/>
              <a:gd name="p0x0" fmla="*/ 240 w 6030"/>
              <a:gd name="p0y0" fmla="*/ 0 h 3975"/>
              <a:gd name="p0x1" fmla="*/ 5790 w 6030"/>
              <a:gd name="p0y1" fmla="*/ 0 h 3975"/>
              <a:gd name="p0x2" fmla="*/ 5922 w 6030"/>
              <a:gd name="p0y2" fmla="*/ 0 h 3975"/>
              <a:gd name="p0x3" fmla="*/ 6030 w 6030"/>
              <a:gd name="p0y3" fmla="*/ 107 h 3975"/>
              <a:gd name="p0x4" fmla="*/ 6030 w 6030"/>
              <a:gd name="p0y4" fmla="*/ 240 h 3975"/>
              <a:gd name="p0x5" fmla="*/ 6030 w 6030"/>
              <a:gd name="p0y5" fmla="*/ 3735 h 3975"/>
              <a:gd name="p0x6" fmla="*/ 6030 w 6030"/>
              <a:gd name="p0y6" fmla="*/ 3867 h 3975"/>
              <a:gd name="p0x7" fmla="*/ 5922 w 6030"/>
              <a:gd name="p0y7" fmla="*/ 3975 h 3975"/>
              <a:gd name="p0x8" fmla="*/ 5790 w 6030"/>
              <a:gd name="p0y8" fmla="*/ 3975 h 3975"/>
              <a:gd name="p0x9" fmla="*/ 240 w 6030"/>
              <a:gd name="p0y9" fmla="*/ 3975 h 3975"/>
              <a:gd name="p0x10" fmla="*/ 107 w 6030"/>
              <a:gd name="p0y10" fmla="*/ 3975 h 3975"/>
              <a:gd name="p0x11" fmla="*/ 0 w 6030"/>
              <a:gd name="p0y11" fmla="*/ 3867 h 3975"/>
              <a:gd name="p0x12" fmla="*/ 0 w 6030"/>
              <a:gd name="p0y12" fmla="*/ 3735 h 3975"/>
              <a:gd name="p0x13" fmla="*/ 0 w 6030"/>
              <a:gd name="p0y13" fmla="*/ 240 h 3975"/>
              <a:gd name="p0x14" fmla="*/ 0 w 6030"/>
              <a:gd name="p0y14" fmla="*/ 107 h 3975"/>
              <a:gd name="p0x15" fmla="*/ 107 w 6030"/>
              <a:gd name="p0y15" fmla="*/ 0 h 3975"/>
              <a:gd name="p0x16" fmla="*/ 240 w 6030"/>
              <a:gd name="p0y16" fmla="*/ 0 h 39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0" name="图片 59"/>
          <p:cNvPicPr>
            <a:picLocks noChangeAspect="1"/>
          </p:cNvPicPr>
          <p:nvPr>
            <p:custDataLst>
              <p:tags r:id="rId74"/>
            </p:custDataLst>
          </p:nvPr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rcRect l="-10295" t="-18177" r="-10295" b="-18177"/>
          <a:stretch>
            <a:fillRect/>
          </a:stretch>
        </p:blipFill>
        <p:spPr>
          <a:xfrm>
            <a:off x="10366375" y="5259705"/>
            <a:ext cx="1688465" cy="1519555"/>
          </a:xfrm>
          <a:prstGeom prst="rect">
            <a:avLst/>
          </a:prstGeom>
        </p:spPr>
      </p:pic>
      <p:sp>
        <p:nvSpPr>
          <p:cNvPr id="61" name="任意多边形 60"/>
          <p:cNvSpPr/>
          <p:nvPr>
            <p:custDataLst>
              <p:tags r:id="rId77"/>
            </p:custDataLst>
          </p:nvPr>
        </p:nvSpPr>
        <p:spPr>
          <a:xfrm>
            <a:off x="8134350" y="4105275"/>
            <a:ext cx="438150" cy="438150"/>
          </a:xfrm>
          <a:custGeom>
            <a:avLst/>
            <a:gdLst>
              <a:gd name="sw" fmla="*/ 1 w 690"/>
              <a:gd name="sh" fmla="*/ 1 h 690"/>
              <a:gd name="mins" fmla="min sw sh"/>
              <a:gd name="dsw" fmla="+- 0 sw mins"/>
              <a:gd name="dsh" fmla="+- 0 sh mins"/>
              <a:gd name="p0x0" fmla="*/ 180 w 690"/>
              <a:gd name="p0y0" fmla="*/ 0 h 690"/>
              <a:gd name="p0x1" fmla="*/ 510 w 690"/>
              <a:gd name="p0y1" fmla="*/ 0 h 690"/>
              <a:gd name="p0x2" fmla="*/ 609 w 690"/>
              <a:gd name="p0y2" fmla="*/ 0 h 690"/>
              <a:gd name="p0x3" fmla="*/ 690 w 690"/>
              <a:gd name="p0y3" fmla="*/ 80 h 690"/>
              <a:gd name="p0x4" fmla="*/ 690 w 690"/>
              <a:gd name="p0y4" fmla="*/ 180 h 690"/>
              <a:gd name="p0x5" fmla="*/ 690 w 690"/>
              <a:gd name="p0y5" fmla="*/ 510 h 690"/>
              <a:gd name="p0x6" fmla="*/ 690 w 690"/>
              <a:gd name="p0y6" fmla="*/ 609 h 690"/>
              <a:gd name="p0x7" fmla="*/ 609 w 690"/>
              <a:gd name="p0y7" fmla="*/ 690 h 690"/>
              <a:gd name="p0x8" fmla="*/ 510 w 690"/>
              <a:gd name="p0y8" fmla="*/ 690 h 690"/>
              <a:gd name="p0x9" fmla="*/ 180 w 690"/>
              <a:gd name="p0y9" fmla="*/ 690 h 690"/>
              <a:gd name="p0x10" fmla="*/ 80 w 690"/>
              <a:gd name="p0y10" fmla="*/ 690 h 690"/>
              <a:gd name="p0x11" fmla="*/ 0 w 690"/>
              <a:gd name="p0y11" fmla="*/ 609 h 690"/>
              <a:gd name="p0x12" fmla="*/ 0 w 690"/>
              <a:gd name="p0y12" fmla="*/ 510 h 690"/>
              <a:gd name="p0x13" fmla="*/ 0 w 690"/>
              <a:gd name="p0y13" fmla="*/ 180 h 690"/>
              <a:gd name="p0x14" fmla="*/ 0 w 690"/>
              <a:gd name="p0y14" fmla="*/ 80 h 690"/>
              <a:gd name="p0x15" fmla="*/ 80 w 690"/>
              <a:gd name="p0y15" fmla="*/ 0 h 690"/>
              <a:gd name="p0x16" fmla="*/ 180 w 690"/>
              <a:gd name="p0y16" fmla="*/ 0 h 6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B5563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2" name="图片 61"/>
          <p:cNvPicPr>
            <a:picLocks noChangeAspect="1"/>
          </p:cNvPicPr>
          <p:nvPr>
            <p:custDataLst>
              <p:tags r:id="rId78"/>
            </p:custDataLst>
          </p:nvPr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rcRect t="-2500" b="-2500"/>
          <a:stretch>
            <a:fillRect/>
          </a:stretch>
        </p:blipFill>
        <p:spPr>
          <a:xfrm>
            <a:off x="8234045" y="4224020"/>
            <a:ext cx="238125" cy="200025"/>
          </a:xfrm>
          <a:prstGeom prst="rect">
            <a:avLst/>
          </a:prstGeom>
        </p:spPr>
      </p:pic>
      <p:sp>
        <p:nvSpPr>
          <p:cNvPr id="63" name="任意多边形 62"/>
          <p:cNvSpPr/>
          <p:nvPr>
            <p:custDataLst>
              <p:tags r:id="rId81"/>
            </p:custDataLst>
          </p:nvPr>
        </p:nvSpPr>
        <p:spPr>
          <a:xfrm>
            <a:off x="10577195" y="4105275"/>
            <a:ext cx="929005" cy="247650"/>
          </a:xfrm>
          <a:custGeom>
            <a:avLst/>
            <a:gdLst>
              <a:gd name="sw" fmla="*/ 1 w 1462"/>
              <a:gd name="sh" fmla="*/ 1 h 390"/>
              <a:gd name="mins" fmla="min sw sh"/>
              <a:gd name="dsw" fmla="+- 0 sw mins"/>
              <a:gd name="dsh" fmla="+- 0 sh mins"/>
              <a:gd name="p0x0" fmla="*/ 195 w 1462"/>
              <a:gd name="p0y0" fmla="*/ 0 h 390"/>
              <a:gd name="p0x1" fmla="*/ 1267 w 1462"/>
              <a:gd name="p0y1" fmla="*/ 0 h 390"/>
              <a:gd name="p0x2" fmla="*/ 1375 w 1462"/>
              <a:gd name="p0y2" fmla="*/ 0 h 390"/>
              <a:gd name="p0x3" fmla="*/ 1462 w 1462"/>
              <a:gd name="p0y3" fmla="*/ 87 h 390"/>
              <a:gd name="p0x4" fmla="*/ 1462 w 1462"/>
              <a:gd name="p0y4" fmla="*/ 195 h 390"/>
              <a:gd name="p0x5" fmla="*/ 1462 w 1462"/>
              <a:gd name="p0y5" fmla="*/ 302 h 390"/>
              <a:gd name="p0x6" fmla="*/ 1375 w 1462"/>
              <a:gd name="p0y6" fmla="*/ 390 h 390"/>
              <a:gd name="p0x7" fmla="*/ 1267 w 1462"/>
              <a:gd name="p0y7" fmla="*/ 390 h 390"/>
              <a:gd name="p0x8" fmla="*/ 195 w 1462"/>
              <a:gd name="p0y8" fmla="*/ 390 h 390"/>
              <a:gd name="p0x9" fmla="*/ 87 w 1462"/>
              <a:gd name="p0y9" fmla="*/ 390 h 390"/>
              <a:gd name="p0x10" fmla="*/ 0 w 1462"/>
              <a:gd name="p0y10" fmla="*/ 302 h 390"/>
              <a:gd name="p0x11" fmla="*/ 0 w 1462"/>
              <a:gd name="p0y11" fmla="*/ 195 h 390"/>
              <a:gd name="p0x12" fmla="*/ 0 w 1462"/>
              <a:gd name="p0y12" fmla="*/ 87 h 390"/>
              <a:gd name="p0x13" fmla="*/ 87 w 1462"/>
              <a:gd name="p0y13" fmla="*/ 0 h 390"/>
              <a:gd name="p0x14" fmla="*/ 195 w 1462"/>
              <a:gd name="p0y14" fmla="*/ 0 h 3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4B5563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>
            <p:custDataLst>
              <p:tags r:id="rId82"/>
            </p:custDataLst>
          </p:nvPr>
        </p:nvSpPr>
        <p:spPr>
          <a:xfrm>
            <a:off x="10672763" y="4152900"/>
            <a:ext cx="842963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825" b="1" spc="37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Automation</a:t>
            </a:r>
            <a:endParaRPr sz="825" b="1" spc="37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文本框 64"/>
          <p:cNvSpPr txBox="1"/>
          <p:nvPr>
            <p:custDataLst>
              <p:tags r:id="rId83"/>
            </p:custDataLst>
          </p:nvPr>
        </p:nvSpPr>
        <p:spPr>
          <a:xfrm>
            <a:off x="8134350" y="4657725"/>
            <a:ext cx="3371850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工作流自动化</a:t>
            </a:r>
            <a:endParaRPr sz="15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84"/>
            </p:custDataLst>
          </p:nvPr>
        </p:nvSpPr>
        <p:spPr>
          <a:xfrm>
            <a:off x="8134350" y="4994910"/>
            <a:ext cx="3371850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扣子</a:t>
            </a:r>
            <a:r>
              <a:rPr lang="en-US" altLang="zh-CN"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(Coze)</a:t>
            </a:r>
            <a:r>
              <a:rPr lang="zh-CN" altLang="en-US"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Zapier </a:t>
            </a:r>
            <a:r>
              <a:rPr lang="zh-CN" altLang="en-US"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连接各类应用，构建自动化流程，减少重复性工作。</a:t>
            </a:r>
            <a:endParaRPr lang="zh-CN" altLang="en-US" sz="105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8134350" y="5852795"/>
            <a:ext cx="3371850" cy="318770"/>
            <a:chOff x="12810" y="9217"/>
            <a:chExt cx="5310" cy="502"/>
          </a:xfrm>
        </p:grpSpPr>
        <p:sp>
          <p:nvSpPr>
            <p:cNvPr id="67" name="任意多边形 66"/>
            <p:cNvSpPr/>
            <p:nvPr>
              <p:custDataLst>
                <p:tags r:id="rId85"/>
              </p:custDataLst>
            </p:nvPr>
          </p:nvSpPr>
          <p:spPr>
            <a:xfrm>
              <a:off x="12810" y="9217"/>
              <a:ext cx="5310" cy="503"/>
            </a:xfrm>
            <a:custGeom>
              <a:avLst/>
              <a:gdLst>
                <a:gd name="sw" fmla="*/ 1 w 5310"/>
                <a:gd name="sh" fmla="*/ 1 h 502"/>
                <a:gd name="mins" fmla="min sw sh"/>
                <a:gd name="dsw" fmla="+- 0 sw mins"/>
                <a:gd name="dsh" fmla="+- 0 sh mins"/>
                <a:gd name="p0x0" fmla="*/ 0 w 5310"/>
                <a:gd name="p0y0" fmla="*/ 0 h 502"/>
                <a:gd name="p0x1" fmla="*/ 5310 w 5310"/>
                <a:gd name="p0y1" fmla="*/ 0 h 502"/>
                <a:gd name="p0x2" fmla="*/ 5310 w 5310"/>
                <a:gd name="p0y2" fmla="*/ 502 h 502"/>
                <a:gd name="p0x3" fmla="*/ 0 w 5310"/>
                <a:gd name="p0y3" fmla="*/ 502 h 502"/>
                <a:gd name="p0x4" fmla="*/ 0 w 5310"/>
                <a:gd name="p0y4" fmla="*/ 0 h 50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8" name="任意多边形 67"/>
            <p:cNvSpPr/>
            <p:nvPr>
              <p:custDataLst>
                <p:tags r:id="rId86"/>
              </p:custDataLst>
            </p:nvPr>
          </p:nvSpPr>
          <p:spPr>
            <a:xfrm>
              <a:off x="12810" y="9217"/>
              <a:ext cx="5310" cy="15"/>
            </a:xfrm>
            <a:custGeom>
              <a:avLst/>
              <a:gdLst>
                <a:gd name="sw" fmla="*/ 1 w 5310"/>
                <a:gd name="sh" fmla="*/ 1 h 15"/>
                <a:gd name="mins" fmla="min sw sh"/>
                <a:gd name="dsw" fmla="+- 0 sw mins"/>
                <a:gd name="dsh" fmla="+- 0 sh mins"/>
                <a:gd name="p0x0" fmla="*/ 0 w 5310"/>
                <a:gd name="p0y0" fmla="*/ 0 h 15"/>
                <a:gd name="p0x1" fmla="*/ 5310 w 5310"/>
                <a:gd name="p0y1" fmla="*/ 0 h 15"/>
                <a:gd name="p0x2" fmla="*/ 5310 w 5310"/>
                <a:gd name="p0y2" fmla="*/ 15 h 15"/>
                <a:gd name="p0x3" fmla="*/ 0 w 5310"/>
                <a:gd name="p0y3" fmla="*/ 15 h 15"/>
                <a:gd name="p0x4" fmla="*/ 0 w 531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70" name="图片 69"/>
          <p:cNvPicPr>
            <a:picLocks noChangeAspect="1"/>
          </p:cNvPicPr>
          <p:nvPr>
            <p:custDataLst>
              <p:tags r:id="rId87"/>
            </p:custDataLst>
          </p:nvPr>
        </p:nvPicPr>
        <p:blipFill>
          <a:blip r:embed="rId88"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rcRect l="-12333" t="-5897" r="-12333" b="-5897"/>
          <a:stretch>
            <a:fillRect/>
          </a:stretch>
        </p:blipFill>
        <p:spPr>
          <a:xfrm>
            <a:off x="8134350" y="6012180"/>
            <a:ext cx="118745" cy="138430"/>
          </a:xfrm>
          <a:prstGeom prst="rect">
            <a:avLst/>
          </a:prstGeom>
        </p:spPr>
      </p:pic>
      <p:sp>
        <p:nvSpPr>
          <p:cNvPr id="71" name="文本框 70"/>
          <p:cNvSpPr txBox="1"/>
          <p:nvPr>
            <p:custDataLst>
              <p:tags r:id="rId90"/>
            </p:custDataLst>
          </p:nvPr>
        </p:nvSpPr>
        <p:spPr>
          <a:xfrm>
            <a:off x="8348663" y="5995988"/>
            <a:ext cx="315753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流程自动化</a:t>
            </a:r>
            <a:r>
              <a:rPr lang="en-US" alt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效率提升</a:t>
            </a:r>
            <a:endParaRPr lang="zh-CN" altLang="en-US"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任意多边形 71"/>
          <p:cNvSpPr/>
          <p:nvPr>
            <p:custDataLst>
              <p:tags r:id="rId91"/>
            </p:custDataLst>
          </p:nvPr>
        </p:nvSpPr>
        <p:spPr>
          <a:xfrm>
            <a:off x="7905750" y="3910101"/>
            <a:ext cx="57150" cy="245727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0" h="3870">
                <a:moveTo>
                  <a:pt x="90" y="3870"/>
                </a:moveTo>
                <a:cubicBezTo>
                  <a:pt x="35" y="3826"/>
                  <a:pt x="0" y="3758"/>
                  <a:pt x="0" y="3682"/>
                </a:cubicBezTo>
                <a:lnTo>
                  <a:pt x="0" y="187"/>
                </a:lnTo>
                <a:cubicBezTo>
                  <a:pt x="0" y="112"/>
                  <a:pt x="35" y="44"/>
                  <a:pt x="90" y="0"/>
                </a:cubicBezTo>
                <a:close/>
              </a:path>
            </a:pathLst>
          </a:custGeom>
          <a:solidFill>
            <a:srgbClr val="4B556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143000" y="2519334"/>
            <a:ext cx="1541707" cy="7677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54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54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143000" y="3431829"/>
            <a:ext cx="9848926" cy="9048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5400" b="1" spc="15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行动篇：企业落地，从我做起</a:t>
            </a:r>
            <a:endParaRPr sz="5400" b="1" spc="150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457200" y="409575"/>
            <a:ext cx="5715000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企业落地：应用机会识别四步法</a:t>
            </a:r>
            <a:endParaRPr sz="3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40" name="组合 139"/>
          <p:cNvGrpSpPr/>
          <p:nvPr/>
        </p:nvGrpSpPr>
        <p:grpSpPr>
          <a:xfrm>
            <a:off x="457200" y="1238250"/>
            <a:ext cx="2675890" cy="5162550"/>
            <a:chOff x="720" y="1950"/>
            <a:chExt cx="4214" cy="8130"/>
          </a:xfrm>
          <a:effectLst>
            <a:outerShdw blurRad="85725" dist="38100" dir="5399999" sx="99288" sy="99631" algn="ctr" rotWithShape="0">
              <a:srgbClr val="000000">
                <a:alpha val="10196"/>
              </a:srgbClr>
            </a:outerShdw>
          </a:effectLst>
        </p:grpSpPr>
        <p:sp>
          <p:nvSpPr>
            <p:cNvPr id="4" name="任意多边形 3"/>
            <p:cNvSpPr/>
            <p:nvPr>
              <p:custDataLst>
                <p:tags r:id="rId3"/>
              </p:custDataLst>
            </p:nvPr>
          </p:nvSpPr>
          <p:spPr>
            <a:xfrm>
              <a:off x="720" y="1950"/>
              <a:ext cx="4215" cy="8130"/>
            </a:xfrm>
            <a:custGeom>
              <a:avLst/>
              <a:gdLst>
                <a:gd name="sw" fmla="*/ 1 w 4215"/>
                <a:gd name="sh" fmla="*/ 1 h 8130"/>
                <a:gd name="mins" fmla="min sw sh"/>
                <a:gd name="dsw" fmla="+- 0 sw mins"/>
                <a:gd name="dsh" fmla="+- 0 sh mins"/>
                <a:gd name="p0x0" fmla="*/ 240 w 4215"/>
                <a:gd name="p0y0" fmla="*/ 0 h 8130"/>
                <a:gd name="p0x1" fmla="*/ 3975 w 4215"/>
                <a:gd name="p0y1" fmla="*/ 0 h 8130"/>
                <a:gd name="p0x2" fmla="*/ 4107 w 4215"/>
                <a:gd name="p0y2" fmla="*/ 0 h 8130"/>
                <a:gd name="p0x3" fmla="*/ 4215 w 4215"/>
                <a:gd name="p0y3" fmla="*/ 107 h 8130"/>
                <a:gd name="p0x4" fmla="*/ 4215 w 4215"/>
                <a:gd name="p0y4" fmla="*/ 240 h 8130"/>
                <a:gd name="p0x5" fmla="*/ 4215 w 4215"/>
                <a:gd name="p0y5" fmla="*/ 7890 h 8130"/>
                <a:gd name="p0x6" fmla="*/ 4215 w 4215"/>
                <a:gd name="p0y6" fmla="*/ 8022 h 8130"/>
                <a:gd name="p0x7" fmla="*/ 4107 w 4215"/>
                <a:gd name="p0y7" fmla="*/ 8130 h 8130"/>
                <a:gd name="p0x8" fmla="*/ 3975 w 4215"/>
                <a:gd name="p0y8" fmla="*/ 8130 h 8130"/>
                <a:gd name="p0x9" fmla="*/ 240 w 4215"/>
                <a:gd name="p0y9" fmla="*/ 8130 h 8130"/>
                <a:gd name="p0x10" fmla="*/ 107 w 4215"/>
                <a:gd name="p0y10" fmla="*/ 8130 h 8130"/>
                <a:gd name="p0x11" fmla="*/ 0 w 4215"/>
                <a:gd name="p0y11" fmla="*/ 8022 h 8130"/>
                <a:gd name="p0x12" fmla="*/ 0 w 4215"/>
                <a:gd name="p0y12" fmla="*/ 7890 h 8130"/>
                <a:gd name="p0x13" fmla="*/ 0 w 4215"/>
                <a:gd name="p0y13" fmla="*/ 240 h 8130"/>
                <a:gd name="p0x14" fmla="*/ 0 w 4215"/>
                <a:gd name="p0y14" fmla="*/ 107 h 8130"/>
                <a:gd name="p0x15" fmla="*/ 107 w 4215"/>
                <a:gd name="p0y15" fmla="*/ 0 h 8130"/>
                <a:gd name="p0x16" fmla="*/ 240 w 4215"/>
                <a:gd name="p0y16" fmla="*/ 0 h 81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任意多边形 4"/>
            <p:cNvSpPr/>
            <p:nvPr>
              <p:custDataLst>
                <p:tags r:id="rId4"/>
              </p:custDataLst>
            </p:nvPr>
          </p:nvSpPr>
          <p:spPr>
            <a:xfrm>
              <a:off x="720" y="1950"/>
              <a:ext cx="4215" cy="240"/>
            </a:xfrm>
            <a:custGeom>
              <a:avLst/>
              <a:gdLst>
                <a:gd name="sw" fmla="*/ 1 w 4215"/>
                <a:gd name="sh" fmla="*/ 1 h 240"/>
                <a:gd name="mins" fmla="min sw sh"/>
                <a:gd name="dsw" fmla="+- 0 sw mins"/>
                <a:gd name="dsh" fmla="+- 0 sh mins"/>
                <a:gd name="p0x0" fmla="*/ 240 w 4215"/>
                <a:gd name="p0y0" fmla="*/ 0 h 240"/>
                <a:gd name="p0x1" fmla="*/ 3975 w 4215"/>
                <a:gd name="p0y1" fmla="*/ 0 h 240"/>
                <a:gd name="p0x2" fmla="*/ 4107 w 4215"/>
                <a:gd name="p0y2" fmla="*/ 0 h 240"/>
                <a:gd name="p0x3" fmla="*/ 4215 w 4215"/>
                <a:gd name="p0y3" fmla="*/ 107 h 240"/>
                <a:gd name="p0x4" fmla="*/ 4215 w 4215"/>
                <a:gd name="p0y4" fmla="*/ 240 h 240"/>
                <a:gd name="p0x5" fmla="*/ 4215 w 4215"/>
                <a:gd name="p0y5" fmla="*/ 157 h 240"/>
                <a:gd name="p0x6" fmla="*/ 4107 w 4215"/>
                <a:gd name="p0y6" fmla="*/ 90 h 240"/>
                <a:gd name="p0x7" fmla="*/ 3975 w 4215"/>
                <a:gd name="p0y7" fmla="*/ 90 h 240"/>
                <a:gd name="p0x8" fmla="*/ 240 w 4215"/>
                <a:gd name="p0y8" fmla="*/ 90 h 240"/>
                <a:gd name="p0x9" fmla="*/ 107 w 4215"/>
                <a:gd name="p0y9" fmla="*/ 90 h 240"/>
                <a:gd name="p0x10" fmla="*/ 0 w 4215"/>
                <a:gd name="p0y10" fmla="*/ 157 h 240"/>
                <a:gd name="p0x11" fmla="*/ 0 w 4215"/>
                <a:gd name="p0y11" fmla="*/ 240 h 240"/>
                <a:gd name="p0x12" fmla="*/ 0 w 4215"/>
                <a:gd name="p0y12" fmla="*/ 107 h 240"/>
                <a:gd name="p0x13" fmla="*/ 107 w 4215"/>
                <a:gd name="p0y13" fmla="*/ 0 h 240"/>
                <a:gd name="p0x14" fmla="*/ 240 w 4215"/>
                <a:gd name="p0y14" fmla="*/ 0 h 2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41" name="组合 140"/>
          <p:cNvGrpSpPr/>
          <p:nvPr/>
        </p:nvGrpSpPr>
        <p:grpSpPr>
          <a:xfrm>
            <a:off x="457200" y="1295400"/>
            <a:ext cx="2675890" cy="980440"/>
            <a:chOff x="720" y="2040"/>
            <a:chExt cx="4214" cy="1544"/>
          </a:xfrm>
        </p:grpSpPr>
        <p:sp>
          <p:nvSpPr>
            <p:cNvPr id="7" name="任意多边形 6"/>
            <p:cNvSpPr/>
            <p:nvPr>
              <p:custDataLst>
                <p:tags r:id="rId5"/>
              </p:custDataLst>
            </p:nvPr>
          </p:nvSpPr>
          <p:spPr>
            <a:xfrm>
              <a:off x="720" y="2040"/>
              <a:ext cx="4215" cy="1545"/>
            </a:xfrm>
            <a:custGeom>
              <a:avLst/>
              <a:gdLst>
                <a:gd name="sw" fmla="*/ 1 w 4215"/>
                <a:gd name="sh" fmla="*/ 1 h 1545"/>
                <a:gd name="mins" fmla="min sw sh"/>
                <a:gd name="dsw" fmla="+- 0 sw mins"/>
                <a:gd name="dsh" fmla="+- 0 sh mins"/>
                <a:gd name="p0x0" fmla="*/ 0 w 4215"/>
                <a:gd name="p0y0" fmla="*/ 0 h 1545"/>
                <a:gd name="p0x1" fmla="*/ 4215 w 4215"/>
                <a:gd name="p0y1" fmla="*/ 0 h 1545"/>
                <a:gd name="p0x2" fmla="*/ 4215 w 4215"/>
                <a:gd name="p0y2" fmla="*/ 1545 h 1545"/>
                <a:gd name="p0x3" fmla="*/ 0 w 4215"/>
                <a:gd name="p0y3" fmla="*/ 1545 h 1545"/>
                <a:gd name="p0x4" fmla="*/ 0 w 4215"/>
                <a:gd name="p0y4" fmla="*/ 0 h 1545"/>
              </a:gdLst>
              <a:ahLst/>
              <a:cxnLst/>
              <a:pathLst>
                <a:path w="4215" h="1545">
                  <a:moveTo>
                    <a:pt x="240" y="0"/>
                  </a:moveTo>
                  <a:lnTo>
                    <a:pt x="3975" y="0"/>
                  </a:lnTo>
                  <a:cubicBezTo>
                    <a:pt x="4108" y="0"/>
                    <a:pt x="4215" y="107"/>
                    <a:pt x="4215" y="240"/>
                  </a:cubicBezTo>
                  <a:lnTo>
                    <a:pt x="4215" y="1545"/>
                  </a:lnTo>
                  <a:lnTo>
                    <a:pt x="0" y="1545"/>
                  </a:lnTo>
                  <a:lnTo>
                    <a:pt x="0" y="240"/>
                  </a:lnTo>
                  <a:cubicBezTo>
                    <a:pt x="0" y="107"/>
                    <a:pt x="107" y="0"/>
                    <a:pt x="240" y="0"/>
                  </a:cubicBez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8" name="任意多边形 7"/>
            <p:cNvSpPr/>
            <p:nvPr>
              <p:custDataLst>
                <p:tags r:id="rId6"/>
              </p:custDataLst>
            </p:nvPr>
          </p:nvSpPr>
          <p:spPr>
            <a:xfrm>
              <a:off x="720" y="3570"/>
              <a:ext cx="4215" cy="15"/>
            </a:xfrm>
            <a:custGeom>
              <a:avLst/>
              <a:gdLst>
                <a:gd name="sw" fmla="*/ 1 w 4215"/>
                <a:gd name="sh" fmla="*/ 1 h 15"/>
                <a:gd name="mins" fmla="min sw sh"/>
                <a:gd name="dsw" fmla="+- 0 sw mins"/>
                <a:gd name="dsh" fmla="+- 0 sh mins"/>
                <a:gd name="p0x0" fmla="*/ 4215 w 4215"/>
                <a:gd name="p0y0" fmla="*/ 15 h 15"/>
                <a:gd name="p0x1" fmla="*/ 0 w 4215"/>
                <a:gd name="p0y1" fmla="*/ 15 h 15"/>
                <a:gd name="p0x2" fmla="*/ 0 w 4215"/>
                <a:gd name="p0y2" fmla="*/ 0 h 15"/>
                <a:gd name="p0x3" fmla="*/ 4215 w 4215"/>
                <a:gd name="p0y3" fmla="*/ 0 h 15"/>
                <a:gd name="p0x4" fmla="*/ 4215 w 4215"/>
                <a:gd name="p0y4" fmla="*/ 15 h 15"/>
              </a:gdLst>
              <a:ahLst/>
              <a:cxnLst/>
              <a:pathLst>
                <a:path w="4215" h="15">
                  <a:moveTo>
                    <a:pt x="4215" y="0"/>
                  </a:moveTo>
                  <a:lnTo>
                    <a:pt x="4215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4215" y="0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10" name="任意多边形 9"/>
          <p:cNvSpPr/>
          <p:nvPr>
            <p:custDataLst>
              <p:tags r:id="rId7"/>
            </p:custDataLst>
          </p:nvPr>
        </p:nvSpPr>
        <p:spPr>
          <a:xfrm>
            <a:off x="685800" y="1619250"/>
            <a:ext cx="415290" cy="419100"/>
          </a:xfrm>
          <a:custGeom>
            <a:avLst/>
            <a:gdLst>
              <a:gd name="sw" fmla="*/ 1 w 654"/>
              <a:gd name="sh" fmla="*/ 1 h 660"/>
              <a:gd name="mins" fmla="min sw sh"/>
              <a:gd name="dsw" fmla="+- 0 sw mins"/>
              <a:gd name="dsh" fmla="+- 0 sh mins"/>
              <a:gd name="p0x0" fmla="*/ 180 w 654"/>
              <a:gd name="p0y0" fmla="*/ 0 h 660"/>
              <a:gd name="p0x1" fmla="*/ 474 w 654"/>
              <a:gd name="p0y1" fmla="*/ 0 h 660"/>
              <a:gd name="p0x2" fmla="*/ 573 w 654"/>
              <a:gd name="p0y2" fmla="*/ 0 h 660"/>
              <a:gd name="p0x3" fmla="*/ 654 w 654"/>
              <a:gd name="p0y3" fmla="*/ 80 h 660"/>
              <a:gd name="p0x4" fmla="*/ 654 w 654"/>
              <a:gd name="p0y4" fmla="*/ 180 h 660"/>
              <a:gd name="p0x5" fmla="*/ 654 w 654"/>
              <a:gd name="p0y5" fmla="*/ 480 h 660"/>
              <a:gd name="p0x6" fmla="*/ 654 w 654"/>
              <a:gd name="p0y6" fmla="*/ 579 h 660"/>
              <a:gd name="p0x7" fmla="*/ 573 w 654"/>
              <a:gd name="p0y7" fmla="*/ 660 h 660"/>
              <a:gd name="p0x8" fmla="*/ 474 w 654"/>
              <a:gd name="p0y8" fmla="*/ 660 h 660"/>
              <a:gd name="p0x9" fmla="*/ 180 w 654"/>
              <a:gd name="p0y9" fmla="*/ 660 h 660"/>
              <a:gd name="p0x10" fmla="*/ 80 w 654"/>
              <a:gd name="p0y10" fmla="*/ 660 h 660"/>
              <a:gd name="p0x11" fmla="*/ 0 w 654"/>
              <a:gd name="p0y11" fmla="*/ 579 h 660"/>
              <a:gd name="p0x12" fmla="*/ 0 w 654"/>
              <a:gd name="p0y12" fmla="*/ 480 h 660"/>
              <a:gd name="p0x13" fmla="*/ 0 w 654"/>
              <a:gd name="p0y13" fmla="*/ 180 h 660"/>
              <a:gd name="p0x14" fmla="*/ 0 w 654"/>
              <a:gd name="p0y14" fmla="*/ 80 h 660"/>
              <a:gd name="p0x15" fmla="*/ 80 w 654"/>
              <a:gd name="p0y15" fmla="*/ 0 h 660"/>
              <a:gd name="p0x16" fmla="*/ 180 w 654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1E3A8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t="-2500" b="-2500"/>
          <a:stretch>
            <a:fillRect/>
          </a:stretch>
        </p:blipFill>
        <p:spPr>
          <a:xfrm>
            <a:off x="797560" y="1728470"/>
            <a:ext cx="190500" cy="200025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1215409" y="1524000"/>
            <a:ext cx="1689716" cy="609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第一步：找</a:t>
            </a:r>
            <a:r>
              <a:rPr lang="en-US" altLang="zh-CN"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卡点</a:t>
            </a:r>
            <a:r>
              <a:rPr lang="en-US" altLang="zh-CN"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lang="en-US" altLang="zh-CN" sz="165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42" name="组合 141"/>
          <p:cNvGrpSpPr/>
          <p:nvPr/>
        </p:nvGrpSpPr>
        <p:grpSpPr>
          <a:xfrm>
            <a:off x="685800" y="2505075"/>
            <a:ext cx="2218690" cy="795020"/>
            <a:chOff x="1080" y="3945"/>
            <a:chExt cx="3494" cy="1252"/>
          </a:xfrm>
        </p:grpSpPr>
        <p:sp>
          <p:nvSpPr>
            <p:cNvPr id="13" name="任意多边形 12"/>
            <p:cNvSpPr/>
            <p:nvPr>
              <p:custDataLst>
                <p:tags r:id="rId12"/>
              </p:custDataLst>
            </p:nvPr>
          </p:nvSpPr>
          <p:spPr>
            <a:xfrm>
              <a:off x="1080" y="3945"/>
              <a:ext cx="3495" cy="1253"/>
            </a:xfrm>
            <a:custGeom>
              <a:avLst/>
              <a:gdLst>
                <a:gd name="sw" fmla="*/ 1 w 3495"/>
                <a:gd name="sh" fmla="*/ 1 h 1253"/>
                <a:gd name="mins" fmla="min sw sh"/>
                <a:gd name="dsw" fmla="+- 0 sw mins"/>
                <a:gd name="dsh" fmla="+- 0 sh mins"/>
                <a:gd name="p0x0" fmla="*/ 120 w 3495"/>
                <a:gd name="p0y0" fmla="*/ 0 h 1253"/>
                <a:gd name="p0x1" fmla="*/ 3375 w 3495"/>
                <a:gd name="p0y1" fmla="*/ 0 h 1253"/>
                <a:gd name="p0x2" fmla="*/ 3441 w 3495"/>
                <a:gd name="p0y2" fmla="*/ 0 h 1253"/>
                <a:gd name="p0x3" fmla="*/ 3495 w 3495"/>
                <a:gd name="p0y3" fmla="*/ 53 h 1253"/>
                <a:gd name="p0x4" fmla="*/ 3495 w 3495"/>
                <a:gd name="p0y4" fmla="*/ 120 h 1253"/>
                <a:gd name="p0x5" fmla="*/ 3495 w 3495"/>
                <a:gd name="p0y5" fmla="*/ 1133 h 1253"/>
                <a:gd name="p0x6" fmla="*/ 3495 w 3495"/>
                <a:gd name="p0y6" fmla="*/ 1200 h 1253"/>
                <a:gd name="p0x7" fmla="*/ 3441 w 3495"/>
                <a:gd name="p0y7" fmla="*/ 1253 h 1253"/>
                <a:gd name="p0x8" fmla="*/ 3375 w 3495"/>
                <a:gd name="p0y8" fmla="*/ 1253 h 1253"/>
                <a:gd name="p0x9" fmla="*/ 120 w 3495"/>
                <a:gd name="p0y9" fmla="*/ 1253 h 1253"/>
                <a:gd name="p0x10" fmla="*/ 53 w 3495"/>
                <a:gd name="p0y10" fmla="*/ 1253 h 1253"/>
                <a:gd name="p0x11" fmla="*/ 0 w 3495"/>
                <a:gd name="p0y11" fmla="*/ 1200 h 1253"/>
                <a:gd name="p0x12" fmla="*/ 0 w 3495"/>
                <a:gd name="p0y12" fmla="*/ 1133 h 1253"/>
                <a:gd name="p0x13" fmla="*/ 0 w 3495"/>
                <a:gd name="p0y13" fmla="*/ 120 h 1253"/>
                <a:gd name="p0x14" fmla="*/ 0 w 3495"/>
                <a:gd name="p0y14" fmla="*/ 53 h 1253"/>
                <a:gd name="p0x15" fmla="*/ 53 w 3495"/>
                <a:gd name="p0y15" fmla="*/ 0 h 1253"/>
                <a:gd name="p0x16" fmla="*/ 120 w 3495"/>
                <a:gd name="p0y16" fmla="*/ 0 h 125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EFF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任意多边形 13"/>
            <p:cNvSpPr/>
            <p:nvPr>
              <p:custDataLst>
                <p:tags r:id="rId13"/>
              </p:custDataLst>
            </p:nvPr>
          </p:nvSpPr>
          <p:spPr>
            <a:xfrm>
              <a:off x="1080" y="3945"/>
              <a:ext cx="120" cy="1253"/>
            </a:xfrm>
            <a:custGeom>
              <a:avLst/>
              <a:gdLst>
                <a:gd name="sw" fmla="*/ 1 w 120"/>
                <a:gd name="sh" fmla="*/ 1 h 1253"/>
                <a:gd name="mins" fmla="min sw sh"/>
                <a:gd name="dsw" fmla="+- 0 sw mins"/>
                <a:gd name="dsh" fmla="+- 0 sh mins"/>
                <a:gd name="p0x0" fmla="*/ 0 w 120"/>
                <a:gd name="p0y0" fmla="*/ 1133 h 1253"/>
                <a:gd name="p0x1" fmla="*/ 0 w 120"/>
                <a:gd name="p0y1" fmla="*/ 120 h 1253"/>
                <a:gd name="p0x2" fmla="*/ 0 w 120"/>
                <a:gd name="p0y2" fmla="*/ 53 h 1253"/>
                <a:gd name="p0x3" fmla="*/ 53 w 120"/>
                <a:gd name="p0y3" fmla="*/ 0 h 1253"/>
                <a:gd name="p0x4" fmla="*/ 120 w 120"/>
                <a:gd name="p0y4" fmla="*/ 0 h 1253"/>
                <a:gd name="p0x5" fmla="*/ 78 w 120"/>
                <a:gd name="p0y5" fmla="*/ 0 h 1253"/>
                <a:gd name="p0x6" fmla="*/ 45 w 120"/>
                <a:gd name="p0y6" fmla="*/ 53 h 1253"/>
                <a:gd name="p0x7" fmla="*/ 45 w 120"/>
                <a:gd name="p0y7" fmla="*/ 120 h 1253"/>
                <a:gd name="p0x8" fmla="*/ 45 w 120"/>
                <a:gd name="p0y8" fmla="*/ 1133 h 1253"/>
                <a:gd name="p0x9" fmla="*/ 45 w 120"/>
                <a:gd name="p0y9" fmla="*/ 1200 h 1253"/>
                <a:gd name="p0x10" fmla="*/ 78 w 120"/>
                <a:gd name="p0y10" fmla="*/ 1253 h 1253"/>
                <a:gd name="p0x11" fmla="*/ 120 w 120"/>
                <a:gd name="p0y11" fmla="*/ 1253 h 1253"/>
                <a:gd name="p0x12" fmla="*/ 53 w 120"/>
                <a:gd name="p0y12" fmla="*/ 1253 h 1253"/>
                <a:gd name="p0x13" fmla="*/ 0 w 120"/>
                <a:gd name="p0y13" fmla="*/ 1200 h 1253"/>
                <a:gd name="p0x14" fmla="*/ 0 w 120"/>
                <a:gd name="p0y14" fmla="*/ 1133 h 125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6" name="图片 15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2593" t="-45556" r="-2593" b="-45556"/>
          <a:stretch>
            <a:fillRect/>
          </a:stretch>
        </p:blipFill>
        <p:spPr>
          <a:xfrm>
            <a:off x="828675" y="2667000"/>
            <a:ext cx="90170" cy="10922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17"/>
            </p:custDataLst>
          </p:nvPr>
        </p:nvSpPr>
        <p:spPr>
          <a:xfrm>
            <a:off x="976313" y="2619375"/>
            <a:ext cx="1814513" cy="2095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1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什么最费时间</a:t>
            </a:r>
            <a:endParaRPr sz="112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8"/>
            </p:custDataLst>
          </p:nvPr>
        </p:nvSpPr>
        <p:spPr>
          <a:xfrm>
            <a:off x="828675" y="2850833"/>
            <a:ext cx="1962150" cy="34953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梳理高频重复工作，识别占用人力最多的手工操作环节。</a:t>
            </a:r>
            <a:endParaRPr sz="9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43" name="组合 142"/>
          <p:cNvGrpSpPr/>
          <p:nvPr/>
        </p:nvGrpSpPr>
        <p:grpSpPr>
          <a:xfrm>
            <a:off x="685800" y="3462020"/>
            <a:ext cx="2218690" cy="795020"/>
            <a:chOff x="1080" y="5452"/>
            <a:chExt cx="3494" cy="1252"/>
          </a:xfrm>
        </p:grpSpPr>
        <p:sp>
          <p:nvSpPr>
            <p:cNvPr id="19" name="任意多边形 18"/>
            <p:cNvSpPr/>
            <p:nvPr>
              <p:custDataLst>
                <p:tags r:id="rId19"/>
              </p:custDataLst>
            </p:nvPr>
          </p:nvSpPr>
          <p:spPr>
            <a:xfrm>
              <a:off x="1080" y="5452"/>
              <a:ext cx="3495" cy="1253"/>
            </a:xfrm>
            <a:custGeom>
              <a:avLst/>
              <a:gdLst>
                <a:gd name="sw" fmla="*/ 1 w 3495"/>
                <a:gd name="sh" fmla="*/ 1 h 1253"/>
                <a:gd name="mins" fmla="min sw sh"/>
                <a:gd name="dsw" fmla="+- 0 sw mins"/>
                <a:gd name="dsh" fmla="+- 0 sh mins"/>
                <a:gd name="p0x0" fmla="*/ 120 w 3495"/>
                <a:gd name="p0y0" fmla="*/ 0 h 1253"/>
                <a:gd name="p0x1" fmla="*/ 3375 w 3495"/>
                <a:gd name="p0y1" fmla="*/ 0 h 1253"/>
                <a:gd name="p0x2" fmla="*/ 3441 w 3495"/>
                <a:gd name="p0y2" fmla="*/ 0 h 1253"/>
                <a:gd name="p0x3" fmla="*/ 3495 w 3495"/>
                <a:gd name="p0y3" fmla="*/ 53 h 1253"/>
                <a:gd name="p0x4" fmla="*/ 3495 w 3495"/>
                <a:gd name="p0y4" fmla="*/ 120 h 1253"/>
                <a:gd name="p0x5" fmla="*/ 3495 w 3495"/>
                <a:gd name="p0y5" fmla="*/ 1133 h 1253"/>
                <a:gd name="p0x6" fmla="*/ 3495 w 3495"/>
                <a:gd name="p0y6" fmla="*/ 1200 h 1253"/>
                <a:gd name="p0x7" fmla="*/ 3441 w 3495"/>
                <a:gd name="p0y7" fmla="*/ 1253 h 1253"/>
                <a:gd name="p0x8" fmla="*/ 3375 w 3495"/>
                <a:gd name="p0y8" fmla="*/ 1253 h 1253"/>
                <a:gd name="p0x9" fmla="*/ 120 w 3495"/>
                <a:gd name="p0y9" fmla="*/ 1253 h 1253"/>
                <a:gd name="p0x10" fmla="*/ 53 w 3495"/>
                <a:gd name="p0y10" fmla="*/ 1253 h 1253"/>
                <a:gd name="p0x11" fmla="*/ 0 w 3495"/>
                <a:gd name="p0y11" fmla="*/ 1200 h 1253"/>
                <a:gd name="p0x12" fmla="*/ 0 w 3495"/>
                <a:gd name="p0y12" fmla="*/ 1133 h 1253"/>
                <a:gd name="p0x13" fmla="*/ 0 w 3495"/>
                <a:gd name="p0y13" fmla="*/ 120 h 1253"/>
                <a:gd name="p0x14" fmla="*/ 0 w 3495"/>
                <a:gd name="p0y14" fmla="*/ 53 h 1253"/>
                <a:gd name="p0x15" fmla="*/ 53 w 3495"/>
                <a:gd name="p0y15" fmla="*/ 0 h 1253"/>
                <a:gd name="p0x16" fmla="*/ 120 w 3495"/>
                <a:gd name="p0y16" fmla="*/ 0 h 125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EFF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>
              <p:custDataLst>
                <p:tags r:id="rId20"/>
              </p:custDataLst>
            </p:nvPr>
          </p:nvSpPr>
          <p:spPr>
            <a:xfrm>
              <a:off x="1080" y="5452"/>
              <a:ext cx="120" cy="1253"/>
            </a:xfrm>
            <a:custGeom>
              <a:avLst/>
              <a:gdLst>
                <a:gd name="sw" fmla="*/ 1 w 120"/>
                <a:gd name="sh" fmla="*/ 1 h 1253"/>
                <a:gd name="mins" fmla="min sw sh"/>
                <a:gd name="dsw" fmla="+- 0 sw mins"/>
                <a:gd name="dsh" fmla="+- 0 sh mins"/>
                <a:gd name="p0x0" fmla="*/ 0 w 120"/>
                <a:gd name="p0y0" fmla="*/ 1133 h 1253"/>
                <a:gd name="p0x1" fmla="*/ 0 w 120"/>
                <a:gd name="p0y1" fmla="*/ 120 h 1253"/>
                <a:gd name="p0x2" fmla="*/ 0 w 120"/>
                <a:gd name="p0y2" fmla="*/ 53 h 1253"/>
                <a:gd name="p0x3" fmla="*/ 53 w 120"/>
                <a:gd name="p0y3" fmla="*/ 0 h 1253"/>
                <a:gd name="p0x4" fmla="*/ 120 w 120"/>
                <a:gd name="p0y4" fmla="*/ 0 h 1253"/>
                <a:gd name="p0x5" fmla="*/ 78 w 120"/>
                <a:gd name="p0y5" fmla="*/ 0 h 1253"/>
                <a:gd name="p0x6" fmla="*/ 45 w 120"/>
                <a:gd name="p0y6" fmla="*/ 53 h 1253"/>
                <a:gd name="p0x7" fmla="*/ 45 w 120"/>
                <a:gd name="p0y7" fmla="*/ 120 h 1253"/>
                <a:gd name="p0x8" fmla="*/ 45 w 120"/>
                <a:gd name="p0y8" fmla="*/ 1133 h 1253"/>
                <a:gd name="p0x9" fmla="*/ 45 w 120"/>
                <a:gd name="p0y9" fmla="*/ 1200 h 1253"/>
                <a:gd name="p0x10" fmla="*/ 78 w 120"/>
                <a:gd name="p0y10" fmla="*/ 1253 h 1253"/>
                <a:gd name="p0x11" fmla="*/ 120 w 120"/>
                <a:gd name="p0y11" fmla="*/ 1253 h 1253"/>
                <a:gd name="p0x12" fmla="*/ 53 w 120"/>
                <a:gd name="p0y12" fmla="*/ 1253 h 1253"/>
                <a:gd name="p0x13" fmla="*/ 0 w 120"/>
                <a:gd name="p0y13" fmla="*/ 1200 h 1253"/>
                <a:gd name="p0x14" fmla="*/ 0 w 120"/>
                <a:gd name="p0y14" fmla="*/ 1133 h 125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22" name="图片 21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2593" t="-45556" r="-2593" b="-45556"/>
          <a:stretch>
            <a:fillRect/>
          </a:stretch>
        </p:blipFill>
        <p:spPr>
          <a:xfrm>
            <a:off x="828675" y="3623945"/>
            <a:ext cx="90170" cy="109220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22"/>
            </p:custDataLst>
          </p:nvPr>
        </p:nvSpPr>
        <p:spPr>
          <a:xfrm>
            <a:off x="976313" y="3576342"/>
            <a:ext cx="1814513" cy="2095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1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什么易出错</a:t>
            </a:r>
            <a:endParaRPr sz="112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3"/>
            </p:custDataLst>
          </p:nvPr>
        </p:nvSpPr>
        <p:spPr>
          <a:xfrm>
            <a:off x="828675" y="3807800"/>
            <a:ext cx="1962150" cy="34953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定位人工处理失误率高的流程，特别是数据录入、审核环节。</a:t>
            </a:r>
            <a:endParaRPr sz="9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44" name="组合 143"/>
          <p:cNvGrpSpPr/>
          <p:nvPr/>
        </p:nvGrpSpPr>
        <p:grpSpPr>
          <a:xfrm>
            <a:off x="685800" y="4418965"/>
            <a:ext cx="2218690" cy="795020"/>
            <a:chOff x="1080" y="6959"/>
            <a:chExt cx="3494" cy="1252"/>
          </a:xfrm>
        </p:grpSpPr>
        <p:sp>
          <p:nvSpPr>
            <p:cNvPr id="25" name="任意多边形 24"/>
            <p:cNvSpPr/>
            <p:nvPr>
              <p:custDataLst>
                <p:tags r:id="rId24"/>
              </p:custDataLst>
            </p:nvPr>
          </p:nvSpPr>
          <p:spPr>
            <a:xfrm>
              <a:off x="1080" y="6959"/>
              <a:ext cx="3495" cy="1253"/>
            </a:xfrm>
            <a:custGeom>
              <a:avLst/>
              <a:gdLst>
                <a:gd name="sw" fmla="*/ 1 w 3495"/>
                <a:gd name="sh" fmla="*/ 1 h 1253"/>
                <a:gd name="mins" fmla="min sw sh"/>
                <a:gd name="dsw" fmla="+- 0 sw mins"/>
                <a:gd name="dsh" fmla="+- 0 sh mins"/>
                <a:gd name="p0x0" fmla="*/ 120 w 3495"/>
                <a:gd name="p0y0" fmla="*/ 0 h 1253"/>
                <a:gd name="p0x1" fmla="*/ 3375 w 3495"/>
                <a:gd name="p0y1" fmla="*/ 0 h 1253"/>
                <a:gd name="p0x2" fmla="*/ 3441 w 3495"/>
                <a:gd name="p0y2" fmla="*/ 0 h 1253"/>
                <a:gd name="p0x3" fmla="*/ 3495 w 3495"/>
                <a:gd name="p0y3" fmla="*/ 53 h 1253"/>
                <a:gd name="p0x4" fmla="*/ 3495 w 3495"/>
                <a:gd name="p0y4" fmla="*/ 120 h 1253"/>
                <a:gd name="p0x5" fmla="*/ 3495 w 3495"/>
                <a:gd name="p0y5" fmla="*/ 1133 h 1253"/>
                <a:gd name="p0x6" fmla="*/ 3495 w 3495"/>
                <a:gd name="p0y6" fmla="*/ 1200 h 1253"/>
                <a:gd name="p0x7" fmla="*/ 3441 w 3495"/>
                <a:gd name="p0y7" fmla="*/ 1253 h 1253"/>
                <a:gd name="p0x8" fmla="*/ 3375 w 3495"/>
                <a:gd name="p0y8" fmla="*/ 1253 h 1253"/>
                <a:gd name="p0x9" fmla="*/ 120 w 3495"/>
                <a:gd name="p0y9" fmla="*/ 1253 h 1253"/>
                <a:gd name="p0x10" fmla="*/ 53 w 3495"/>
                <a:gd name="p0y10" fmla="*/ 1253 h 1253"/>
                <a:gd name="p0x11" fmla="*/ 0 w 3495"/>
                <a:gd name="p0y11" fmla="*/ 1200 h 1253"/>
                <a:gd name="p0x12" fmla="*/ 0 w 3495"/>
                <a:gd name="p0y12" fmla="*/ 1133 h 1253"/>
                <a:gd name="p0x13" fmla="*/ 0 w 3495"/>
                <a:gd name="p0y13" fmla="*/ 120 h 1253"/>
                <a:gd name="p0x14" fmla="*/ 0 w 3495"/>
                <a:gd name="p0y14" fmla="*/ 53 h 1253"/>
                <a:gd name="p0x15" fmla="*/ 53 w 3495"/>
                <a:gd name="p0y15" fmla="*/ 0 h 1253"/>
                <a:gd name="p0x16" fmla="*/ 120 w 3495"/>
                <a:gd name="p0y16" fmla="*/ 0 h 125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EFF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任意多边形 25"/>
            <p:cNvSpPr/>
            <p:nvPr>
              <p:custDataLst>
                <p:tags r:id="rId25"/>
              </p:custDataLst>
            </p:nvPr>
          </p:nvSpPr>
          <p:spPr>
            <a:xfrm>
              <a:off x="1080" y="6959"/>
              <a:ext cx="120" cy="1253"/>
            </a:xfrm>
            <a:custGeom>
              <a:avLst/>
              <a:gdLst>
                <a:gd name="sw" fmla="*/ 1 w 120"/>
                <a:gd name="sh" fmla="*/ 1 h 1253"/>
                <a:gd name="mins" fmla="min sw sh"/>
                <a:gd name="dsw" fmla="+- 0 sw mins"/>
                <a:gd name="dsh" fmla="+- 0 sh mins"/>
                <a:gd name="p0x0" fmla="*/ 0 w 120"/>
                <a:gd name="p0y0" fmla="*/ 1133 h 1253"/>
                <a:gd name="p0x1" fmla="*/ 0 w 120"/>
                <a:gd name="p0y1" fmla="*/ 120 h 1253"/>
                <a:gd name="p0x2" fmla="*/ 0 w 120"/>
                <a:gd name="p0y2" fmla="*/ 53 h 1253"/>
                <a:gd name="p0x3" fmla="*/ 53 w 120"/>
                <a:gd name="p0y3" fmla="*/ 0 h 1253"/>
                <a:gd name="p0x4" fmla="*/ 120 w 120"/>
                <a:gd name="p0y4" fmla="*/ 0 h 1253"/>
                <a:gd name="p0x5" fmla="*/ 78 w 120"/>
                <a:gd name="p0y5" fmla="*/ 0 h 1253"/>
                <a:gd name="p0x6" fmla="*/ 45 w 120"/>
                <a:gd name="p0y6" fmla="*/ 53 h 1253"/>
                <a:gd name="p0x7" fmla="*/ 45 w 120"/>
                <a:gd name="p0y7" fmla="*/ 120 h 1253"/>
                <a:gd name="p0x8" fmla="*/ 45 w 120"/>
                <a:gd name="p0y8" fmla="*/ 1133 h 1253"/>
                <a:gd name="p0x9" fmla="*/ 45 w 120"/>
                <a:gd name="p0y9" fmla="*/ 1200 h 1253"/>
                <a:gd name="p0x10" fmla="*/ 78 w 120"/>
                <a:gd name="p0y10" fmla="*/ 1253 h 1253"/>
                <a:gd name="p0x11" fmla="*/ 120 w 120"/>
                <a:gd name="p0y11" fmla="*/ 1253 h 1253"/>
                <a:gd name="p0x12" fmla="*/ 53 w 120"/>
                <a:gd name="p0y12" fmla="*/ 1253 h 1253"/>
                <a:gd name="p0x13" fmla="*/ 0 w 120"/>
                <a:gd name="p0y13" fmla="*/ 1200 h 1253"/>
                <a:gd name="p0x14" fmla="*/ 0 w 120"/>
                <a:gd name="p0y14" fmla="*/ 1133 h 125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28" name="图片 27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2593" t="-45556" r="-2593" b="-45556"/>
          <a:stretch>
            <a:fillRect/>
          </a:stretch>
        </p:blipFill>
        <p:spPr>
          <a:xfrm>
            <a:off x="828675" y="4580890"/>
            <a:ext cx="90170" cy="109220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27"/>
            </p:custDataLst>
          </p:nvPr>
        </p:nvSpPr>
        <p:spPr>
          <a:xfrm>
            <a:off x="976313" y="4533309"/>
            <a:ext cx="1814513" cy="2095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1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什么影响体验</a:t>
            </a:r>
            <a:endParaRPr sz="112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28"/>
            </p:custDataLst>
          </p:nvPr>
        </p:nvSpPr>
        <p:spPr>
          <a:xfrm>
            <a:off x="828675" y="4764767"/>
            <a:ext cx="1962150" cy="34953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识别客户投诉集中点与员工痛点，找到体验瓶颈所在。</a:t>
            </a:r>
            <a:endParaRPr sz="9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45" name="组合 144"/>
          <p:cNvGrpSpPr/>
          <p:nvPr/>
        </p:nvGrpSpPr>
        <p:grpSpPr>
          <a:xfrm>
            <a:off x="685800" y="5375910"/>
            <a:ext cx="2218690" cy="795020"/>
            <a:chOff x="1080" y="8466"/>
            <a:chExt cx="3494" cy="1252"/>
          </a:xfrm>
        </p:grpSpPr>
        <p:sp>
          <p:nvSpPr>
            <p:cNvPr id="31" name="任意多边形 30"/>
            <p:cNvSpPr/>
            <p:nvPr>
              <p:custDataLst>
                <p:tags r:id="rId29"/>
              </p:custDataLst>
            </p:nvPr>
          </p:nvSpPr>
          <p:spPr>
            <a:xfrm>
              <a:off x="1080" y="8466"/>
              <a:ext cx="3495" cy="1253"/>
            </a:xfrm>
            <a:custGeom>
              <a:avLst/>
              <a:gdLst>
                <a:gd name="sw" fmla="*/ 1 w 3495"/>
                <a:gd name="sh" fmla="*/ 1 h 1253"/>
                <a:gd name="mins" fmla="min sw sh"/>
                <a:gd name="dsw" fmla="+- 0 sw mins"/>
                <a:gd name="dsh" fmla="+- 0 sh mins"/>
                <a:gd name="p0x0" fmla="*/ 120 w 3495"/>
                <a:gd name="p0y0" fmla="*/ 0 h 1253"/>
                <a:gd name="p0x1" fmla="*/ 3375 w 3495"/>
                <a:gd name="p0y1" fmla="*/ 0 h 1253"/>
                <a:gd name="p0x2" fmla="*/ 3441 w 3495"/>
                <a:gd name="p0y2" fmla="*/ 0 h 1253"/>
                <a:gd name="p0x3" fmla="*/ 3495 w 3495"/>
                <a:gd name="p0y3" fmla="*/ 53 h 1253"/>
                <a:gd name="p0x4" fmla="*/ 3495 w 3495"/>
                <a:gd name="p0y4" fmla="*/ 120 h 1253"/>
                <a:gd name="p0x5" fmla="*/ 3495 w 3495"/>
                <a:gd name="p0y5" fmla="*/ 1133 h 1253"/>
                <a:gd name="p0x6" fmla="*/ 3495 w 3495"/>
                <a:gd name="p0y6" fmla="*/ 1200 h 1253"/>
                <a:gd name="p0x7" fmla="*/ 3441 w 3495"/>
                <a:gd name="p0y7" fmla="*/ 1253 h 1253"/>
                <a:gd name="p0x8" fmla="*/ 3375 w 3495"/>
                <a:gd name="p0y8" fmla="*/ 1253 h 1253"/>
                <a:gd name="p0x9" fmla="*/ 120 w 3495"/>
                <a:gd name="p0y9" fmla="*/ 1253 h 1253"/>
                <a:gd name="p0x10" fmla="*/ 53 w 3495"/>
                <a:gd name="p0y10" fmla="*/ 1253 h 1253"/>
                <a:gd name="p0x11" fmla="*/ 0 w 3495"/>
                <a:gd name="p0y11" fmla="*/ 1200 h 1253"/>
                <a:gd name="p0x12" fmla="*/ 0 w 3495"/>
                <a:gd name="p0y12" fmla="*/ 1133 h 1253"/>
                <a:gd name="p0x13" fmla="*/ 0 w 3495"/>
                <a:gd name="p0y13" fmla="*/ 120 h 1253"/>
                <a:gd name="p0x14" fmla="*/ 0 w 3495"/>
                <a:gd name="p0y14" fmla="*/ 53 h 1253"/>
                <a:gd name="p0x15" fmla="*/ 53 w 3495"/>
                <a:gd name="p0y15" fmla="*/ 0 h 1253"/>
                <a:gd name="p0x16" fmla="*/ 120 w 3495"/>
                <a:gd name="p0y16" fmla="*/ 0 h 125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EFF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" name="任意多边形 31"/>
            <p:cNvSpPr/>
            <p:nvPr>
              <p:custDataLst>
                <p:tags r:id="rId30"/>
              </p:custDataLst>
            </p:nvPr>
          </p:nvSpPr>
          <p:spPr>
            <a:xfrm>
              <a:off x="1080" y="8466"/>
              <a:ext cx="120" cy="1253"/>
            </a:xfrm>
            <a:custGeom>
              <a:avLst/>
              <a:gdLst>
                <a:gd name="sw" fmla="*/ 1 w 120"/>
                <a:gd name="sh" fmla="*/ 1 h 1253"/>
                <a:gd name="mins" fmla="min sw sh"/>
                <a:gd name="dsw" fmla="+- 0 sw mins"/>
                <a:gd name="dsh" fmla="+- 0 sh mins"/>
                <a:gd name="p0x0" fmla="*/ 0 w 120"/>
                <a:gd name="p0y0" fmla="*/ 1133 h 1253"/>
                <a:gd name="p0x1" fmla="*/ 0 w 120"/>
                <a:gd name="p0y1" fmla="*/ 120 h 1253"/>
                <a:gd name="p0x2" fmla="*/ 0 w 120"/>
                <a:gd name="p0y2" fmla="*/ 53 h 1253"/>
                <a:gd name="p0x3" fmla="*/ 53 w 120"/>
                <a:gd name="p0y3" fmla="*/ 0 h 1253"/>
                <a:gd name="p0x4" fmla="*/ 120 w 120"/>
                <a:gd name="p0y4" fmla="*/ 0 h 1253"/>
                <a:gd name="p0x5" fmla="*/ 78 w 120"/>
                <a:gd name="p0y5" fmla="*/ 0 h 1253"/>
                <a:gd name="p0x6" fmla="*/ 45 w 120"/>
                <a:gd name="p0y6" fmla="*/ 53 h 1253"/>
                <a:gd name="p0x7" fmla="*/ 45 w 120"/>
                <a:gd name="p0y7" fmla="*/ 120 h 1253"/>
                <a:gd name="p0x8" fmla="*/ 45 w 120"/>
                <a:gd name="p0y8" fmla="*/ 1133 h 1253"/>
                <a:gd name="p0x9" fmla="*/ 45 w 120"/>
                <a:gd name="p0y9" fmla="*/ 1200 h 1253"/>
                <a:gd name="p0x10" fmla="*/ 78 w 120"/>
                <a:gd name="p0y10" fmla="*/ 1253 h 1253"/>
                <a:gd name="p0x11" fmla="*/ 120 w 120"/>
                <a:gd name="p0y11" fmla="*/ 1253 h 1253"/>
                <a:gd name="p0x12" fmla="*/ 53 w 120"/>
                <a:gd name="p0y12" fmla="*/ 1253 h 1253"/>
                <a:gd name="p0x13" fmla="*/ 0 w 120"/>
                <a:gd name="p0y13" fmla="*/ 1200 h 1253"/>
                <a:gd name="p0x14" fmla="*/ 0 w 120"/>
                <a:gd name="p0y14" fmla="*/ 1133 h 125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4" name="图片 33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2593" t="-45556" r="-2593" b="-45556"/>
          <a:stretch>
            <a:fillRect/>
          </a:stretch>
        </p:blipFill>
        <p:spPr>
          <a:xfrm>
            <a:off x="828675" y="5537835"/>
            <a:ext cx="90170" cy="109220"/>
          </a:xfrm>
          <a:prstGeom prst="rect">
            <a:avLst/>
          </a:prstGeom>
        </p:spPr>
      </p:pic>
      <p:sp>
        <p:nvSpPr>
          <p:cNvPr id="35" name="文本框 34"/>
          <p:cNvSpPr txBox="1"/>
          <p:nvPr>
            <p:custDataLst>
              <p:tags r:id="rId32"/>
            </p:custDataLst>
          </p:nvPr>
        </p:nvSpPr>
        <p:spPr>
          <a:xfrm>
            <a:off x="976313" y="5490267"/>
            <a:ext cx="1814513" cy="2095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1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优先排序</a:t>
            </a:r>
            <a:endParaRPr sz="112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33"/>
            </p:custDataLst>
          </p:nvPr>
        </p:nvSpPr>
        <p:spPr>
          <a:xfrm>
            <a:off x="828675" y="5721725"/>
            <a:ext cx="1962150" cy="34953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zh-CN" altLang="en-US"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按影响范围、改进难度、</a:t>
            </a:r>
            <a:r>
              <a:rPr lang="en-US" altLang="zh-CN"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ROI</a:t>
            </a:r>
            <a:r>
              <a:rPr lang="zh-CN" altLang="en-US"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潜力对卡点进行优先级排序。</a:t>
            </a:r>
            <a:endParaRPr lang="zh-CN" altLang="en-US" sz="9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46" name="组合 145"/>
          <p:cNvGrpSpPr/>
          <p:nvPr/>
        </p:nvGrpSpPr>
        <p:grpSpPr>
          <a:xfrm>
            <a:off x="3324225" y="1238250"/>
            <a:ext cx="2675890" cy="5162550"/>
            <a:chOff x="5235" y="1950"/>
            <a:chExt cx="4214" cy="8130"/>
          </a:xfrm>
          <a:effectLst>
            <a:outerShdw blurRad="85725" dist="38100" dir="5399999" sx="99288" sy="99631" algn="ctr" rotWithShape="0">
              <a:srgbClr val="000000">
                <a:alpha val="10196"/>
              </a:srgbClr>
            </a:outerShdw>
          </a:effectLst>
        </p:grpSpPr>
        <p:sp>
          <p:nvSpPr>
            <p:cNvPr id="38" name="任意多边形 37"/>
            <p:cNvSpPr/>
            <p:nvPr>
              <p:custDataLst>
                <p:tags r:id="rId34"/>
              </p:custDataLst>
            </p:nvPr>
          </p:nvSpPr>
          <p:spPr>
            <a:xfrm>
              <a:off x="5235" y="1950"/>
              <a:ext cx="4215" cy="8130"/>
            </a:xfrm>
            <a:custGeom>
              <a:avLst/>
              <a:gdLst>
                <a:gd name="sw" fmla="*/ 1 w 4215"/>
                <a:gd name="sh" fmla="*/ 1 h 8130"/>
                <a:gd name="mins" fmla="min sw sh"/>
                <a:gd name="dsw" fmla="+- 0 sw mins"/>
                <a:gd name="dsh" fmla="+- 0 sh mins"/>
                <a:gd name="p0x0" fmla="*/ 240 w 4215"/>
                <a:gd name="p0y0" fmla="*/ 0 h 8130"/>
                <a:gd name="p0x1" fmla="*/ 3975 w 4215"/>
                <a:gd name="p0y1" fmla="*/ 0 h 8130"/>
                <a:gd name="p0x2" fmla="*/ 4107 w 4215"/>
                <a:gd name="p0y2" fmla="*/ 0 h 8130"/>
                <a:gd name="p0x3" fmla="*/ 4215 w 4215"/>
                <a:gd name="p0y3" fmla="*/ 107 h 8130"/>
                <a:gd name="p0x4" fmla="*/ 4215 w 4215"/>
                <a:gd name="p0y4" fmla="*/ 240 h 8130"/>
                <a:gd name="p0x5" fmla="*/ 4215 w 4215"/>
                <a:gd name="p0y5" fmla="*/ 7890 h 8130"/>
                <a:gd name="p0x6" fmla="*/ 4215 w 4215"/>
                <a:gd name="p0y6" fmla="*/ 8022 h 8130"/>
                <a:gd name="p0x7" fmla="*/ 4107 w 4215"/>
                <a:gd name="p0y7" fmla="*/ 8130 h 8130"/>
                <a:gd name="p0x8" fmla="*/ 3975 w 4215"/>
                <a:gd name="p0y8" fmla="*/ 8130 h 8130"/>
                <a:gd name="p0x9" fmla="*/ 240 w 4215"/>
                <a:gd name="p0y9" fmla="*/ 8130 h 8130"/>
                <a:gd name="p0x10" fmla="*/ 107 w 4215"/>
                <a:gd name="p0y10" fmla="*/ 8130 h 8130"/>
                <a:gd name="p0x11" fmla="*/ 0 w 4215"/>
                <a:gd name="p0y11" fmla="*/ 8022 h 8130"/>
                <a:gd name="p0x12" fmla="*/ 0 w 4215"/>
                <a:gd name="p0y12" fmla="*/ 7890 h 8130"/>
                <a:gd name="p0x13" fmla="*/ 0 w 4215"/>
                <a:gd name="p0y13" fmla="*/ 240 h 8130"/>
                <a:gd name="p0x14" fmla="*/ 0 w 4215"/>
                <a:gd name="p0y14" fmla="*/ 107 h 8130"/>
                <a:gd name="p0x15" fmla="*/ 107 w 4215"/>
                <a:gd name="p0y15" fmla="*/ 0 h 8130"/>
                <a:gd name="p0x16" fmla="*/ 240 w 4215"/>
                <a:gd name="p0y16" fmla="*/ 0 h 81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任意多边形 38"/>
            <p:cNvSpPr/>
            <p:nvPr>
              <p:custDataLst>
                <p:tags r:id="rId35"/>
              </p:custDataLst>
            </p:nvPr>
          </p:nvSpPr>
          <p:spPr>
            <a:xfrm>
              <a:off x="5235" y="1950"/>
              <a:ext cx="4215" cy="240"/>
            </a:xfrm>
            <a:custGeom>
              <a:avLst/>
              <a:gdLst>
                <a:gd name="sw" fmla="*/ 1 w 4215"/>
                <a:gd name="sh" fmla="*/ 1 h 240"/>
                <a:gd name="mins" fmla="min sw sh"/>
                <a:gd name="dsw" fmla="+- 0 sw mins"/>
                <a:gd name="dsh" fmla="+- 0 sh mins"/>
                <a:gd name="p0x0" fmla="*/ 240 w 4215"/>
                <a:gd name="p0y0" fmla="*/ 0 h 240"/>
                <a:gd name="p0x1" fmla="*/ 3975 w 4215"/>
                <a:gd name="p0y1" fmla="*/ 0 h 240"/>
                <a:gd name="p0x2" fmla="*/ 4107 w 4215"/>
                <a:gd name="p0y2" fmla="*/ 0 h 240"/>
                <a:gd name="p0x3" fmla="*/ 4215 w 4215"/>
                <a:gd name="p0y3" fmla="*/ 107 h 240"/>
                <a:gd name="p0x4" fmla="*/ 4215 w 4215"/>
                <a:gd name="p0y4" fmla="*/ 240 h 240"/>
                <a:gd name="p0x5" fmla="*/ 4215 w 4215"/>
                <a:gd name="p0y5" fmla="*/ 157 h 240"/>
                <a:gd name="p0x6" fmla="*/ 4107 w 4215"/>
                <a:gd name="p0y6" fmla="*/ 90 h 240"/>
                <a:gd name="p0x7" fmla="*/ 3975 w 4215"/>
                <a:gd name="p0y7" fmla="*/ 90 h 240"/>
                <a:gd name="p0x8" fmla="*/ 240 w 4215"/>
                <a:gd name="p0y8" fmla="*/ 90 h 240"/>
                <a:gd name="p0x9" fmla="*/ 107 w 4215"/>
                <a:gd name="p0y9" fmla="*/ 90 h 240"/>
                <a:gd name="p0x10" fmla="*/ 0 w 4215"/>
                <a:gd name="p0y10" fmla="*/ 157 h 240"/>
                <a:gd name="p0x11" fmla="*/ 0 w 4215"/>
                <a:gd name="p0y11" fmla="*/ 240 h 240"/>
                <a:gd name="p0x12" fmla="*/ 0 w 4215"/>
                <a:gd name="p0y12" fmla="*/ 107 h 240"/>
                <a:gd name="p0x13" fmla="*/ 107 w 4215"/>
                <a:gd name="p0y13" fmla="*/ 0 h 240"/>
                <a:gd name="p0x14" fmla="*/ 240 w 4215"/>
                <a:gd name="p0y14" fmla="*/ 0 h 2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47" name="组合 146"/>
          <p:cNvGrpSpPr/>
          <p:nvPr/>
        </p:nvGrpSpPr>
        <p:grpSpPr>
          <a:xfrm>
            <a:off x="3324225" y="1295400"/>
            <a:ext cx="2675890" cy="980440"/>
            <a:chOff x="5235" y="2040"/>
            <a:chExt cx="4214" cy="1544"/>
          </a:xfrm>
        </p:grpSpPr>
        <p:sp>
          <p:nvSpPr>
            <p:cNvPr id="41" name="任意多边形 40"/>
            <p:cNvSpPr/>
            <p:nvPr>
              <p:custDataLst>
                <p:tags r:id="rId36"/>
              </p:custDataLst>
            </p:nvPr>
          </p:nvSpPr>
          <p:spPr>
            <a:xfrm>
              <a:off x="5235" y="2040"/>
              <a:ext cx="4215" cy="1545"/>
            </a:xfrm>
            <a:custGeom>
              <a:avLst/>
              <a:gdLst>
                <a:gd name="sw" fmla="*/ 1 w 4215"/>
                <a:gd name="sh" fmla="*/ 1 h 1545"/>
                <a:gd name="mins" fmla="min sw sh"/>
                <a:gd name="dsw" fmla="+- 0 sw mins"/>
                <a:gd name="dsh" fmla="+- 0 sh mins"/>
                <a:gd name="p0x0" fmla="*/ 0 w 4215"/>
                <a:gd name="p0y0" fmla="*/ 0 h 1545"/>
                <a:gd name="p0x1" fmla="*/ 4215 w 4215"/>
                <a:gd name="p0y1" fmla="*/ 0 h 1545"/>
                <a:gd name="p0x2" fmla="*/ 4215 w 4215"/>
                <a:gd name="p0y2" fmla="*/ 1545 h 1545"/>
                <a:gd name="p0x3" fmla="*/ 0 w 4215"/>
                <a:gd name="p0y3" fmla="*/ 1545 h 1545"/>
                <a:gd name="p0x4" fmla="*/ 0 w 4215"/>
                <a:gd name="p0y4" fmla="*/ 0 h 1545"/>
              </a:gdLst>
              <a:ahLst/>
              <a:cxnLst/>
              <a:pathLst>
                <a:path w="4215" h="1545">
                  <a:moveTo>
                    <a:pt x="240" y="0"/>
                  </a:moveTo>
                  <a:lnTo>
                    <a:pt x="3975" y="0"/>
                  </a:lnTo>
                  <a:cubicBezTo>
                    <a:pt x="4108" y="0"/>
                    <a:pt x="4215" y="107"/>
                    <a:pt x="4215" y="240"/>
                  </a:cubicBezTo>
                  <a:lnTo>
                    <a:pt x="4215" y="1545"/>
                  </a:lnTo>
                  <a:lnTo>
                    <a:pt x="0" y="1545"/>
                  </a:lnTo>
                  <a:lnTo>
                    <a:pt x="0" y="240"/>
                  </a:lnTo>
                  <a:cubicBezTo>
                    <a:pt x="0" y="107"/>
                    <a:pt x="107" y="0"/>
                    <a:pt x="240" y="0"/>
                  </a:cubicBez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42" name="任意多边形 41"/>
            <p:cNvSpPr/>
            <p:nvPr>
              <p:custDataLst>
                <p:tags r:id="rId37"/>
              </p:custDataLst>
            </p:nvPr>
          </p:nvSpPr>
          <p:spPr>
            <a:xfrm>
              <a:off x="5235" y="3570"/>
              <a:ext cx="4215" cy="15"/>
            </a:xfrm>
            <a:custGeom>
              <a:avLst/>
              <a:gdLst>
                <a:gd name="sw" fmla="*/ 1 w 4215"/>
                <a:gd name="sh" fmla="*/ 1 h 15"/>
                <a:gd name="mins" fmla="min sw sh"/>
                <a:gd name="dsw" fmla="+- 0 sw mins"/>
                <a:gd name="dsh" fmla="+- 0 sh mins"/>
                <a:gd name="p0x0" fmla="*/ 4215 w 4215"/>
                <a:gd name="p0y0" fmla="*/ 15 h 15"/>
                <a:gd name="p0x1" fmla="*/ 0 w 4215"/>
                <a:gd name="p0y1" fmla="*/ 15 h 15"/>
                <a:gd name="p0x2" fmla="*/ 0 w 4215"/>
                <a:gd name="p0y2" fmla="*/ 0 h 15"/>
                <a:gd name="p0x3" fmla="*/ 4215 w 4215"/>
                <a:gd name="p0y3" fmla="*/ 0 h 15"/>
                <a:gd name="p0x4" fmla="*/ 4215 w 4215"/>
                <a:gd name="p0y4" fmla="*/ 15 h 15"/>
              </a:gdLst>
              <a:ahLst/>
              <a:cxnLst/>
              <a:pathLst>
                <a:path w="4215" h="15">
                  <a:moveTo>
                    <a:pt x="4215" y="0"/>
                  </a:moveTo>
                  <a:lnTo>
                    <a:pt x="4215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4215" y="0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44" name="任意多边形 43"/>
          <p:cNvSpPr/>
          <p:nvPr>
            <p:custDataLst>
              <p:tags r:id="rId38"/>
            </p:custDataLst>
          </p:nvPr>
        </p:nvSpPr>
        <p:spPr>
          <a:xfrm>
            <a:off x="3552825" y="1619250"/>
            <a:ext cx="415290" cy="419100"/>
          </a:xfrm>
          <a:custGeom>
            <a:avLst/>
            <a:gdLst>
              <a:gd name="sw" fmla="*/ 1 w 654"/>
              <a:gd name="sh" fmla="*/ 1 h 660"/>
              <a:gd name="mins" fmla="min sw sh"/>
              <a:gd name="dsw" fmla="+- 0 sw mins"/>
              <a:gd name="dsh" fmla="+- 0 sh mins"/>
              <a:gd name="p0x0" fmla="*/ 180 w 654"/>
              <a:gd name="p0y0" fmla="*/ 0 h 660"/>
              <a:gd name="p0x1" fmla="*/ 474 w 654"/>
              <a:gd name="p0y1" fmla="*/ 0 h 660"/>
              <a:gd name="p0x2" fmla="*/ 573 w 654"/>
              <a:gd name="p0y2" fmla="*/ 0 h 660"/>
              <a:gd name="p0x3" fmla="*/ 654 w 654"/>
              <a:gd name="p0y3" fmla="*/ 80 h 660"/>
              <a:gd name="p0x4" fmla="*/ 654 w 654"/>
              <a:gd name="p0y4" fmla="*/ 180 h 660"/>
              <a:gd name="p0x5" fmla="*/ 654 w 654"/>
              <a:gd name="p0y5" fmla="*/ 480 h 660"/>
              <a:gd name="p0x6" fmla="*/ 654 w 654"/>
              <a:gd name="p0y6" fmla="*/ 579 h 660"/>
              <a:gd name="p0x7" fmla="*/ 573 w 654"/>
              <a:gd name="p0y7" fmla="*/ 660 h 660"/>
              <a:gd name="p0x8" fmla="*/ 474 w 654"/>
              <a:gd name="p0y8" fmla="*/ 660 h 660"/>
              <a:gd name="p0x9" fmla="*/ 180 w 654"/>
              <a:gd name="p0y9" fmla="*/ 660 h 660"/>
              <a:gd name="p0x10" fmla="*/ 80 w 654"/>
              <a:gd name="p0y10" fmla="*/ 660 h 660"/>
              <a:gd name="p0x11" fmla="*/ 0 w 654"/>
              <a:gd name="p0y11" fmla="*/ 579 h 660"/>
              <a:gd name="p0x12" fmla="*/ 0 w 654"/>
              <a:gd name="p0y12" fmla="*/ 480 h 660"/>
              <a:gd name="p0x13" fmla="*/ 0 w 654"/>
              <a:gd name="p0y13" fmla="*/ 180 h 660"/>
              <a:gd name="p0x14" fmla="*/ 0 w 654"/>
              <a:gd name="p0y14" fmla="*/ 80 h 660"/>
              <a:gd name="p0x15" fmla="*/ 80 w 654"/>
              <a:gd name="p0y15" fmla="*/ 0 h 660"/>
              <a:gd name="p0x16" fmla="*/ 180 w 654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t="-2500" b="-2500"/>
          <a:stretch>
            <a:fillRect/>
          </a:stretch>
        </p:blipFill>
        <p:spPr>
          <a:xfrm>
            <a:off x="3664585" y="1728470"/>
            <a:ext cx="190500" cy="200025"/>
          </a:xfrm>
          <a:prstGeom prst="rect">
            <a:avLst/>
          </a:prstGeom>
        </p:spPr>
      </p:pic>
      <p:sp>
        <p:nvSpPr>
          <p:cNvPr id="46" name="文本框 45"/>
          <p:cNvSpPr txBox="1"/>
          <p:nvPr>
            <p:custDataLst>
              <p:tags r:id="rId42"/>
            </p:custDataLst>
          </p:nvPr>
        </p:nvSpPr>
        <p:spPr>
          <a:xfrm>
            <a:off x="4082434" y="1524000"/>
            <a:ext cx="1689716" cy="609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第二步：对</a:t>
            </a:r>
            <a:r>
              <a:rPr lang="en-US" altLang="zh-CN"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</a:t>
            </a:r>
            <a:r>
              <a:rPr lang="en-US" altLang="zh-CN"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lang="en-US" altLang="zh-CN" sz="165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48" name="组合 147"/>
          <p:cNvGrpSpPr/>
          <p:nvPr/>
        </p:nvGrpSpPr>
        <p:grpSpPr>
          <a:xfrm>
            <a:off x="3552825" y="2505075"/>
            <a:ext cx="2218690" cy="795020"/>
            <a:chOff x="5595" y="3945"/>
            <a:chExt cx="3494" cy="1252"/>
          </a:xfrm>
        </p:grpSpPr>
        <p:sp>
          <p:nvSpPr>
            <p:cNvPr id="47" name="任意多边形 46"/>
            <p:cNvSpPr/>
            <p:nvPr>
              <p:custDataLst>
                <p:tags r:id="rId43"/>
              </p:custDataLst>
            </p:nvPr>
          </p:nvSpPr>
          <p:spPr>
            <a:xfrm>
              <a:off x="5595" y="3945"/>
              <a:ext cx="3495" cy="1253"/>
            </a:xfrm>
            <a:custGeom>
              <a:avLst/>
              <a:gdLst>
                <a:gd name="sw" fmla="*/ 1 w 3495"/>
                <a:gd name="sh" fmla="*/ 1 h 1253"/>
                <a:gd name="mins" fmla="min sw sh"/>
                <a:gd name="dsw" fmla="+- 0 sw mins"/>
                <a:gd name="dsh" fmla="+- 0 sh mins"/>
                <a:gd name="p0x0" fmla="*/ 120 w 3495"/>
                <a:gd name="p0y0" fmla="*/ 0 h 1253"/>
                <a:gd name="p0x1" fmla="*/ 3375 w 3495"/>
                <a:gd name="p0y1" fmla="*/ 0 h 1253"/>
                <a:gd name="p0x2" fmla="*/ 3441 w 3495"/>
                <a:gd name="p0y2" fmla="*/ 0 h 1253"/>
                <a:gd name="p0x3" fmla="*/ 3495 w 3495"/>
                <a:gd name="p0y3" fmla="*/ 53 h 1253"/>
                <a:gd name="p0x4" fmla="*/ 3495 w 3495"/>
                <a:gd name="p0y4" fmla="*/ 120 h 1253"/>
                <a:gd name="p0x5" fmla="*/ 3495 w 3495"/>
                <a:gd name="p0y5" fmla="*/ 1133 h 1253"/>
                <a:gd name="p0x6" fmla="*/ 3495 w 3495"/>
                <a:gd name="p0y6" fmla="*/ 1200 h 1253"/>
                <a:gd name="p0x7" fmla="*/ 3441 w 3495"/>
                <a:gd name="p0y7" fmla="*/ 1253 h 1253"/>
                <a:gd name="p0x8" fmla="*/ 3375 w 3495"/>
                <a:gd name="p0y8" fmla="*/ 1253 h 1253"/>
                <a:gd name="p0x9" fmla="*/ 120 w 3495"/>
                <a:gd name="p0y9" fmla="*/ 1253 h 1253"/>
                <a:gd name="p0x10" fmla="*/ 53 w 3495"/>
                <a:gd name="p0y10" fmla="*/ 1253 h 1253"/>
                <a:gd name="p0x11" fmla="*/ 0 w 3495"/>
                <a:gd name="p0y11" fmla="*/ 1200 h 1253"/>
                <a:gd name="p0x12" fmla="*/ 0 w 3495"/>
                <a:gd name="p0y12" fmla="*/ 1133 h 1253"/>
                <a:gd name="p0x13" fmla="*/ 0 w 3495"/>
                <a:gd name="p0y13" fmla="*/ 120 h 1253"/>
                <a:gd name="p0x14" fmla="*/ 0 w 3495"/>
                <a:gd name="p0y14" fmla="*/ 53 h 1253"/>
                <a:gd name="p0x15" fmla="*/ 53 w 3495"/>
                <a:gd name="p0y15" fmla="*/ 0 h 1253"/>
                <a:gd name="p0x16" fmla="*/ 120 w 3495"/>
                <a:gd name="p0y16" fmla="*/ 0 h 125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EFF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8" name="任意多边形 47"/>
            <p:cNvSpPr/>
            <p:nvPr>
              <p:custDataLst>
                <p:tags r:id="rId44"/>
              </p:custDataLst>
            </p:nvPr>
          </p:nvSpPr>
          <p:spPr>
            <a:xfrm>
              <a:off x="5595" y="3945"/>
              <a:ext cx="120" cy="1253"/>
            </a:xfrm>
            <a:custGeom>
              <a:avLst/>
              <a:gdLst>
                <a:gd name="sw" fmla="*/ 1 w 120"/>
                <a:gd name="sh" fmla="*/ 1 h 1253"/>
                <a:gd name="mins" fmla="min sw sh"/>
                <a:gd name="dsw" fmla="+- 0 sw mins"/>
                <a:gd name="dsh" fmla="+- 0 sh mins"/>
                <a:gd name="p0x0" fmla="*/ 0 w 120"/>
                <a:gd name="p0y0" fmla="*/ 1133 h 1253"/>
                <a:gd name="p0x1" fmla="*/ 0 w 120"/>
                <a:gd name="p0y1" fmla="*/ 120 h 1253"/>
                <a:gd name="p0x2" fmla="*/ 0 w 120"/>
                <a:gd name="p0y2" fmla="*/ 53 h 1253"/>
                <a:gd name="p0x3" fmla="*/ 53 w 120"/>
                <a:gd name="p0y3" fmla="*/ 0 h 1253"/>
                <a:gd name="p0x4" fmla="*/ 120 w 120"/>
                <a:gd name="p0y4" fmla="*/ 0 h 1253"/>
                <a:gd name="p0x5" fmla="*/ 78 w 120"/>
                <a:gd name="p0y5" fmla="*/ 0 h 1253"/>
                <a:gd name="p0x6" fmla="*/ 45 w 120"/>
                <a:gd name="p0y6" fmla="*/ 53 h 1253"/>
                <a:gd name="p0x7" fmla="*/ 45 w 120"/>
                <a:gd name="p0y7" fmla="*/ 120 h 1253"/>
                <a:gd name="p0x8" fmla="*/ 45 w 120"/>
                <a:gd name="p0y8" fmla="*/ 1133 h 1253"/>
                <a:gd name="p0x9" fmla="*/ 45 w 120"/>
                <a:gd name="p0y9" fmla="*/ 1200 h 1253"/>
                <a:gd name="p0x10" fmla="*/ 78 w 120"/>
                <a:gd name="p0y10" fmla="*/ 1253 h 1253"/>
                <a:gd name="p0x11" fmla="*/ 120 w 120"/>
                <a:gd name="p0y11" fmla="*/ 1253 h 1253"/>
                <a:gd name="p0x12" fmla="*/ 53 w 120"/>
                <a:gd name="p0y12" fmla="*/ 1253 h 1253"/>
                <a:gd name="p0x13" fmla="*/ 0 w 120"/>
                <a:gd name="p0y13" fmla="*/ 1200 h 1253"/>
                <a:gd name="p0x14" fmla="*/ 0 w 120"/>
                <a:gd name="p0y14" fmla="*/ 1133 h 125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50" name="图片 49"/>
          <p:cNvPicPr>
            <a:picLocks noChangeAspect="1"/>
          </p:cNvPicPr>
          <p:nvPr>
            <p:custDataLst>
              <p:tags r:id="rId45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2593" t="-45556" r="-2593" b="-45556"/>
          <a:stretch>
            <a:fillRect/>
          </a:stretch>
        </p:blipFill>
        <p:spPr>
          <a:xfrm>
            <a:off x="3695700" y="2667000"/>
            <a:ext cx="90170" cy="109220"/>
          </a:xfrm>
          <a:prstGeom prst="rect">
            <a:avLst/>
          </a:prstGeom>
        </p:spPr>
      </p:pic>
      <p:sp>
        <p:nvSpPr>
          <p:cNvPr id="51" name="文本框 50"/>
          <p:cNvSpPr txBox="1"/>
          <p:nvPr>
            <p:custDataLst>
              <p:tags r:id="rId46"/>
            </p:custDataLst>
          </p:nvPr>
        </p:nvSpPr>
        <p:spPr>
          <a:xfrm>
            <a:off x="3843338" y="2619375"/>
            <a:ext cx="1814513" cy="2095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1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内容生成能力</a:t>
            </a:r>
            <a:endParaRPr sz="112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47"/>
            </p:custDataLst>
          </p:nvPr>
        </p:nvSpPr>
        <p:spPr>
          <a:xfrm>
            <a:off x="3695700" y="2850833"/>
            <a:ext cx="1962150" cy="34953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zh-CN" altLang="en-US"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匹配文案撰写、代码生成、创意设计等</a:t>
            </a:r>
            <a:r>
              <a:rPr lang="en-US" altLang="zh-CN"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</a:t>
            </a:r>
            <a:r>
              <a:rPr lang="zh-CN" altLang="en-US"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类需求场景。</a:t>
            </a:r>
            <a:endParaRPr lang="zh-CN" altLang="en-US" sz="9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49" name="组合 148"/>
          <p:cNvGrpSpPr/>
          <p:nvPr/>
        </p:nvGrpSpPr>
        <p:grpSpPr>
          <a:xfrm>
            <a:off x="3552825" y="3462020"/>
            <a:ext cx="2218690" cy="795020"/>
            <a:chOff x="5595" y="5452"/>
            <a:chExt cx="3494" cy="1252"/>
          </a:xfrm>
        </p:grpSpPr>
        <p:sp>
          <p:nvSpPr>
            <p:cNvPr id="53" name="任意多边形 52"/>
            <p:cNvSpPr/>
            <p:nvPr>
              <p:custDataLst>
                <p:tags r:id="rId48"/>
              </p:custDataLst>
            </p:nvPr>
          </p:nvSpPr>
          <p:spPr>
            <a:xfrm>
              <a:off x="5595" y="5452"/>
              <a:ext cx="3495" cy="1253"/>
            </a:xfrm>
            <a:custGeom>
              <a:avLst/>
              <a:gdLst>
                <a:gd name="sw" fmla="*/ 1 w 3495"/>
                <a:gd name="sh" fmla="*/ 1 h 1253"/>
                <a:gd name="mins" fmla="min sw sh"/>
                <a:gd name="dsw" fmla="+- 0 sw mins"/>
                <a:gd name="dsh" fmla="+- 0 sh mins"/>
                <a:gd name="p0x0" fmla="*/ 120 w 3495"/>
                <a:gd name="p0y0" fmla="*/ 0 h 1253"/>
                <a:gd name="p0x1" fmla="*/ 3375 w 3495"/>
                <a:gd name="p0y1" fmla="*/ 0 h 1253"/>
                <a:gd name="p0x2" fmla="*/ 3441 w 3495"/>
                <a:gd name="p0y2" fmla="*/ 0 h 1253"/>
                <a:gd name="p0x3" fmla="*/ 3495 w 3495"/>
                <a:gd name="p0y3" fmla="*/ 53 h 1253"/>
                <a:gd name="p0x4" fmla="*/ 3495 w 3495"/>
                <a:gd name="p0y4" fmla="*/ 120 h 1253"/>
                <a:gd name="p0x5" fmla="*/ 3495 w 3495"/>
                <a:gd name="p0y5" fmla="*/ 1133 h 1253"/>
                <a:gd name="p0x6" fmla="*/ 3495 w 3495"/>
                <a:gd name="p0y6" fmla="*/ 1200 h 1253"/>
                <a:gd name="p0x7" fmla="*/ 3441 w 3495"/>
                <a:gd name="p0y7" fmla="*/ 1253 h 1253"/>
                <a:gd name="p0x8" fmla="*/ 3375 w 3495"/>
                <a:gd name="p0y8" fmla="*/ 1253 h 1253"/>
                <a:gd name="p0x9" fmla="*/ 120 w 3495"/>
                <a:gd name="p0y9" fmla="*/ 1253 h 1253"/>
                <a:gd name="p0x10" fmla="*/ 53 w 3495"/>
                <a:gd name="p0y10" fmla="*/ 1253 h 1253"/>
                <a:gd name="p0x11" fmla="*/ 0 w 3495"/>
                <a:gd name="p0y11" fmla="*/ 1200 h 1253"/>
                <a:gd name="p0x12" fmla="*/ 0 w 3495"/>
                <a:gd name="p0y12" fmla="*/ 1133 h 1253"/>
                <a:gd name="p0x13" fmla="*/ 0 w 3495"/>
                <a:gd name="p0y13" fmla="*/ 120 h 1253"/>
                <a:gd name="p0x14" fmla="*/ 0 w 3495"/>
                <a:gd name="p0y14" fmla="*/ 53 h 1253"/>
                <a:gd name="p0x15" fmla="*/ 53 w 3495"/>
                <a:gd name="p0y15" fmla="*/ 0 h 1253"/>
                <a:gd name="p0x16" fmla="*/ 120 w 3495"/>
                <a:gd name="p0y16" fmla="*/ 0 h 125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EFF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4" name="任意多边形 53"/>
            <p:cNvSpPr/>
            <p:nvPr>
              <p:custDataLst>
                <p:tags r:id="rId49"/>
              </p:custDataLst>
            </p:nvPr>
          </p:nvSpPr>
          <p:spPr>
            <a:xfrm>
              <a:off x="5595" y="5452"/>
              <a:ext cx="120" cy="1253"/>
            </a:xfrm>
            <a:custGeom>
              <a:avLst/>
              <a:gdLst>
                <a:gd name="sw" fmla="*/ 1 w 120"/>
                <a:gd name="sh" fmla="*/ 1 h 1253"/>
                <a:gd name="mins" fmla="min sw sh"/>
                <a:gd name="dsw" fmla="+- 0 sw mins"/>
                <a:gd name="dsh" fmla="+- 0 sh mins"/>
                <a:gd name="p0x0" fmla="*/ 0 w 120"/>
                <a:gd name="p0y0" fmla="*/ 1133 h 1253"/>
                <a:gd name="p0x1" fmla="*/ 0 w 120"/>
                <a:gd name="p0y1" fmla="*/ 120 h 1253"/>
                <a:gd name="p0x2" fmla="*/ 0 w 120"/>
                <a:gd name="p0y2" fmla="*/ 53 h 1253"/>
                <a:gd name="p0x3" fmla="*/ 53 w 120"/>
                <a:gd name="p0y3" fmla="*/ 0 h 1253"/>
                <a:gd name="p0x4" fmla="*/ 120 w 120"/>
                <a:gd name="p0y4" fmla="*/ 0 h 1253"/>
                <a:gd name="p0x5" fmla="*/ 78 w 120"/>
                <a:gd name="p0y5" fmla="*/ 0 h 1253"/>
                <a:gd name="p0x6" fmla="*/ 45 w 120"/>
                <a:gd name="p0y6" fmla="*/ 53 h 1253"/>
                <a:gd name="p0x7" fmla="*/ 45 w 120"/>
                <a:gd name="p0y7" fmla="*/ 120 h 1253"/>
                <a:gd name="p0x8" fmla="*/ 45 w 120"/>
                <a:gd name="p0y8" fmla="*/ 1133 h 1253"/>
                <a:gd name="p0x9" fmla="*/ 45 w 120"/>
                <a:gd name="p0y9" fmla="*/ 1200 h 1253"/>
                <a:gd name="p0x10" fmla="*/ 78 w 120"/>
                <a:gd name="p0y10" fmla="*/ 1253 h 1253"/>
                <a:gd name="p0x11" fmla="*/ 120 w 120"/>
                <a:gd name="p0y11" fmla="*/ 1253 h 1253"/>
                <a:gd name="p0x12" fmla="*/ 53 w 120"/>
                <a:gd name="p0y12" fmla="*/ 1253 h 1253"/>
                <a:gd name="p0x13" fmla="*/ 0 w 120"/>
                <a:gd name="p0y13" fmla="*/ 1200 h 1253"/>
                <a:gd name="p0x14" fmla="*/ 0 w 120"/>
                <a:gd name="p0y14" fmla="*/ 1133 h 125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56" name="图片 55"/>
          <p:cNvPicPr>
            <a:picLocks noChangeAspect="1"/>
          </p:cNvPicPr>
          <p:nvPr>
            <p:custDataLst>
              <p:tags r:id="rId50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2593" t="-45556" r="-2593" b="-45556"/>
          <a:stretch>
            <a:fillRect/>
          </a:stretch>
        </p:blipFill>
        <p:spPr>
          <a:xfrm>
            <a:off x="3695700" y="3623945"/>
            <a:ext cx="90170" cy="109220"/>
          </a:xfrm>
          <a:prstGeom prst="rect">
            <a:avLst/>
          </a:prstGeom>
        </p:spPr>
      </p:pic>
      <p:sp>
        <p:nvSpPr>
          <p:cNvPr id="57" name="文本框 56"/>
          <p:cNvSpPr txBox="1"/>
          <p:nvPr>
            <p:custDataLst>
              <p:tags r:id="rId51"/>
            </p:custDataLst>
          </p:nvPr>
        </p:nvSpPr>
        <p:spPr>
          <a:xfrm>
            <a:off x="3843338" y="3576342"/>
            <a:ext cx="1814513" cy="2095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1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信息总结能力</a:t>
            </a:r>
            <a:endParaRPr sz="112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52"/>
            </p:custDataLst>
          </p:nvPr>
        </p:nvSpPr>
        <p:spPr>
          <a:xfrm>
            <a:off x="3695700" y="3807800"/>
            <a:ext cx="1962150" cy="34953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对应会议纪要、报告提炼、知识库问答等信息处理场景。</a:t>
            </a:r>
            <a:endParaRPr sz="9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50" name="组合 149"/>
          <p:cNvGrpSpPr/>
          <p:nvPr/>
        </p:nvGrpSpPr>
        <p:grpSpPr>
          <a:xfrm>
            <a:off x="3552825" y="4418965"/>
            <a:ext cx="2218690" cy="795020"/>
            <a:chOff x="5595" y="6959"/>
            <a:chExt cx="3494" cy="1252"/>
          </a:xfrm>
        </p:grpSpPr>
        <p:sp>
          <p:nvSpPr>
            <p:cNvPr id="59" name="任意多边形 58"/>
            <p:cNvSpPr/>
            <p:nvPr>
              <p:custDataLst>
                <p:tags r:id="rId53"/>
              </p:custDataLst>
            </p:nvPr>
          </p:nvSpPr>
          <p:spPr>
            <a:xfrm>
              <a:off x="5595" y="6959"/>
              <a:ext cx="3495" cy="1253"/>
            </a:xfrm>
            <a:custGeom>
              <a:avLst/>
              <a:gdLst>
                <a:gd name="sw" fmla="*/ 1 w 3495"/>
                <a:gd name="sh" fmla="*/ 1 h 1253"/>
                <a:gd name="mins" fmla="min sw sh"/>
                <a:gd name="dsw" fmla="+- 0 sw mins"/>
                <a:gd name="dsh" fmla="+- 0 sh mins"/>
                <a:gd name="p0x0" fmla="*/ 120 w 3495"/>
                <a:gd name="p0y0" fmla="*/ 0 h 1253"/>
                <a:gd name="p0x1" fmla="*/ 3375 w 3495"/>
                <a:gd name="p0y1" fmla="*/ 0 h 1253"/>
                <a:gd name="p0x2" fmla="*/ 3441 w 3495"/>
                <a:gd name="p0y2" fmla="*/ 0 h 1253"/>
                <a:gd name="p0x3" fmla="*/ 3495 w 3495"/>
                <a:gd name="p0y3" fmla="*/ 53 h 1253"/>
                <a:gd name="p0x4" fmla="*/ 3495 w 3495"/>
                <a:gd name="p0y4" fmla="*/ 120 h 1253"/>
                <a:gd name="p0x5" fmla="*/ 3495 w 3495"/>
                <a:gd name="p0y5" fmla="*/ 1133 h 1253"/>
                <a:gd name="p0x6" fmla="*/ 3495 w 3495"/>
                <a:gd name="p0y6" fmla="*/ 1200 h 1253"/>
                <a:gd name="p0x7" fmla="*/ 3441 w 3495"/>
                <a:gd name="p0y7" fmla="*/ 1253 h 1253"/>
                <a:gd name="p0x8" fmla="*/ 3375 w 3495"/>
                <a:gd name="p0y8" fmla="*/ 1253 h 1253"/>
                <a:gd name="p0x9" fmla="*/ 120 w 3495"/>
                <a:gd name="p0y9" fmla="*/ 1253 h 1253"/>
                <a:gd name="p0x10" fmla="*/ 53 w 3495"/>
                <a:gd name="p0y10" fmla="*/ 1253 h 1253"/>
                <a:gd name="p0x11" fmla="*/ 0 w 3495"/>
                <a:gd name="p0y11" fmla="*/ 1200 h 1253"/>
                <a:gd name="p0x12" fmla="*/ 0 w 3495"/>
                <a:gd name="p0y12" fmla="*/ 1133 h 1253"/>
                <a:gd name="p0x13" fmla="*/ 0 w 3495"/>
                <a:gd name="p0y13" fmla="*/ 120 h 1253"/>
                <a:gd name="p0x14" fmla="*/ 0 w 3495"/>
                <a:gd name="p0y14" fmla="*/ 53 h 1253"/>
                <a:gd name="p0x15" fmla="*/ 53 w 3495"/>
                <a:gd name="p0y15" fmla="*/ 0 h 1253"/>
                <a:gd name="p0x16" fmla="*/ 120 w 3495"/>
                <a:gd name="p0y16" fmla="*/ 0 h 125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EFF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0" name="任意多边形 59"/>
            <p:cNvSpPr/>
            <p:nvPr>
              <p:custDataLst>
                <p:tags r:id="rId54"/>
              </p:custDataLst>
            </p:nvPr>
          </p:nvSpPr>
          <p:spPr>
            <a:xfrm>
              <a:off x="5595" y="6959"/>
              <a:ext cx="120" cy="1253"/>
            </a:xfrm>
            <a:custGeom>
              <a:avLst/>
              <a:gdLst>
                <a:gd name="sw" fmla="*/ 1 w 120"/>
                <a:gd name="sh" fmla="*/ 1 h 1253"/>
                <a:gd name="mins" fmla="min sw sh"/>
                <a:gd name="dsw" fmla="+- 0 sw mins"/>
                <a:gd name="dsh" fmla="+- 0 sh mins"/>
                <a:gd name="p0x0" fmla="*/ 0 w 120"/>
                <a:gd name="p0y0" fmla="*/ 1133 h 1253"/>
                <a:gd name="p0x1" fmla="*/ 0 w 120"/>
                <a:gd name="p0y1" fmla="*/ 120 h 1253"/>
                <a:gd name="p0x2" fmla="*/ 0 w 120"/>
                <a:gd name="p0y2" fmla="*/ 53 h 1253"/>
                <a:gd name="p0x3" fmla="*/ 53 w 120"/>
                <a:gd name="p0y3" fmla="*/ 0 h 1253"/>
                <a:gd name="p0x4" fmla="*/ 120 w 120"/>
                <a:gd name="p0y4" fmla="*/ 0 h 1253"/>
                <a:gd name="p0x5" fmla="*/ 78 w 120"/>
                <a:gd name="p0y5" fmla="*/ 0 h 1253"/>
                <a:gd name="p0x6" fmla="*/ 45 w 120"/>
                <a:gd name="p0y6" fmla="*/ 53 h 1253"/>
                <a:gd name="p0x7" fmla="*/ 45 w 120"/>
                <a:gd name="p0y7" fmla="*/ 120 h 1253"/>
                <a:gd name="p0x8" fmla="*/ 45 w 120"/>
                <a:gd name="p0y8" fmla="*/ 1133 h 1253"/>
                <a:gd name="p0x9" fmla="*/ 45 w 120"/>
                <a:gd name="p0y9" fmla="*/ 1200 h 1253"/>
                <a:gd name="p0x10" fmla="*/ 78 w 120"/>
                <a:gd name="p0y10" fmla="*/ 1253 h 1253"/>
                <a:gd name="p0x11" fmla="*/ 120 w 120"/>
                <a:gd name="p0y11" fmla="*/ 1253 h 1253"/>
                <a:gd name="p0x12" fmla="*/ 53 w 120"/>
                <a:gd name="p0y12" fmla="*/ 1253 h 1253"/>
                <a:gd name="p0x13" fmla="*/ 0 w 120"/>
                <a:gd name="p0y13" fmla="*/ 1200 h 1253"/>
                <a:gd name="p0x14" fmla="*/ 0 w 120"/>
                <a:gd name="p0y14" fmla="*/ 1133 h 125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62" name="图片 61"/>
          <p:cNvPicPr>
            <a:picLocks noChangeAspect="1"/>
          </p:cNvPicPr>
          <p:nvPr>
            <p:custDataLst>
              <p:tags r:id="rId55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2593" t="-45556" r="-2593" b="-45556"/>
          <a:stretch>
            <a:fillRect/>
          </a:stretch>
        </p:blipFill>
        <p:spPr>
          <a:xfrm>
            <a:off x="3695700" y="4580890"/>
            <a:ext cx="90170" cy="109220"/>
          </a:xfrm>
          <a:prstGeom prst="rect">
            <a:avLst/>
          </a:prstGeom>
        </p:spPr>
      </p:pic>
      <p:sp>
        <p:nvSpPr>
          <p:cNvPr id="63" name="文本框 62"/>
          <p:cNvSpPr txBox="1"/>
          <p:nvPr>
            <p:custDataLst>
              <p:tags r:id="rId56"/>
            </p:custDataLst>
          </p:nvPr>
        </p:nvSpPr>
        <p:spPr>
          <a:xfrm>
            <a:off x="3843338" y="4533309"/>
            <a:ext cx="1814513" cy="2095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1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任务执行能力</a:t>
            </a:r>
            <a:endParaRPr sz="112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文本框 63"/>
          <p:cNvSpPr txBox="1"/>
          <p:nvPr>
            <p:custDataLst>
              <p:tags r:id="rId57"/>
            </p:custDataLst>
          </p:nvPr>
        </p:nvSpPr>
        <p:spPr>
          <a:xfrm>
            <a:off x="3695700" y="4764767"/>
            <a:ext cx="1962150" cy="34953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对接数据录入、流程审批、系统操作等自动化执行需求。</a:t>
            </a:r>
            <a:endParaRPr sz="9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51" name="组合 150"/>
          <p:cNvGrpSpPr/>
          <p:nvPr/>
        </p:nvGrpSpPr>
        <p:grpSpPr>
          <a:xfrm>
            <a:off x="3552825" y="5375910"/>
            <a:ext cx="2218690" cy="795020"/>
            <a:chOff x="5595" y="8466"/>
            <a:chExt cx="3494" cy="1252"/>
          </a:xfrm>
        </p:grpSpPr>
        <p:sp>
          <p:nvSpPr>
            <p:cNvPr id="65" name="任意多边形 64"/>
            <p:cNvSpPr/>
            <p:nvPr>
              <p:custDataLst>
                <p:tags r:id="rId58"/>
              </p:custDataLst>
            </p:nvPr>
          </p:nvSpPr>
          <p:spPr>
            <a:xfrm>
              <a:off x="5595" y="8466"/>
              <a:ext cx="3495" cy="1253"/>
            </a:xfrm>
            <a:custGeom>
              <a:avLst/>
              <a:gdLst>
                <a:gd name="sw" fmla="*/ 1 w 3495"/>
                <a:gd name="sh" fmla="*/ 1 h 1253"/>
                <a:gd name="mins" fmla="min sw sh"/>
                <a:gd name="dsw" fmla="+- 0 sw mins"/>
                <a:gd name="dsh" fmla="+- 0 sh mins"/>
                <a:gd name="p0x0" fmla="*/ 120 w 3495"/>
                <a:gd name="p0y0" fmla="*/ 0 h 1253"/>
                <a:gd name="p0x1" fmla="*/ 3375 w 3495"/>
                <a:gd name="p0y1" fmla="*/ 0 h 1253"/>
                <a:gd name="p0x2" fmla="*/ 3441 w 3495"/>
                <a:gd name="p0y2" fmla="*/ 0 h 1253"/>
                <a:gd name="p0x3" fmla="*/ 3495 w 3495"/>
                <a:gd name="p0y3" fmla="*/ 53 h 1253"/>
                <a:gd name="p0x4" fmla="*/ 3495 w 3495"/>
                <a:gd name="p0y4" fmla="*/ 120 h 1253"/>
                <a:gd name="p0x5" fmla="*/ 3495 w 3495"/>
                <a:gd name="p0y5" fmla="*/ 1133 h 1253"/>
                <a:gd name="p0x6" fmla="*/ 3495 w 3495"/>
                <a:gd name="p0y6" fmla="*/ 1200 h 1253"/>
                <a:gd name="p0x7" fmla="*/ 3441 w 3495"/>
                <a:gd name="p0y7" fmla="*/ 1253 h 1253"/>
                <a:gd name="p0x8" fmla="*/ 3375 w 3495"/>
                <a:gd name="p0y8" fmla="*/ 1253 h 1253"/>
                <a:gd name="p0x9" fmla="*/ 120 w 3495"/>
                <a:gd name="p0y9" fmla="*/ 1253 h 1253"/>
                <a:gd name="p0x10" fmla="*/ 53 w 3495"/>
                <a:gd name="p0y10" fmla="*/ 1253 h 1253"/>
                <a:gd name="p0x11" fmla="*/ 0 w 3495"/>
                <a:gd name="p0y11" fmla="*/ 1200 h 1253"/>
                <a:gd name="p0x12" fmla="*/ 0 w 3495"/>
                <a:gd name="p0y12" fmla="*/ 1133 h 1253"/>
                <a:gd name="p0x13" fmla="*/ 0 w 3495"/>
                <a:gd name="p0y13" fmla="*/ 120 h 1253"/>
                <a:gd name="p0x14" fmla="*/ 0 w 3495"/>
                <a:gd name="p0y14" fmla="*/ 53 h 1253"/>
                <a:gd name="p0x15" fmla="*/ 53 w 3495"/>
                <a:gd name="p0y15" fmla="*/ 0 h 1253"/>
                <a:gd name="p0x16" fmla="*/ 120 w 3495"/>
                <a:gd name="p0y16" fmla="*/ 0 h 125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EFF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6" name="任意多边形 65"/>
            <p:cNvSpPr/>
            <p:nvPr>
              <p:custDataLst>
                <p:tags r:id="rId59"/>
              </p:custDataLst>
            </p:nvPr>
          </p:nvSpPr>
          <p:spPr>
            <a:xfrm>
              <a:off x="5595" y="8466"/>
              <a:ext cx="120" cy="1253"/>
            </a:xfrm>
            <a:custGeom>
              <a:avLst/>
              <a:gdLst>
                <a:gd name="sw" fmla="*/ 1 w 120"/>
                <a:gd name="sh" fmla="*/ 1 h 1253"/>
                <a:gd name="mins" fmla="min sw sh"/>
                <a:gd name="dsw" fmla="+- 0 sw mins"/>
                <a:gd name="dsh" fmla="+- 0 sh mins"/>
                <a:gd name="p0x0" fmla="*/ 0 w 120"/>
                <a:gd name="p0y0" fmla="*/ 1133 h 1253"/>
                <a:gd name="p0x1" fmla="*/ 0 w 120"/>
                <a:gd name="p0y1" fmla="*/ 120 h 1253"/>
                <a:gd name="p0x2" fmla="*/ 0 w 120"/>
                <a:gd name="p0y2" fmla="*/ 53 h 1253"/>
                <a:gd name="p0x3" fmla="*/ 53 w 120"/>
                <a:gd name="p0y3" fmla="*/ 0 h 1253"/>
                <a:gd name="p0x4" fmla="*/ 120 w 120"/>
                <a:gd name="p0y4" fmla="*/ 0 h 1253"/>
                <a:gd name="p0x5" fmla="*/ 78 w 120"/>
                <a:gd name="p0y5" fmla="*/ 0 h 1253"/>
                <a:gd name="p0x6" fmla="*/ 45 w 120"/>
                <a:gd name="p0y6" fmla="*/ 53 h 1253"/>
                <a:gd name="p0x7" fmla="*/ 45 w 120"/>
                <a:gd name="p0y7" fmla="*/ 120 h 1253"/>
                <a:gd name="p0x8" fmla="*/ 45 w 120"/>
                <a:gd name="p0y8" fmla="*/ 1133 h 1253"/>
                <a:gd name="p0x9" fmla="*/ 45 w 120"/>
                <a:gd name="p0y9" fmla="*/ 1200 h 1253"/>
                <a:gd name="p0x10" fmla="*/ 78 w 120"/>
                <a:gd name="p0y10" fmla="*/ 1253 h 1253"/>
                <a:gd name="p0x11" fmla="*/ 120 w 120"/>
                <a:gd name="p0y11" fmla="*/ 1253 h 1253"/>
                <a:gd name="p0x12" fmla="*/ 53 w 120"/>
                <a:gd name="p0y12" fmla="*/ 1253 h 1253"/>
                <a:gd name="p0x13" fmla="*/ 0 w 120"/>
                <a:gd name="p0y13" fmla="*/ 1200 h 1253"/>
                <a:gd name="p0x14" fmla="*/ 0 w 120"/>
                <a:gd name="p0y14" fmla="*/ 1133 h 125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68" name="图片 67"/>
          <p:cNvPicPr>
            <a:picLocks noChangeAspect="1"/>
          </p:cNvPicPr>
          <p:nvPr>
            <p:custDataLst>
              <p:tags r:id="rId60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2593" t="-45556" r="-2593" b="-45556"/>
          <a:stretch>
            <a:fillRect/>
          </a:stretch>
        </p:blipFill>
        <p:spPr>
          <a:xfrm>
            <a:off x="3695700" y="5537835"/>
            <a:ext cx="90170" cy="109220"/>
          </a:xfrm>
          <a:prstGeom prst="rect">
            <a:avLst/>
          </a:prstGeom>
        </p:spPr>
      </p:pic>
      <p:sp>
        <p:nvSpPr>
          <p:cNvPr id="69" name="文本框 68"/>
          <p:cNvSpPr txBox="1"/>
          <p:nvPr>
            <p:custDataLst>
              <p:tags r:id="rId61"/>
            </p:custDataLst>
          </p:nvPr>
        </p:nvSpPr>
        <p:spPr>
          <a:xfrm>
            <a:off x="3843338" y="5490267"/>
            <a:ext cx="1814513" cy="2095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1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决策辅助能力</a:t>
            </a:r>
            <a:endParaRPr sz="112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文本框 69"/>
          <p:cNvSpPr txBox="1"/>
          <p:nvPr>
            <p:custDataLst>
              <p:tags r:id="rId62"/>
            </p:custDataLst>
          </p:nvPr>
        </p:nvSpPr>
        <p:spPr>
          <a:xfrm>
            <a:off x="3695700" y="5721725"/>
            <a:ext cx="1962150" cy="34953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匹配数据分析、风险评估、推荐预测等智能决策支持场景。</a:t>
            </a:r>
            <a:endParaRPr sz="9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52" name="组合 151"/>
          <p:cNvGrpSpPr/>
          <p:nvPr/>
        </p:nvGrpSpPr>
        <p:grpSpPr>
          <a:xfrm>
            <a:off x="6191250" y="1238250"/>
            <a:ext cx="2675890" cy="5162550"/>
            <a:chOff x="9750" y="1950"/>
            <a:chExt cx="4214" cy="8130"/>
          </a:xfrm>
          <a:effectLst>
            <a:outerShdw blurRad="85725" dist="38100" dir="5399999" sx="99288" sy="99631" algn="ctr" rotWithShape="0">
              <a:srgbClr val="000000">
                <a:alpha val="10196"/>
              </a:srgbClr>
            </a:outerShdw>
          </a:effectLst>
        </p:grpSpPr>
        <p:sp>
          <p:nvSpPr>
            <p:cNvPr id="72" name="任意多边形 71"/>
            <p:cNvSpPr/>
            <p:nvPr>
              <p:custDataLst>
                <p:tags r:id="rId63"/>
              </p:custDataLst>
            </p:nvPr>
          </p:nvSpPr>
          <p:spPr>
            <a:xfrm>
              <a:off x="9750" y="1950"/>
              <a:ext cx="4215" cy="8130"/>
            </a:xfrm>
            <a:custGeom>
              <a:avLst/>
              <a:gdLst>
                <a:gd name="sw" fmla="*/ 1 w 4215"/>
                <a:gd name="sh" fmla="*/ 1 h 8130"/>
                <a:gd name="mins" fmla="min sw sh"/>
                <a:gd name="dsw" fmla="+- 0 sw mins"/>
                <a:gd name="dsh" fmla="+- 0 sh mins"/>
                <a:gd name="p0x0" fmla="*/ 240 w 4215"/>
                <a:gd name="p0y0" fmla="*/ 0 h 8130"/>
                <a:gd name="p0x1" fmla="*/ 3975 w 4215"/>
                <a:gd name="p0y1" fmla="*/ 0 h 8130"/>
                <a:gd name="p0x2" fmla="*/ 4107 w 4215"/>
                <a:gd name="p0y2" fmla="*/ 0 h 8130"/>
                <a:gd name="p0x3" fmla="*/ 4215 w 4215"/>
                <a:gd name="p0y3" fmla="*/ 107 h 8130"/>
                <a:gd name="p0x4" fmla="*/ 4215 w 4215"/>
                <a:gd name="p0y4" fmla="*/ 240 h 8130"/>
                <a:gd name="p0x5" fmla="*/ 4215 w 4215"/>
                <a:gd name="p0y5" fmla="*/ 7890 h 8130"/>
                <a:gd name="p0x6" fmla="*/ 4215 w 4215"/>
                <a:gd name="p0y6" fmla="*/ 8022 h 8130"/>
                <a:gd name="p0x7" fmla="*/ 4107 w 4215"/>
                <a:gd name="p0y7" fmla="*/ 8130 h 8130"/>
                <a:gd name="p0x8" fmla="*/ 3975 w 4215"/>
                <a:gd name="p0y8" fmla="*/ 8130 h 8130"/>
                <a:gd name="p0x9" fmla="*/ 240 w 4215"/>
                <a:gd name="p0y9" fmla="*/ 8130 h 8130"/>
                <a:gd name="p0x10" fmla="*/ 107 w 4215"/>
                <a:gd name="p0y10" fmla="*/ 8130 h 8130"/>
                <a:gd name="p0x11" fmla="*/ 0 w 4215"/>
                <a:gd name="p0y11" fmla="*/ 8022 h 8130"/>
                <a:gd name="p0x12" fmla="*/ 0 w 4215"/>
                <a:gd name="p0y12" fmla="*/ 7890 h 8130"/>
                <a:gd name="p0x13" fmla="*/ 0 w 4215"/>
                <a:gd name="p0y13" fmla="*/ 240 h 8130"/>
                <a:gd name="p0x14" fmla="*/ 0 w 4215"/>
                <a:gd name="p0y14" fmla="*/ 107 h 8130"/>
                <a:gd name="p0x15" fmla="*/ 107 w 4215"/>
                <a:gd name="p0y15" fmla="*/ 0 h 8130"/>
                <a:gd name="p0x16" fmla="*/ 240 w 4215"/>
                <a:gd name="p0y16" fmla="*/ 0 h 81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3" name="任意多边形 72"/>
            <p:cNvSpPr/>
            <p:nvPr>
              <p:custDataLst>
                <p:tags r:id="rId64"/>
              </p:custDataLst>
            </p:nvPr>
          </p:nvSpPr>
          <p:spPr>
            <a:xfrm>
              <a:off x="9750" y="1950"/>
              <a:ext cx="4215" cy="240"/>
            </a:xfrm>
            <a:custGeom>
              <a:avLst/>
              <a:gdLst>
                <a:gd name="sw" fmla="*/ 1 w 4215"/>
                <a:gd name="sh" fmla="*/ 1 h 240"/>
                <a:gd name="mins" fmla="min sw sh"/>
                <a:gd name="dsw" fmla="+- 0 sw mins"/>
                <a:gd name="dsh" fmla="+- 0 sh mins"/>
                <a:gd name="p0x0" fmla="*/ 240 w 4215"/>
                <a:gd name="p0y0" fmla="*/ 0 h 240"/>
                <a:gd name="p0x1" fmla="*/ 3975 w 4215"/>
                <a:gd name="p0y1" fmla="*/ 0 h 240"/>
                <a:gd name="p0x2" fmla="*/ 4107 w 4215"/>
                <a:gd name="p0y2" fmla="*/ 0 h 240"/>
                <a:gd name="p0x3" fmla="*/ 4215 w 4215"/>
                <a:gd name="p0y3" fmla="*/ 107 h 240"/>
                <a:gd name="p0x4" fmla="*/ 4215 w 4215"/>
                <a:gd name="p0y4" fmla="*/ 240 h 240"/>
                <a:gd name="p0x5" fmla="*/ 4215 w 4215"/>
                <a:gd name="p0y5" fmla="*/ 157 h 240"/>
                <a:gd name="p0x6" fmla="*/ 4107 w 4215"/>
                <a:gd name="p0y6" fmla="*/ 90 h 240"/>
                <a:gd name="p0x7" fmla="*/ 3975 w 4215"/>
                <a:gd name="p0y7" fmla="*/ 90 h 240"/>
                <a:gd name="p0x8" fmla="*/ 240 w 4215"/>
                <a:gd name="p0y8" fmla="*/ 90 h 240"/>
                <a:gd name="p0x9" fmla="*/ 107 w 4215"/>
                <a:gd name="p0y9" fmla="*/ 90 h 240"/>
                <a:gd name="p0x10" fmla="*/ 0 w 4215"/>
                <a:gd name="p0y10" fmla="*/ 157 h 240"/>
                <a:gd name="p0x11" fmla="*/ 0 w 4215"/>
                <a:gd name="p0y11" fmla="*/ 240 h 240"/>
                <a:gd name="p0x12" fmla="*/ 0 w 4215"/>
                <a:gd name="p0y12" fmla="*/ 107 h 240"/>
                <a:gd name="p0x13" fmla="*/ 107 w 4215"/>
                <a:gd name="p0y13" fmla="*/ 0 h 240"/>
                <a:gd name="p0x14" fmla="*/ 240 w 4215"/>
                <a:gd name="p0y14" fmla="*/ 0 h 2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53" name="组合 152"/>
          <p:cNvGrpSpPr/>
          <p:nvPr/>
        </p:nvGrpSpPr>
        <p:grpSpPr>
          <a:xfrm>
            <a:off x="6191250" y="1295400"/>
            <a:ext cx="2675890" cy="980440"/>
            <a:chOff x="9750" y="2040"/>
            <a:chExt cx="4214" cy="1544"/>
          </a:xfrm>
        </p:grpSpPr>
        <p:sp>
          <p:nvSpPr>
            <p:cNvPr id="75" name="任意多边形 74"/>
            <p:cNvSpPr/>
            <p:nvPr>
              <p:custDataLst>
                <p:tags r:id="rId65"/>
              </p:custDataLst>
            </p:nvPr>
          </p:nvSpPr>
          <p:spPr>
            <a:xfrm>
              <a:off x="9750" y="2040"/>
              <a:ext cx="4215" cy="1545"/>
            </a:xfrm>
            <a:custGeom>
              <a:avLst/>
              <a:gdLst>
                <a:gd name="sw" fmla="*/ 1 w 4215"/>
                <a:gd name="sh" fmla="*/ 1 h 1545"/>
                <a:gd name="mins" fmla="min sw sh"/>
                <a:gd name="dsw" fmla="+- 0 sw mins"/>
                <a:gd name="dsh" fmla="+- 0 sh mins"/>
                <a:gd name="p0x0" fmla="*/ 0 w 4215"/>
                <a:gd name="p0y0" fmla="*/ 0 h 1545"/>
                <a:gd name="p0x1" fmla="*/ 4215 w 4215"/>
                <a:gd name="p0y1" fmla="*/ 0 h 1545"/>
                <a:gd name="p0x2" fmla="*/ 4215 w 4215"/>
                <a:gd name="p0y2" fmla="*/ 1545 h 1545"/>
                <a:gd name="p0x3" fmla="*/ 0 w 4215"/>
                <a:gd name="p0y3" fmla="*/ 1545 h 1545"/>
                <a:gd name="p0x4" fmla="*/ 0 w 4215"/>
                <a:gd name="p0y4" fmla="*/ 0 h 1545"/>
              </a:gdLst>
              <a:ahLst/>
              <a:cxnLst/>
              <a:pathLst>
                <a:path w="4215" h="1545">
                  <a:moveTo>
                    <a:pt x="240" y="0"/>
                  </a:moveTo>
                  <a:lnTo>
                    <a:pt x="3975" y="0"/>
                  </a:lnTo>
                  <a:cubicBezTo>
                    <a:pt x="4108" y="0"/>
                    <a:pt x="4215" y="107"/>
                    <a:pt x="4215" y="240"/>
                  </a:cubicBezTo>
                  <a:lnTo>
                    <a:pt x="4215" y="1545"/>
                  </a:lnTo>
                  <a:lnTo>
                    <a:pt x="0" y="1545"/>
                  </a:lnTo>
                  <a:lnTo>
                    <a:pt x="0" y="240"/>
                  </a:lnTo>
                  <a:cubicBezTo>
                    <a:pt x="0" y="107"/>
                    <a:pt x="107" y="0"/>
                    <a:pt x="240" y="0"/>
                  </a:cubicBez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76" name="任意多边形 75"/>
            <p:cNvSpPr/>
            <p:nvPr>
              <p:custDataLst>
                <p:tags r:id="rId66"/>
              </p:custDataLst>
            </p:nvPr>
          </p:nvSpPr>
          <p:spPr>
            <a:xfrm>
              <a:off x="9750" y="3570"/>
              <a:ext cx="4215" cy="15"/>
            </a:xfrm>
            <a:custGeom>
              <a:avLst/>
              <a:gdLst>
                <a:gd name="sw" fmla="*/ 1 w 4215"/>
                <a:gd name="sh" fmla="*/ 1 h 15"/>
                <a:gd name="mins" fmla="min sw sh"/>
                <a:gd name="dsw" fmla="+- 0 sw mins"/>
                <a:gd name="dsh" fmla="+- 0 sh mins"/>
                <a:gd name="p0x0" fmla="*/ 4215 w 4215"/>
                <a:gd name="p0y0" fmla="*/ 15 h 15"/>
                <a:gd name="p0x1" fmla="*/ 0 w 4215"/>
                <a:gd name="p0y1" fmla="*/ 15 h 15"/>
                <a:gd name="p0x2" fmla="*/ 0 w 4215"/>
                <a:gd name="p0y2" fmla="*/ 0 h 15"/>
                <a:gd name="p0x3" fmla="*/ 4215 w 4215"/>
                <a:gd name="p0y3" fmla="*/ 0 h 15"/>
                <a:gd name="p0x4" fmla="*/ 4215 w 4215"/>
                <a:gd name="p0y4" fmla="*/ 15 h 15"/>
              </a:gdLst>
              <a:ahLst/>
              <a:cxnLst/>
              <a:pathLst>
                <a:path w="4215" h="15">
                  <a:moveTo>
                    <a:pt x="4215" y="0"/>
                  </a:moveTo>
                  <a:lnTo>
                    <a:pt x="4215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4215" y="0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78" name="任意多边形 77"/>
          <p:cNvSpPr/>
          <p:nvPr>
            <p:custDataLst>
              <p:tags r:id="rId67"/>
            </p:custDataLst>
          </p:nvPr>
        </p:nvSpPr>
        <p:spPr>
          <a:xfrm>
            <a:off x="6419850" y="1619250"/>
            <a:ext cx="415290" cy="419100"/>
          </a:xfrm>
          <a:custGeom>
            <a:avLst/>
            <a:gdLst>
              <a:gd name="sw" fmla="*/ 1 w 654"/>
              <a:gd name="sh" fmla="*/ 1 h 660"/>
              <a:gd name="mins" fmla="min sw sh"/>
              <a:gd name="dsw" fmla="+- 0 sw mins"/>
              <a:gd name="dsh" fmla="+- 0 sh mins"/>
              <a:gd name="p0x0" fmla="*/ 180 w 654"/>
              <a:gd name="p0y0" fmla="*/ 0 h 660"/>
              <a:gd name="p0x1" fmla="*/ 474 w 654"/>
              <a:gd name="p0y1" fmla="*/ 0 h 660"/>
              <a:gd name="p0x2" fmla="*/ 573 w 654"/>
              <a:gd name="p0y2" fmla="*/ 0 h 660"/>
              <a:gd name="p0x3" fmla="*/ 654 w 654"/>
              <a:gd name="p0y3" fmla="*/ 80 h 660"/>
              <a:gd name="p0x4" fmla="*/ 654 w 654"/>
              <a:gd name="p0y4" fmla="*/ 180 h 660"/>
              <a:gd name="p0x5" fmla="*/ 654 w 654"/>
              <a:gd name="p0y5" fmla="*/ 480 h 660"/>
              <a:gd name="p0x6" fmla="*/ 654 w 654"/>
              <a:gd name="p0y6" fmla="*/ 579 h 660"/>
              <a:gd name="p0x7" fmla="*/ 573 w 654"/>
              <a:gd name="p0y7" fmla="*/ 660 h 660"/>
              <a:gd name="p0x8" fmla="*/ 474 w 654"/>
              <a:gd name="p0y8" fmla="*/ 660 h 660"/>
              <a:gd name="p0x9" fmla="*/ 180 w 654"/>
              <a:gd name="p0y9" fmla="*/ 660 h 660"/>
              <a:gd name="p0x10" fmla="*/ 80 w 654"/>
              <a:gd name="p0y10" fmla="*/ 660 h 660"/>
              <a:gd name="p0x11" fmla="*/ 0 w 654"/>
              <a:gd name="p0y11" fmla="*/ 579 h 660"/>
              <a:gd name="p0x12" fmla="*/ 0 w 654"/>
              <a:gd name="p0y12" fmla="*/ 480 h 660"/>
              <a:gd name="p0x13" fmla="*/ 0 w 654"/>
              <a:gd name="p0y13" fmla="*/ 180 h 660"/>
              <a:gd name="p0x14" fmla="*/ 0 w 654"/>
              <a:gd name="p0y14" fmla="*/ 80 h 660"/>
              <a:gd name="p0x15" fmla="*/ 80 w 654"/>
              <a:gd name="p0y15" fmla="*/ 0 h 660"/>
              <a:gd name="p0x16" fmla="*/ 180 w 654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6B6D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9" name="图片 78"/>
          <p:cNvPicPr>
            <a:picLocks noChangeAspect="1"/>
          </p:cNvPicPr>
          <p:nvPr>
            <p:custDataLst>
              <p:tags r:id="rId68"/>
            </p:custDataLst>
          </p:nvPr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rcRect l="-1569" t="-2500" r="-1569" b="-2500"/>
          <a:stretch>
            <a:fillRect/>
          </a:stretch>
        </p:blipFill>
        <p:spPr>
          <a:xfrm>
            <a:off x="6543675" y="1728470"/>
            <a:ext cx="167005" cy="200025"/>
          </a:xfrm>
          <a:prstGeom prst="rect">
            <a:avLst/>
          </a:prstGeom>
        </p:spPr>
      </p:pic>
      <p:sp>
        <p:nvSpPr>
          <p:cNvPr id="80" name="文本框 79"/>
          <p:cNvSpPr txBox="1"/>
          <p:nvPr>
            <p:custDataLst>
              <p:tags r:id="rId71"/>
            </p:custDataLst>
          </p:nvPr>
        </p:nvSpPr>
        <p:spPr>
          <a:xfrm>
            <a:off x="6949459" y="1524000"/>
            <a:ext cx="1689716" cy="609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第三步：定</a:t>
            </a:r>
            <a:r>
              <a:rPr lang="en-US" altLang="zh-CN"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r>
              <a:rPr lang="en-US" altLang="zh-CN"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lang="en-US" altLang="zh-CN" sz="165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54" name="组合 153"/>
          <p:cNvGrpSpPr/>
          <p:nvPr/>
        </p:nvGrpSpPr>
        <p:grpSpPr>
          <a:xfrm>
            <a:off x="6419850" y="2505075"/>
            <a:ext cx="2218690" cy="795020"/>
            <a:chOff x="10110" y="3945"/>
            <a:chExt cx="3494" cy="1252"/>
          </a:xfrm>
        </p:grpSpPr>
        <p:sp>
          <p:nvSpPr>
            <p:cNvPr id="81" name="任意多边形 80"/>
            <p:cNvSpPr/>
            <p:nvPr>
              <p:custDataLst>
                <p:tags r:id="rId72"/>
              </p:custDataLst>
            </p:nvPr>
          </p:nvSpPr>
          <p:spPr>
            <a:xfrm>
              <a:off x="10110" y="3945"/>
              <a:ext cx="3495" cy="1253"/>
            </a:xfrm>
            <a:custGeom>
              <a:avLst/>
              <a:gdLst>
                <a:gd name="sw" fmla="*/ 1 w 3495"/>
                <a:gd name="sh" fmla="*/ 1 h 1253"/>
                <a:gd name="mins" fmla="min sw sh"/>
                <a:gd name="dsw" fmla="+- 0 sw mins"/>
                <a:gd name="dsh" fmla="+- 0 sh mins"/>
                <a:gd name="p0x0" fmla="*/ 120 w 3495"/>
                <a:gd name="p0y0" fmla="*/ 0 h 1253"/>
                <a:gd name="p0x1" fmla="*/ 3375 w 3495"/>
                <a:gd name="p0y1" fmla="*/ 0 h 1253"/>
                <a:gd name="p0x2" fmla="*/ 3441 w 3495"/>
                <a:gd name="p0y2" fmla="*/ 0 h 1253"/>
                <a:gd name="p0x3" fmla="*/ 3495 w 3495"/>
                <a:gd name="p0y3" fmla="*/ 53 h 1253"/>
                <a:gd name="p0x4" fmla="*/ 3495 w 3495"/>
                <a:gd name="p0y4" fmla="*/ 120 h 1253"/>
                <a:gd name="p0x5" fmla="*/ 3495 w 3495"/>
                <a:gd name="p0y5" fmla="*/ 1133 h 1253"/>
                <a:gd name="p0x6" fmla="*/ 3495 w 3495"/>
                <a:gd name="p0y6" fmla="*/ 1200 h 1253"/>
                <a:gd name="p0x7" fmla="*/ 3441 w 3495"/>
                <a:gd name="p0y7" fmla="*/ 1253 h 1253"/>
                <a:gd name="p0x8" fmla="*/ 3375 w 3495"/>
                <a:gd name="p0y8" fmla="*/ 1253 h 1253"/>
                <a:gd name="p0x9" fmla="*/ 120 w 3495"/>
                <a:gd name="p0y9" fmla="*/ 1253 h 1253"/>
                <a:gd name="p0x10" fmla="*/ 53 w 3495"/>
                <a:gd name="p0y10" fmla="*/ 1253 h 1253"/>
                <a:gd name="p0x11" fmla="*/ 0 w 3495"/>
                <a:gd name="p0y11" fmla="*/ 1200 h 1253"/>
                <a:gd name="p0x12" fmla="*/ 0 w 3495"/>
                <a:gd name="p0y12" fmla="*/ 1133 h 1253"/>
                <a:gd name="p0x13" fmla="*/ 0 w 3495"/>
                <a:gd name="p0y13" fmla="*/ 120 h 1253"/>
                <a:gd name="p0x14" fmla="*/ 0 w 3495"/>
                <a:gd name="p0y14" fmla="*/ 53 h 1253"/>
                <a:gd name="p0x15" fmla="*/ 53 w 3495"/>
                <a:gd name="p0y15" fmla="*/ 0 h 1253"/>
                <a:gd name="p0x16" fmla="*/ 120 w 3495"/>
                <a:gd name="p0y16" fmla="*/ 0 h 125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ECFE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2" name="任意多边形 81"/>
            <p:cNvSpPr/>
            <p:nvPr>
              <p:custDataLst>
                <p:tags r:id="rId73"/>
              </p:custDataLst>
            </p:nvPr>
          </p:nvSpPr>
          <p:spPr>
            <a:xfrm>
              <a:off x="10110" y="3945"/>
              <a:ext cx="120" cy="1253"/>
            </a:xfrm>
            <a:custGeom>
              <a:avLst/>
              <a:gdLst>
                <a:gd name="sw" fmla="*/ 1 w 120"/>
                <a:gd name="sh" fmla="*/ 1 h 1253"/>
                <a:gd name="mins" fmla="min sw sh"/>
                <a:gd name="dsw" fmla="+- 0 sw mins"/>
                <a:gd name="dsh" fmla="+- 0 sh mins"/>
                <a:gd name="p0x0" fmla="*/ 0 w 120"/>
                <a:gd name="p0y0" fmla="*/ 1133 h 1253"/>
                <a:gd name="p0x1" fmla="*/ 0 w 120"/>
                <a:gd name="p0y1" fmla="*/ 120 h 1253"/>
                <a:gd name="p0x2" fmla="*/ 0 w 120"/>
                <a:gd name="p0y2" fmla="*/ 53 h 1253"/>
                <a:gd name="p0x3" fmla="*/ 53 w 120"/>
                <a:gd name="p0y3" fmla="*/ 0 h 1253"/>
                <a:gd name="p0x4" fmla="*/ 120 w 120"/>
                <a:gd name="p0y4" fmla="*/ 0 h 1253"/>
                <a:gd name="p0x5" fmla="*/ 78 w 120"/>
                <a:gd name="p0y5" fmla="*/ 0 h 1253"/>
                <a:gd name="p0x6" fmla="*/ 45 w 120"/>
                <a:gd name="p0y6" fmla="*/ 53 h 1253"/>
                <a:gd name="p0x7" fmla="*/ 45 w 120"/>
                <a:gd name="p0y7" fmla="*/ 120 h 1253"/>
                <a:gd name="p0x8" fmla="*/ 45 w 120"/>
                <a:gd name="p0y8" fmla="*/ 1133 h 1253"/>
                <a:gd name="p0x9" fmla="*/ 45 w 120"/>
                <a:gd name="p0y9" fmla="*/ 1200 h 1253"/>
                <a:gd name="p0x10" fmla="*/ 78 w 120"/>
                <a:gd name="p0y10" fmla="*/ 1253 h 1253"/>
                <a:gd name="p0x11" fmla="*/ 120 w 120"/>
                <a:gd name="p0y11" fmla="*/ 1253 h 1253"/>
                <a:gd name="p0x12" fmla="*/ 53 w 120"/>
                <a:gd name="p0y12" fmla="*/ 1253 h 1253"/>
                <a:gd name="p0x13" fmla="*/ 0 w 120"/>
                <a:gd name="p0y13" fmla="*/ 1200 h 1253"/>
                <a:gd name="p0x14" fmla="*/ 0 w 120"/>
                <a:gd name="p0y14" fmla="*/ 1133 h 125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84" name="图片 83"/>
          <p:cNvPicPr>
            <a:picLocks noChangeAspect="1"/>
          </p:cNvPicPr>
          <p:nvPr>
            <p:custDataLst>
              <p:tags r:id="rId7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2593" t="-45556" r="-2593" b="-45556"/>
          <a:stretch>
            <a:fillRect/>
          </a:stretch>
        </p:blipFill>
        <p:spPr>
          <a:xfrm>
            <a:off x="6562725" y="2667000"/>
            <a:ext cx="90170" cy="109220"/>
          </a:xfrm>
          <a:prstGeom prst="rect">
            <a:avLst/>
          </a:prstGeom>
        </p:spPr>
      </p:pic>
      <p:sp>
        <p:nvSpPr>
          <p:cNvPr id="85" name="文本框 84"/>
          <p:cNvSpPr txBox="1"/>
          <p:nvPr>
            <p:custDataLst>
              <p:tags r:id="rId75"/>
            </p:custDataLst>
          </p:nvPr>
        </p:nvSpPr>
        <p:spPr>
          <a:xfrm>
            <a:off x="6710363" y="2619375"/>
            <a:ext cx="1814513" cy="2095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1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对话式应用</a:t>
            </a:r>
            <a:endParaRPr sz="112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文本框 85"/>
          <p:cNvSpPr txBox="1"/>
          <p:nvPr>
            <p:custDataLst>
              <p:tags r:id="rId76"/>
            </p:custDataLst>
          </p:nvPr>
        </p:nvSpPr>
        <p:spPr>
          <a:xfrm>
            <a:off x="6562725" y="2850833"/>
            <a:ext cx="1962150" cy="34953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选择即时问答、交互式助手等轻量级方案，快速部署上线。</a:t>
            </a:r>
            <a:endParaRPr sz="9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55" name="组合 154"/>
          <p:cNvGrpSpPr/>
          <p:nvPr/>
        </p:nvGrpSpPr>
        <p:grpSpPr>
          <a:xfrm>
            <a:off x="6419850" y="3462020"/>
            <a:ext cx="2218690" cy="795020"/>
            <a:chOff x="10110" y="5452"/>
            <a:chExt cx="3494" cy="1252"/>
          </a:xfrm>
        </p:grpSpPr>
        <p:sp>
          <p:nvSpPr>
            <p:cNvPr id="87" name="任意多边形 86"/>
            <p:cNvSpPr/>
            <p:nvPr>
              <p:custDataLst>
                <p:tags r:id="rId77"/>
              </p:custDataLst>
            </p:nvPr>
          </p:nvSpPr>
          <p:spPr>
            <a:xfrm>
              <a:off x="10110" y="5452"/>
              <a:ext cx="3495" cy="1253"/>
            </a:xfrm>
            <a:custGeom>
              <a:avLst/>
              <a:gdLst>
                <a:gd name="sw" fmla="*/ 1 w 3495"/>
                <a:gd name="sh" fmla="*/ 1 h 1253"/>
                <a:gd name="mins" fmla="min sw sh"/>
                <a:gd name="dsw" fmla="+- 0 sw mins"/>
                <a:gd name="dsh" fmla="+- 0 sh mins"/>
                <a:gd name="p0x0" fmla="*/ 120 w 3495"/>
                <a:gd name="p0y0" fmla="*/ 0 h 1253"/>
                <a:gd name="p0x1" fmla="*/ 3375 w 3495"/>
                <a:gd name="p0y1" fmla="*/ 0 h 1253"/>
                <a:gd name="p0x2" fmla="*/ 3441 w 3495"/>
                <a:gd name="p0y2" fmla="*/ 0 h 1253"/>
                <a:gd name="p0x3" fmla="*/ 3495 w 3495"/>
                <a:gd name="p0y3" fmla="*/ 53 h 1253"/>
                <a:gd name="p0x4" fmla="*/ 3495 w 3495"/>
                <a:gd name="p0y4" fmla="*/ 120 h 1253"/>
                <a:gd name="p0x5" fmla="*/ 3495 w 3495"/>
                <a:gd name="p0y5" fmla="*/ 1133 h 1253"/>
                <a:gd name="p0x6" fmla="*/ 3495 w 3495"/>
                <a:gd name="p0y6" fmla="*/ 1200 h 1253"/>
                <a:gd name="p0x7" fmla="*/ 3441 w 3495"/>
                <a:gd name="p0y7" fmla="*/ 1253 h 1253"/>
                <a:gd name="p0x8" fmla="*/ 3375 w 3495"/>
                <a:gd name="p0y8" fmla="*/ 1253 h 1253"/>
                <a:gd name="p0x9" fmla="*/ 120 w 3495"/>
                <a:gd name="p0y9" fmla="*/ 1253 h 1253"/>
                <a:gd name="p0x10" fmla="*/ 53 w 3495"/>
                <a:gd name="p0y10" fmla="*/ 1253 h 1253"/>
                <a:gd name="p0x11" fmla="*/ 0 w 3495"/>
                <a:gd name="p0y11" fmla="*/ 1200 h 1253"/>
                <a:gd name="p0x12" fmla="*/ 0 w 3495"/>
                <a:gd name="p0y12" fmla="*/ 1133 h 1253"/>
                <a:gd name="p0x13" fmla="*/ 0 w 3495"/>
                <a:gd name="p0y13" fmla="*/ 120 h 1253"/>
                <a:gd name="p0x14" fmla="*/ 0 w 3495"/>
                <a:gd name="p0y14" fmla="*/ 53 h 1253"/>
                <a:gd name="p0x15" fmla="*/ 53 w 3495"/>
                <a:gd name="p0y15" fmla="*/ 0 h 1253"/>
                <a:gd name="p0x16" fmla="*/ 120 w 3495"/>
                <a:gd name="p0y16" fmla="*/ 0 h 125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ECFE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8" name="任意多边形 87"/>
            <p:cNvSpPr/>
            <p:nvPr>
              <p:custDataLst>
                <p:tags r:id="rId78"/>
              </p:custDataLst>
            </p:nvPr>
          </p:nvSpPr>
          <p:spPr>
            <a:xfrm>
              <a:off x="10110" y="5452"/>
              <a:ext cx="120" cy="1253"/>
            </a:xfrm>
            <a:custGeom>
              <a:avLst/>
              <a:gdLst>
                <a:gd name="sw" fmla="*/ 1 w 120"/>
                <a:gd name="sh" fmla="*/ 1 h 1253"/>
                <a:gd name="mins" fmla="min sw sh"/>
                <a:gd name="dsw" fmla="+- 0 sw mins"/>
                <a:gd name="dsh" fmla="+- 0 sh mins"/>
                <a:gd name="p0x0" fmla="*/ 0 w 120"/>
                <a:gd name="p0y0" fmla="*/ 1133 h 1253"/>
                <a:gd name="p0x1" fmla="*/ 0 w 120"/>
                <a:gd name="p0y1" fmla="*/ 120 h 1253"/>
                <a:gd name="p0x2" fmla="*/ 0 w 120"/>
                <a:gd name="p0y2" fmla="*/ 53 h 1253"/>
                <a:gd name="p0x3" fmla="*/ 53 w 120"/>
                <a:gd name="p0y3" fmla="*/ 0 h 1253"/>
                <a:gd name="p0x4" fmla="*/ 120 w 120"/>
                <a:gd name="p0y4" fmla="*/ 0 h 1253"/>
                <a:gd name="p0x5" fmla="*/ 78 w 120"/>
                <a:gd name="p0y5" fmla="*/ 0 h 1253"/>
                <a:gd name="p0x6" fmla="*/ 45 w 120"/>
                <a:gd name="p0y6" fmla="*/ 53 h 1253"/>
                <a:gd name="p0x7" fmla="*/ 45 w 120"/>
                <a:gd name="p0y7" fmla="*/ 120 h 1253"/>
                <a:gd name="p0x8" fmla="*/ 45 w 120"/>
                <a:gd name="p0y8" fmla="*/ 1133 h 1253"/>
                <a:gd name="p0x9" fmla="*/ 45 w 120"/>
                <a:gd name="p0y9" fmla="*/ 1200 h 1253"/>
                <a:gd name="p0x10" fmla="*/ 78 w 120"/>
                <a:gd name="p0y10" fmla="*/ 1253 h 1253"/>
                <a:gd name="p0x11" fmla="*/ 120 w 120"/>
                <a:gd name="p0y11" fmla="*/ 1253 h 1253"/>
                <a:gd name="p0x12" fmla="*/ 53 w 120"/>
                <a:gd name="p0y12" fmla="*/ 1253 h 1253"/>
                <a:gd name="p0x13" fmla="*/ 0 w 120"/>
                <a:gd name="p0y13" fmla="*/ 1200 h 1253"/>
                <a:gd name="p0x14" fmla="*/ 0 w 120"/>
                <a:gd name="p0y14" fmla="*/ 1133 h 125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90" name="图片 89"/>
          <p:cNvPicPr>
            <a:picLocks noChangeAspect="1"/>
          </p:cNvPicPr>
          <p:nvPr>
            <p:custDataLst>
              <p:tags r:id="rId79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2593" t="-45556" r="-2593" b="-45556"/>
          <a:stretch>
            <a:fillRect/>
          </a:stretch>
        </p:blipFill>
        <p:spPr>
          <a:xfrm>
            <a:off x="6562725" y="3623945"/>
            <a:ext cx="90170" cy="109220"/>
          </a:xfrm>
          <a:prstGeom prst="rect">
            <a:avLst/>
          </a:prstGeom>
        </p:spPr>
      </p:pic>
      <p:sp>
        <p:nvSpPr>
          <p:cNvPr id="91" name="文本框 90"/>
          <p:cNvSpPr txBox="1"/>
          <p:nvPr>
            <p:custDataLst>
              <p:tags r:id="rId80"/>
            </p:custDataLst>
          </p:nvPr>
        </p:nvSpPr>
        <p:spPr>
          <a:xfrm>
            <a:off x="6710363" y="3576342"/>
            <a:ext cx="1814513" cy="2095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1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智能体方案</a:t>
            </a:r>
            <a:endParaRPr sz="112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文本框 91"/>
          <p:cNvSpPr txBox="1"/>
          <p:nvPr>
            <p:custDataLst>
              <p:tags r:id="rId81"/>
            </p:custDataLst>
          </p:nvPr>
        </p:nvSpPr>
        <p:spPr>
          <a:xfrm>
            <a:off x="6562725" y="3807800"/>
            <a:ext cx="1962150" cy="34953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zh-CN" altLang="en-US"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构建具备规划、记忆、工具调用能力的自主</a:t>
            </a:r>
            <a:r>
              <a:rPr lang="en-US" altLang="zh-CN"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r>
              <a:rPr lang="zh-CN" altLang="en-US"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工作流。</a:t>
            </a:r>
            <a:endParaRPr lang="zh-CN" altLang="en-US" sz="9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56" name="组合 155"/>
          <p:cNvGrpSpPr/>
          <p:nvPr/>
        </p:nvGrpSpPr>
        <p:grpSpPr>
          <a:xfrm>
            <a:off x="6419850" y="4418965"/>
            <a:ext cx="2218690" cy="795020"/>
            <a:chOff x="10110" y="6959"/>
            <a:chExt cx="3494" cy="1252"/>
          </a:xfrm>
        </p:grpSpPr>
        <p:sp>
          <p:nvSpPr>
            <p:cNvPr id="93" name="任意多边形 92"/>
            <p:cNvSpPr/>
            <p:nvPr>
              <p:custDataLst>
                <p:tags r:id="rId82"/>
              </p:custDataLst>
            </p:nvPr>
          </p:nvSpPr>
          <p:spPr>
            <a:xfrm>
              <a:off x="10110" y="6959"/>
              <a:ext cx="3495" cy="1253"/>
            </a:xfrm>
            <a:custGeom>
              <a:avLst/>
              <a:gdLst>
                <a:gd name="sw" fmla="*/ 1 w 3495"/>
                <a:gd name="sh" fmla="*/ 1 h 1253"/>
                <a:gd name="mins" fmla="min sw sh"/>
                <a:gd name="dsw" fmla="+- 0 sw mins"/>
                <a:gd name="dsh" fmla="+- 0 sh mins"/>
                <a:gd name="p0x0" fmla="*/ 120 w 3495"/>
                <a:gd name="p0y0" fmla="*/ 0 h 1253"/>
                <a:gd name="p0x1" fmla="*/ 3375 w 3495"/>
                <a:gd name="p0y1" fmla="*/ 0 h 1253"/>
                <a:gd name="p0x2" fmla="*/ 3441 w 3495"/>
                <a:gd name="p0y2" fmla="*/ 0 h 1253"/>
                <a:gd name="p0x3" fmla="*/ 3495 w 3495"/>
                <a:gd name="p0y3" fmla="*/ 53 h 1253"/>
                <a:gd name="p0x4" fmla="*/ 3495 w 3495"/>
                <a:gd name="p0y4" fmla="*/ 120 h 1253"/>
                <a:gd name="p0x5" fmla="*/ 3495 w 3495"/>
                <a:gd name="p0y5" fmla="*/ 1133 h 1253"/>
                <a:gd name="p0x6" fmla="*/ 3495 w 3495"/>
                <a:gd name="p0y6" fmla="*/ 1200 h 1253"/>
                <a:gd name="p0x7" fmla="*/ 3441 w 3495"/>
                <a:gd name="p0y7" fmla="*/ 1253 h 1253"/>
                <a:gd name="p0x8" fmla="*/ 3375 w 3495"/>
                <a:gd name="p0y8" fmla="*/ 1253 h 1253"/>
                <a:gd name="p0x9" fmla="*/ 120 w 3495"/>
                <a:gd name="p0y9" fmla="*/ 1253 h 1253"/>
                <a:gd name="p0x10" fmla="*/ 53 w 3495"/>
                <a:gd name="p0y10" fmla="*/ 1253 h 1253"/>
                <a:gd name="p0x11" fmla="*/ 0 w 3495"/>
                <a:gd name="p0y11" fmla="*/ 1200 h 1253"/>
                <a:gd name="p0x12" fmla="*/ 0 w 3495"/>
                <a:gd name="p0y12" fmla="*/ 1133 h 1253"/>
                <a:gd name="p0x13" fmla="*/ 0 w 3495"/>
                <a:gd name="p0y13" fmla="*/ 120 h 1253"/>
                <a:gd name="p0x14" fmla="*/ 0 w 3495"/>
                <a:gd name="p0y14" fmla="*/ 53 h 1253"/>
                <a:gd name="p0x15" fmla="*/ 53 w 3495"/>
                <a:gd name="p0y15" fmla="*/ 0 h 1253"/>
                <a:gd name="p0x16" fmla="*/ 120 w 3495"/>
                <a:gd name="p0y16" fmla="*/ 0 h 125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ECFE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4" name="任意多边形 93"/>
            <p:cNvSpPr/>
            <p:nvPr>
              <p:custDataLst>
                <p:tags r:id="rId83"/>
              </p:custDataLst>
            </p:nvPr>
          </p:nvSpPr>
          <p:spPr>
            <a:xfrm>
              <a:off x="10110" y="6959"/>
              <a:ext cx="120" cy="1253"/>
            </a:xfrm>
            <a:custGeom>
              <a:avLst/>
              <a:gdLst>
                <a:gd name="sw" fmla="*/ 1 w 120"/>
                <a:gd name="sh" fmla="*/ 1 h 1253"/>
                <a:gd name="mins" fmla="min sw sh"/>
                <a:gd name="dsw" fmla="+- 0 sw mins"/>
                <a:gd name="dsh" fmla="+- 0 sh mins"/>
                <a:gd name="p0x0" fmla="*/ 0 w 120"/>
                <a:gd name="p0y0" fmla="*/ 1133 h 1253"/>
                <a:gd name="p0x1" fmla="*/ 0 w 120"/>
                <a:gd name="p0y1" fmla="*/ 120 h 1253"/>
                <a:gd name="p0x2" fmla="*/ 0 w 120"/>
                <a:gd name="p0y2" fmla="*/ 53 h 1253"/>
                <a:gd name="p0x3" fmla="*/ 53 w 120"/>
                <a:gd name="p0y3" fmla="*/ 0 h 1253"/>
                <a:gd name="p0x4" fmla="*/ 120 w 120"/>
                <a:gd name="p0y4" fmla="*/ 0 h 1253"/>
                <a:gd name="p0x5" fmla="*/ 78 w 120"/>
                <a:gd name="p0y5" fmla="*/ 0 h 1253"/>
                <a:gd name="p0x6" fmla="*/ 45 w 120"/>
                <a:gd name="p0y6" fmla="*/ 53 h 1253"/>
                <a:gd name="p0x7" fmla="*/ 45 w 120"/>
                <a:gd name="p0y7" fmla="*/ 120 h 1253"/>
                <a:gd name="p0x8" fmla="*/ 45 w 120"/>
                <a:gd name="p0y8" fmla="*/ 1133 h 1253"/>
                <a:gd name="p0x9" fmla="*/ 45 w 120"/>
                <a:gd name="p0y9" fmla="*/ 1200 h 1253"/>
                <a:gd name="p0x10" fmla="*/ 78 w 120"/>
                <a:gd name="p0y10" fmla="*/ 1253 h 1253"/>
                <a:gd name="p0x11" fmla="*/ 120 w 120"/>
                <a:gd name="p0y11" fmla="*/ 1253 h 1253"/>
                <a:gd name="p0x12" fmla="*/ 53 w 120"/>
                <a:gd name="p0y12" fmla="*/ 1253 h 1253"/>
                <a:gd name="p0x13" fmla="*/ 0 w 120"/>
                <a:gd name="p0y13" fmla="*/ 1200 h 1253"/>
                <a:gd name="p0x14" fmla="*/ 0 w 120"/>
                <a:gd name="p0y14" fmla="*/ 1133 h 125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96" name="图片 95"/>
          <p:cNvPicPr>
            <a:picLocks noChangeAspect="1"/>
          </p:cNvPicPr>
          <p:nvPr>
            <p:custDataLst>
              <p:tags r:id="rId8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2593" t="-45556" r="-2593" b="-45556"/>
          <a:stretch>
            <a:fillRect/>
          </a:stretch>
        </p:blipFill>
        <p:spPr>
          <a:xfrm>
            <a:off x="6562725" y="4580890"/>
            <a:ext cx="90170" cy="109220"/>
          </a:xfrm>
          <a:prstGeom prst="rect">
            <a:avLst/>
          </a:prstGeom>
        </p:spPr>
      </p:pic>
      <p:sp>
        <p:nvSpPr>
          <p:cNvPr id="97" name="文本框 96"/>
          <p:cNvSpPr txBox="1"/>
          <p:nvPr>
            <p:custDataLst>
              <p:tags r:id="rId85"/>
            </p:custDataLst>
          </p:nvPr>
        </p:nvSpPr>
        <p:spPr>
          <a:xfrm>
            <a:off x="6710363" y="4533309"/>
            <a:ext cx="1814513" cy="2095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1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定制开发</a:t>
            </a:r>
            <a:endParaRPr sz="112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文本框 97"/>
          <p:cNvSpPr txBox="1"/>
          <p:nvPr>
            <p:custDataLst>
              <p:tags r:id="rId86"/>
            </p:custDataLst>
          </p:nvPr>
        </p:nvSpPr>
        <p:spPr>
          <a:xfrm>
            <a:off x="6562725" y="4764767"/>
            <a:ext cx="1962150" cy="34953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针对复杂业务逻辑进行私有化模型微调与系统深度集成。</a:t>
            </a:r>
            <a:endParaRPr sz="9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6419850" y="5375910"/>
            <a:ext cx="2218690" cy="795020"/>
            <a:chOff x="10110" y="8466"/>
            <a:chExt cx="3494" cy="1252"/>
          </a:xfrm>
        </p:grpSpPr>
        <p:sp>
          <p:nvSpPr>
            <p:cNvPr id="99" name="任意多边形 98"/>
            <p:cNvSpPr/>
            <p:nvPr>
              <p:custDataLst>
                <p:tags r:id="rId87"/>
              </p:custDataLst>
            </p:nvPr>
          </p:nvSpPr>
          <p:spPr>
            <a:xfrm>
              <a:off x="10110" y="8466"/>
              <a:ext cx="3495" cy="1253"/>
            </a:xfrm>
            <a:custGeom>
              <a:avLst/>
              <a:gdLst>
                <a:gd name="sw" fmla="*/ 1 w 3495"/>
                <a:gd name="sh" fmla="*/ 1 h 1253"/>
                <a:gd name="mins" fmla="min sw sh"/>
                <a:gd name="dsw" fmla="+- 0 sw mins"/>
                <a:gd name="dsh" fmla="+- 0 sh mins"/>
                <a:gd name="p0x0" fmla="*/ 120 w 3495"/>
                <a:gd name="p0y0" fmla="*/ 0 h 1253"/>
                <a:gd name="p0x1" fmla="*/ 3375 w 3495"/>
                <a:gd name="p0y1" fmla="*/ 0 h 1253"/>
                <a:gd name="p0x2" fmla="*/ 3441 w 3495"/>
                <a:gd name="p0y2" fmla="*/ 0 h 1253"/>
                <a:gd name="p0x3" fmla="*/ 3495 w 3495"/>
                <a:gd name="p0y3" fmla="*/ 53 h 1253"/>
                <a:gd name="p0x4" fmla="*/ 3495 w 3495"/>
                <a:gd name="p0y4" fmla="*/ 120 h 1253"/>
                <a:gd name="p0x5" fmla="*/ 3495 w 3495"/>
                <a:gd name="p0y5" fmla="*/ 1133 h 1253"/>
                <a:gd name="p0x6" fmla="*/ 3495 w 3495"/>
                <a:gd name="p0y6" fmla="*/ 1200 h 1253"/>
                <a:gd name="p0x7" fmla="*/ 3441 w 3495"/>
                <a:gd name="p0y7" fmla="*/ 1253 h 1253"/>
                <a:gd name="p0x8" fmla="*/ 3375 w 3495"/>
                <a:gd name="p0y8" fmla="*/ 1253 h 1253"/>
                <a:gd name="p0x9" fmla="*/ 120 w 3495"/>
                <a:gd name="p0y9" fmla="*/ 1253 h 1253"/>
                <a:gd name="p0x10" fmla="*/ 53 w 3495"/>
                <a:gd name="p0y10" fmla="*/ 1253 h 1253"/>
                <a:gd name="p0x11" fmla="*/ 0 w 3495"/>
                <a:gd name="p0y11" fmla="*/ 1200 h 1253"/>
                <a:gd name="p0x12" fmla="*/ 0 w 3495"/>
                <a:gd name="p0y12" fmla="*/ 1133 h 1253"/>
                <a:gd name="p0x13" fmla="*/ 0 w 3495"/>
                <a:gd name="p0y13" fmla="*/ 120 h 1253"/>
                <a:gd name="p0x14" fmla="*/ 0 w 3495"/>
                <a:gd name="p0y14" fmla="*/ 53 h 1253"/>
                <a:gd name="p0x15" fmla="*/ 53 w 3495"/>
                <a:gd name="p0y15" fmla="*/ 0 h 1253"/>
                <a:gd name="p0x16" fmla="*/ 120 w 3495"/>
                <a:gd name="p0y16" fmla="*/ 0 h 125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ECFE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0" name="任意多边形 99"/>
            <p:cNvSpPr/>
            <p:nvPr>
              <p:custDataLst>
                <p:tags r:id="rId88"/>
              </p:custDataLst>
            </p:nvPr>
          </p:nvSpPr>
          <p:spPr>
            <a:xfrm>
              <a:off x="10110" y="8466"/>
              <a:ext cx="120" cy="1253"/>
            </a:xfrm>
            <a:custGeom>
              <a:avLst/>
              <a:gdLst>
                <a:gd name="sw" fmla="*/ 1 w 120"/>
                <a:gd name="sh" fmla="*/ 1 h 1253"/>
                <a:gd name="mins" fmla="min sw sh"/>
                <a:gd name="dsw" fmla="+- 0 sw mins"/>
                <a:gd name="dsh" fmla="+- 0 sh mins"/>
                <a:gd name="p0x0" fmla="*/ 0 w 120"/>
                <a:gd name="p0y0" fmla="*/ 1133 h 1253"/>
                <a:gd name="p0x1" fmla="*/ 0 w 120"/>
                <a:gd name="p0y1" fmla="*/ 120 h 1253"/>
                <a:gd name="p0x2" fmla="*/ 0 w 120"/>
                <a:gd name="p0y2" fmla="*/ 53 h 1253"/>
                <a:gd name="p0x3" fmla="*/ 53 w 120"/>
                <a:gd name="p0y3" fmla="*/ 0 h 1253"/>
                <a:gd name="p0x4" fmla="*/ 120 w 120"/>
                <a:gd name="p0y4" fmla="*/ 0 h 1253"/>
                <a:gd name="p0x5" fmla="*/ 78 w 120"/>
                <a:gd name="p0y5" fmla="*/ 0 h 1253"/>
                <a:gd name="p0x6" fmla="*/ 45 w 120"/>
                <a:gd name="p0y6" fmla="*/ 53 h 1253"/>
                <a:gd name="p0x7" fmla="*/ 45 w 120"/>
                <a:gd name="p0y7" fmla="*/ 120 h 1253"/>
                <a:gd name="p0x8" fmla="*/ 45 w 120"/>
                <a:gd name="p0y8" fmla="*/ 1133 h 1253"/>
                <a:gd name="p0x9" fmla="*/ 45 w 120"/>
                <a:gd name="p0y9" fmla="*/ 1200 h 1253"/>
                <a:gd name="p0x10" fmla="*/ 78 w 120"/>
                <a:gd name="p0y10" fmla="*/ 1253 h 1253"/>
                <a:gd name="p0x11" fmla="*/ 120 w 120"/>
                <a:gd name="p0y11" fmla="*/ 1253 h 1253"/>
                <a:gd name="p0x12" fmla="*/ 53 w 120"/>
                <a:gd name="p0y12" fmla="*/ 1253 h 1253"/>
                <a:gd name="p0x13" fmla="*/ 0 w 120"/>
                <a:gd name="p0y13" fmla="*/ 1200 h 1253"/>
                <a:gd name="p0x14" fmla="*/ 0 w 120"/>
                <a:gd name="p0y14" fmla="*/ 1133 h 125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02" name="图片 101"/>
          <p:cNvPicPr>
            <a:picLocks noChangeAspect="1"/>
          </p:cNvPicPr>
          <p:nvPr>
            <p:custDataLst>
              <p:tags r:id="rId89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2593" t="-45556" r="-2593" b="-45556"/>
          <a:stretch>
            <a:fillRect/>
          </a:stretch>
        </p:blipFill>
        <p:spPr>
          <a:xfrm>
            <a:off x="6562725" y="5537835"/>
            <a:ext cx="90170" cy="109220"/>
          </a:xfrm>
          <a:prstGeom prst="rect">
            <a:avLst/>
          </a:prstGeom>
        </p:spPr>
      </p:pic>
      <p:sp>
        <p:nvSpPr>
          <p:cNvPr id="103" name="文本框 102"/>
          <p:cNvSpPr txBox="1"/>
          <p:nvPr>
            <p:custDataLst>
              <p:tags r:id="rId90"/>
            </p:custDataLst>
          </p:nvPr>
        </p:nvSpPr>
        <p:spPr>
          <a:xfrm>
            <a:off x="6710363" y="5490267"/>
            <a:ext cx="1814513" cy="2095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1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集成策略</a:t>
            </a:r>
            <a:endParaRPr sz="112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文本框 103"/>
          <p:cNvSpPr txBox="1"/>
          <p:nvPr>
            <p:custDataLst>
              <p:tags r:id="rId91"/>
            </p:custDataLst>
          </p:nvPr>
        </p:nvSpPr>
        <p:spPr>
          <a:xfrm>
            <a:off x="6562725" y="5721725"/>
            <a:ext cx="1962150" cy="34953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zh-CN" altLang="en-US"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</a:t>
            </a:r>
            <a:r>
              <a:rPr lang="en-US" altLang="zh-CN"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</a:t>
            </a:r>
            <a:r>
              <a:rPr lang="zh-CN" altLang="en-US"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对接、插件嵌入或独立应用的产品形态与架构。</a:t>
            </a:r>
            <a:endParaRPr lang="zh-CN" altLang="en-US" sz="9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58" name="组合 157"/>
          <p:cNvGrpSpPr/>
          <p:nvPr/>
        </p:nvGrpSpPr>
        <p:grpSpPr>
          <a:xfrm>
            <a:off x="9058275" y="1238250"/>
            <a:ext cx="2675890" cy="5162550"/>
            <a:chOff x="14265" y="1950"/>
            <a:chExt cx="4214" cy="8130"/>
          </a:xfrm>
          <a:effectLst>
            <a:outerShdw blurRad="85725" dist="38100" dir="5399999" sx="99288" sy="99631" algn="ctr" rotWithShape="0">
              <a:srgbClr val="000000">
                <a:alpha val="10196"/>
              </a:srgbClr>
            </a:outerShdw>
          </a:effectLst>
        </p:grpSpPr>
        <p:sp>
          <p:nvSpPr>
            <p:cNvPr id="106" name="任意多边形 105"/>
            <p:cNvSpPr/>
            <p:nvPr>
              <p:custDataLst>
                <p:tags r:id="rId92"/>
              </p:custDataLst>
            </p:nvPr>
          </p:nvSpPr>
          <p:spPr>
            <a:xfrm>
              <a:off x="14265" y="1950"/>
              <a:ext cx="4215" cy="8130"/>
            </a:xfrm>
            <a:custGeom>
              <a:avLst/>
              <a:gdLst>
                <a:gd name="sw" fmla="*/ 1 w 4215"/>
                <a:gd name="sh" fmla="*/ 1 h 8130"/>
                <a:gd name="mins" fmla="min sw sh"/>
                <a:gd name="dsw" fmla="+- 0 sw mins"/>
                <a:gd name="dsh" fmla="+- 0 sh mins"/>
                <a:gd name="p0x0" fmla="*/ 240 w 4215"/>
                <a:gd name="p0y0" fmla="*/ 0 h 8130"/>
                <a:gd name="p0x1" fmla="*/ 3975 w 4215"/>
                <a:gd name="p0y1" fmla="*/ 0 h 8130"/>
                <a:gd name="p0x2" fmla="*/ 4107 w 4215"/>
                <a:gd name="p0y2" fmla="*/ 0 h 8130"/>
                <a:gd name="p0x3" fmla="*/ 4215 w 4215"/>
                <a:gd name="p0y3" fmla="*/ 107 h 8130"/>
                <a:gd name="p0x4" fmla="*/ 4215 w 4215"/>
                <a:gd name="p0y4" fmla="*/ 240 h 8130"/>
                <a:gd name="p0x5" fmla="*/ 4215 w 4215"/>
                <a:gd name="p0y5" fmla="*/ 7890 h 8130"/>
                <a:gd name="p0x6" fmla="*/ 4215 w 4215"/>
                <a:gd name="p0y6" fmla="*/ 8022 h 8130"/>
                <a:gd name="p0x7" fmla="*/ 4107 w 4215"/>
                <a:gd name="p0y7" fmla="*/ 8130 h 8130"/>
                <a:gd name="p0x8" fmla="*/ 3975 w 4215"/>
                <a:gd name="p0y8" fmla="*/ 8130 h 8130"/>
                <a:gd name="p0x9" fmla="*/ 240 w 4215"/>
                <a:gd name="p0y9" fmla="*/ 8130 h 8130"/>
                <a:gd name="p0x10" fmla="*/ 107 w 4215"/>
                <a:gd name="p0y10" fmla="*/ 8130 h 8130"/>
                <a:gd name="p0x11" fmla="*/ 0 w 4215"/>
                <a:gd name="p0y11" fmla="*/ 8022 h 8130"/>
                <a:gd name="p0x12" fmla="*/ 0 w 4215"/>
                <a:gd name="p0y12" fmla="*/ 7890 h 8130"/>
                <a:gd name="p0x13" fmla="*/ 0 w 4215"/>
                <a:gd name="p0y13" fmla="*/ 240 h 8130"/>
                <a:gd name="p0x14" fmla="*/ 0 w 4215"/>
                <a:gd name="p0y14" fmla="*/ 107 h 8130"/>
                <a:gd name="p0x15" fmla="*/ 107 w 4215"/>
                <a:gd name="p0y15" fmla="*/ 0 h 8130"/>
                <a:gd name="p0x16" fmla="*/ 240 w 4215"/>
                <a:gd name="p0y16" fmla="*/ 0 h 81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7" name="任意多边形 106"/>
            <p:cNvSpPr/>
            <p:nvPr>
              <p:custDataLst>
                <p:tags r:id="rId93"/>
              </p:custDataLst>
            </p:nvPr>
          </p:nvSpPr>
          <p:spPr>
            <a:xfrm>
              <a:off x="14265" y="1950"/>
              <a:ext cx="4215" cy="240"/>
            </a:xfrm>
            <a:custGeom>
              <a:avLst/>
              <a:gdLst>
                <a:gd name="sw" fmla="*/ 1 w 4215"/>
                <a:gd name="sh" fmla="*/ 1 h 240"/>
                <a:gd name="mins" fmla="min sw sh"/>
                <a:gd name="dsw" fmla="+- 0 sw mins"/>
                <a:gd name="dsh" fmla="+- 0 sh mins"/>
                <a:gd name="p0x0" fmla="*/ 240 w 4215"/>
                <a:gd name="p0y0" fmla="*/ 0 h 240"/>
                <a:gd name="p0x1" fmla="*/ 3975 w 4215"/>
                <a:gd name="p0y1" fmla="*/ 0 h 240"/>
                <a:gd name="p0x2" fmla="*/ 4107 w 4215"/>
                <a:gd name="p0y2" fmla="*/ 0 h 240"/>
                <a:gd name="p0x3" fmla="*/ 4215 w 4215"/>
                <a:gd name="p0y3" fmla="*/ 107 h 240"/>
                <a:gd name="p0x4" fmla="*/ 4215 w 4215"/>
                <a:gd name="p0y4" fmla="*/ 240 h 240"/>
                <a:gd name="p0x5" fmla="*/ 4215 w 4215"/>
                <a:gd name="p0y5" fmla="*/ 157 h 240"/>
                <a:gd name="p0x6" fmla="*/ 4107 w 4215"/>
                <a:gd name="p0y6" fmla="*/ 90 h 240"/>
                <a:gd name="p0x7" fmla="*/ 3975 w 4215"/>
                <a:gd name="p0y7" fmla="*/ 90 h 240"/>
                <a:gd name="p0x8" fmla="*/ 240 w 4215"/>
                <a:gd name="p0y8" fmla="*/ 90 h 240"/>
                <a:gd name="p0x9" fmla="*/ 107 w 4215"/>
                <a:gd name="p0y9" fmla="*/ 90 h 240"/>
                <a:gd name="p0x10" fmla="*/ 0 w 4215"/>
                <a:gd name="p0y10" fmla="*/ 157 h 240"/>
                <a:gd name="p0x11" fmla="*/ 0 w 4215"/>
                <a:gd name="p0y11" fmla="*/ 240 h 240"/>
                <a:gd name="p0x12" fmla="*/ 0 w 4215"/>
                <a:gd name="p0y12" fmla="*/ 107 h 240"/>
                <a:gd name="p0x13" fmla="*/ 107 w 4215"/>
                <a:gd name="p0y13" fmla="*/ 0 h 240"/>
                <a:gd name="p0x14" fmla="*/ 240 w 4215"/>
                <a:gd name="p0y14" fmla="*/ 0 h 2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59" name="组合 158"/>
          <p:cNvGrpSpPr/>
          <p:nvPr/>
        </p:nvGrpSpPr>
        <p:grpSpPr>
          <a:xfrm>
            <a:off x="9058275" y="1295400"/>
            <a:ext cx="2675890" cy="980440"/>
            <a:chOff x="14265" y="2040"/>
            <a:chExt cx="4214" cy="1544"/>
          </a:xfrm>
        </p:grpSpPr>
        <p:sp>
          <p:nvSpPr>
            <p:cNvPr id="109" name="任意多边形 108"/>
            <p:cNvSpPr/>
            <p:nvPr>
              <p:custDataLst>
                <p:tags r:id="rId94"/>
              </p:custDataLst>
            </p:nvPr>
          </p:nvSpPr>
          <p:spPr>
            <a:xfrm>
              <a:off x="14265" y="2040"/>
              <a:ext cx="4215" cy="1545"/>
            </a:xfrm>
            <a:custGeom>
              <a:avLst/>
              <a:gdLst>
                <a:gd name="sw" fmla="*/ 1 w 4215"/>
                <a:gd name="sh" fmla="*/ 1 h 1545"/>
                <a:gd name="mins" fmla="min sw sh"/>
                <a:gd name="dsw" fmla="+- 0 sw mins"/>
                <a:gd name="dsh" fmla="+- 0 sh mins"/>
                <a:gd name="p0x0" fmla="*/ 0 w 4215"/>
                <a:gd name="p0y0" fmla="*/ 0 h 1545"/>
                <a:gd name="p0x1" fmla="*/ 4215 w 4215"/>
                <a:gd name="p0y1" fmla="*/ 0 h 1545"/>
                <a:gd name="p0x2" fmla="*/ 4215 w 4215"/>
                <a:gd name="p0y2" fmla="*/ 1545 h 1545"/>
                <a:gd name="p0x3" fmla="*/ 0 w 4215"/>
                <a:gd name="p0y3" fmla="*/ 1545 h 1545"/>
                <a:gd name="p0x4" fmla="*/ 0 w 4215"/>
                <a:gd name="p0y4" fmla="*/ 0 h 1545"/>
              </a:gdLst>
              <a:ahLst/>
              <a:cxnLst/>
              <a:pathLst>
                <a:path w="4215" h="1545">
                  <a:moveTo>
                    <a:pt x="240" y="0"/>
                  </a:moveTo>
                  <a:lnTo>
                    <a:pt x="3975" y="0"/>
                  </a:lnTo>
                  <a:cubicBezTo>
                    <a:pt x="4108" y="0"/>
                    <a:pt x="4215" y="107"/>
                    <a:pt x="4215" y="240"/>
                  </a:cubicBezTo>
                  <a:lnTo>
                    <a:pt x="4215" y="1545"/>
                  </a:lnTo>
                  <a:lnTo>
                    <a:pt x="0" y="1545"/>
                  </a:lnTo>
                  <a:lnTo>
                    <a:pt x="0" y="240"/>
                  </a:lnTo>
                  <a:cubicBezTo>
                    <a:pt x="0" y="107"/>
                    <a:pt x="107" y="0"/>
                    <a:pt x="240" y="0"/>
                  </a:cubicBez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110" name="任意多边形 109"/>
            <p:cNvSpPr/>
            <p:nvPr>
              <p:custDataLst>
                <p:tags r:id="rId95"/>
              </p:custDataLst>
            </p:nvPr>
          </p:nvSpPr>
          <p:spPr>
            <a:xfrm>
              <a:off x="14265" y="3570"/>
              <a:ext cx="4215" cy="15"/>
            </a:xfrm>
            <a:custGeom>
              <a:avLst/>
              <a:gdLst>
                <a:gd name="sw" fmla="*/ 1 w 4215"/>
                <a:gd name="sh" fmla="*/ 1 h 15"/>
                <a:gd name="mins" fmla="min sw sh"/>
                <a:gd name="dsw" fmla="+- 0 sw mins"/>
                <a:gd name="dsh" fmla="+- 0 sh mins"/>
                <a:gd name="p0x0" fmla="*/ 4215 w 4215"/>
                <a:gd name="p0y0" fmla="*/ 15 h 15"/>
                <a:gd name="p0x1" fmla="*/ 0 w 4215"/>
                <a:gd name="p0y1" fmla="*/ 15 h 15"/>
                <a:gd name="p0x2" fmla="*/ 0 w 4215"/>
                <a:gd name="p0y2" fmla="*/ 0 h 15"/>
                <a:gd name="p0x3" fmla="*/ 4215 w 4215"/>
                <a:gd name="p0y3" fmla="*/ 0 h 15"/>
                <a:gd name="p0x4" fmla="*/ 4215 w 4215"/>
                <a:gd name="p0y4" fmla="*/ 15 h 15"/>
              </a:gdLst>
              <a:ahLst/>
              <a:cxnLst/>
              <a:pathLst>
                <a:path w="4215" h="15">
                  <a:moveTo>
                    <a:pt x="4215" y="0"/>
                  </a:moveTo>
                  <a:lnTo>
                    <a:pt x="4215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4215" y="0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112" name="任意多边形 111"/>
          <p:cNvSpPr/>
          <p:nvPr>
            <p:custDataLst>
              <p:tags r:id="rId96"/>
            </p:custDataLst>
          </p:nvPr>
        </p:nvSpPr>
        <p:spPr>
          <a:xfrm>
            <a:off x="9286875" y="1619250"/>
            <a:ext cx="415290" cy="419100"/>
          </a:xfrm>
          <a:custGeom>
            <a:avLst/>
            <a:gdLst>
              <a:gd name="sw" fmla="*/ 1 w 654"/>
              <a:gd name="sh" fmla="*/ 1 h 660"/>
              <a:gd name="mins" fmla="min sw sh"/>
              <a:gd name="dsw" fmla="+- 0 sw mins"/>
              <a:gd name="dsh" fmla="+- 0 sh mins"/>
              <a:gd name="p0x0" fmla="*/ 180 w 654"/>
              <a:gd name="p0y0" fmla="*/ 0 h 660"/>
              <a:gd name="p0x1" fmla="*/ 474 w 654"/>
              <a:gd name="p0y1" fmla="*/ 0 h 660"/>
              <a:gd name="p0x2" fmla="*/ 573 w 654"/>
              <a:gd name="p0y2" fmla="*/ 0 h 660"/>
              <a:gd name="p0x3" fmla="*/ 654 w 654"/>
              <a:gd name="p0y3" fmla="*/ 80 h 660"/>
              <a:gd name="p0x4" fmla="*/ 654 w 654"/>
              <a:gd name="p0y4" fmla="*/ 180 h 660"/>
              <a:gd name="p0x5" fmla="*/ 654 w 654"/>
              <a:gd name="p0y5" fmla="*/ 480 h 660"/>
              <a:gd name="p0x6" fmla="*/ 654 w 654"/>
              <a:gd name="p0y6" fmla="*/ 579 h 660"/>
              <a:gd name="p0x7" fmla="*/ 573 w 654"/>
              <a:gd name="p0y7" fmla="*/ 660 h 660"/>
              <a:gd name="p0x8" fmla="*/ 474 w 654"/>
              <a:gd name="p0y8" fmla="*/ 660 h 660"/>
              <a:gd name="p0x9" fmla="*/ 180 w 654"/>
              <a:gd name="p0y9" fmla="*/ 660 h 660"/>
              <a:gd name="p0x10" fmla="*/ 80 w 654"/>
              <a:gd name="p0y10" fmla="*/ 660 h 660"/>
              <a:gd name="p0x11" fmla="*/ 0 w 654"/>
              <a:gd name="p0y11" fmla="*/ 579 h 660"/>
              <a:gd name="p0x12" fmla="*/ 0 w 654"/>
              <a:gd name="p0y12" fmla="*/ 480 h 660"/>
              <a:gd name="p0x13" fmla="*/ 0 w 654"/>
              <a:gd name="p0y13" fmla="*/ 180 h 660"/>
              <a:gd name="p0x14" fmla="*/ 0 w 654"/>
              <a:gd name="p0y14" fmla="*/ 80 h 660"/>
              <a:gd name="p0x15" fmla="*/ 80 w 654"/>
              <a:gd name="p0y15" fmla="*/ 0 h 660"/>
              <a:gd name="p0x16" fmla="*/ 180 w 654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B556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3" name="图片 112"/>
          <p:cNvPicPr>
            <a:picLocks noChangeAspect="1"/>
          </p:cNvPicPr>
          <p:nvPr>
            <p:custDataLst>
              <p:tags r:id="rId97"/>
            </p:custDataLst>
          </p:nvPr>
        </p:nvPicPr>
        <p:blipFill>
          <a:blip r:embed="rId98">
            <a:extLst>
              <a:ext uri="{96DAC541-7B7A-43D3-8B79-37D633B846F1}">
                <asvg:svgBlip xmlns:asvg="http://schemas.microsoft.com/office/drawing/2016/SVG/main" r:embed="rId99"/>
              </a:ext>
            </a:extLst>
          </a:blip>
          <a:srcRect t="-2500" b="-2500"/>
          <a:stretch>
            <a:fillRect/>
          </a:stretch>
        </p:blipFill>
        <p:spPr>
          <a:xfrm>
            <a:off x="9398635" y="1728470"/>
            <a:ext cx="190500" cy="200025"/>
          </a:xfrm>
          <a:prstGeom prst="rect">
            <a:avLst/>
          </a:prstGeom>
        </p:spPr>
      </p:pic>
      <p:sp>
        <p:nvSpPr>
          <p:cNvPr id="114" name="文本框 113"/>
          <p:cNvSpPr txBox="1"/>
          <p:nvPr>
            <p:custDataLst>
              <p:tags r:id="rId100"/>
            </p:custDataLst>
          </p:nvPr>
        </p:nvSpPr>
        <p:spPr>
          <a:xfrm>
            <a:off x="9816484" y="1524000"/>
            <a:ext cx="1689716" cy="609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第四步：小</a:t>
            </a:r>
            <a:r>
              <a:rPr lang="en-US" altLang="zh-CN"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试点</a:t>
            </a:r>
            <a:r>
              <a:rPr lang="en-US" altLang="zh-CN" sz="16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lang="en-US" altLang="zh-CN" sz="165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60" name="组合 159"/>
          <p:cNvGrpSpPr/>
          <p:nvPr/>
        </p:nvGrpSpPr>
        <p:grpSpPr>
          <a:xfrm>
            <a:off x="9286875" y="2505075"/>
            <a:ext cx="2218690" cy="795020"/>
            <a:chOff x="14625" y="3945"/>
            <a:chExt cx="3494" cy="1252"/>
          </a:xfrm>
        </p:grpSpPr>
        <p:sp>
          <p:nvSpPr>
            <p:cNvPr id="115" name="任意多边形 114"/>
            <p:cNvSpPr/>
            <p:nvPr>
              <p:custDataLst>
                <p:tags r:id="rId101"/>
              </p:custDataLst>
            </p:nvPr>
          </p:nvSpPr>
          <p:spPr>
            <a:xfrm>
              <a:off x="14625" y="3945"/>
              <a:ext cx="3495" cy="1253"/>
            </a:xfrm>
            <a:custGeom>
              <a:avLst/>
              <a:gdLst>
                <a:gd name="sw" fmla="*/ 1 w 3495"/>
                <a:gd name="sh" fmla="*/ 1 h 1253"/>
                <a:gd name="mins" fmla="min sw sh"/>
                <a:gd name="dsw" fmla="+- 0 sw mins"/>
                <a:gd name="dsh" fmla="+- 0 sh mins"/>
                <a:gd name="p0x0" fmla="*/ 120 w 3495"/>
                <a:gd name="p0y0" fmla="*/ 0 h 1253"/>
                <a:gd name="p0x1" fmla="*/ 3375 w 3495"/>
                <a:gd name="p0y1" fmla="*/ 0 h 1253"/>
                <a:gd name="p0x2" fmla="*/ 3441 w 3495"/>
                <a:gd name="p0y2" fmla="*/ 0 h 1253"/>
                <a:gd name="p0x3" fmla="*/ 3495 w 3495"/>
                <a:gd name="p0y3" fmla="*/ 53 h 1253"/>
                <a:gd name="p0x4" fmla="*/ 3495 w 3495"/>
                <a:gd name="p0y4" fmla="*/ 120 h 1253"/>
                <a:gd name="p0x5" fmla="*/ 3495 w 3495"/>
                <a:gd name="p0y5" fmla="*/ 1133 h 1253"/>
                <a:gd name="p0x6" fmla="*/ 3495 w 3495"/>
                <a:gd name="p0y6" fmla="*/ 1200 h 1253"/>
                <a:gd name="p0x7" fmla="*/ 3441 w 3495"/>
                <a:gd name="p0y7" fmla="*/ 1253 h 1253"/>
                <a:gd name="p0x8" fmla="*/ 3375 w 3495"/>
                <a:gd name="p0y8" fmla="*/ 1253 h 1253"/>
                <a:gd name="p0x9" fmla="*/ 120 w 3495"/>
                <a:gd name="p0y9" fmla="*/ 1253 h 1253"/>
                <a:gd name="p0x10" fmla="*/ 53 w 3495"/>
                <a:gd name="p0y10" fmla="*/ 1253 h 1253"/>
                <a:gd name="p0x11" fmla="*/ 0 w 3495"/>
                <a:gd name="p0y11" fmla="*/ 1200 h 1253"/>
                <a:gd name="p0x12" fmla="*/ 0 w 3495"/>
                <a:gd name="p0y12" fmla="*/ 1133 h 1253"/>
                <a:gd name="p0x13" fmla="*/ 0 w 3495"/>
                <a:gd name="p0y13" fmla="*/ 120 h 1253"/>
                <a:gd name="p0x14" fmla="*/ 0 w 3495"/>
                <a:gd name="p0y14" fmla="*/ 53 h 1253"/>
                <a:gd name="p0x15" fmla="*/ 53 w 3495"/>
                <a:gd name="p0y15" fmla="*/ 0 h 1253"/>
                <a:gd name="p0x16" fmla="*/ 120 w 3495"/>
                <a:gd name="p0y16" fmla="*/ 0 h 125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3F4F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6" name="任意多边形 115"/>
            <p:cNvSpPr/>
            <p:nvPr>
              <p:custDataLst>
                <p:tags r:id="rId102"/>
              </p:custDataLst>
            </p:nvPr>
          </p:nvSpPr>
          <p:spPr>
            <a:xfrm>
              <a:off x="14625" y="3945"/>
              <a:ext cx="120" cy="1253"/>
            </a:xfrm>
            <a:custGeom>
              <a:avLst/>
              <a:gdLst>
                <a:gd name="sw" fmla="*/ 1 w 120"/>
                <a:gd name="sh" fmla="*/ 1 h 1253"/>
                <a:gd name="mins" fmla="min sw sh"/>
                <a:gd name="dsw" fmla="+- 0 sw mins"/>
                <a:gd name="dsh" fmla="+- 0 sh mins"/>
                <a:gd name="p0x0" fmla="*/ 0 w 120"/>
                <a:gd name="p0y0" fmla="*/ 1133 h 1253"/>
                <a:gd name="p0x1" fmla="*/ 0 w 120"/>
                <a:gd name="p0y1" fmla="*/ 120 h 1253"/>
                <a:gd name="p0x2" fmla="*/ 0 w 120"/>
                <a:gd name="p0y2" fmla="*/ 53 h 1253"/>
                <a:gd name="p0x3" fmla="*/ 53 w 120"/>
                <a:gd name="p0y3" fmla="*/ 0 h 1253"/>
                <a:gd name="p0x4" fmla="*/ 120 w 120"/>
                <a:gd name="p0y4" fmla="*/ 0 h 1253"/>
                <a:gd name="p0x5" fmla="*/ 78 w 120"/>
                <a:gd name="p0y5" fmla="*/ 0 h 1253"/>
                <a:gd name="p0x6" fmla="*/ 45 w 120"/>
                <a:gd name="p0y6" fmla="*/ 53 h 1253"/>
                <a:gd name="p0x7" fmla="*/ 45 w 120"/>
                <a:gd name="p0y7" fmla="*/ 120 h 1253"/>
                <a:gd name="p0x8" fmla="*/ 45 w 120"/>
                <a:gd name="p0y8" fmla="*/ 1133 h 1253"/>
                <a:gd name="p0x9" fmla="*/ 45 w 120"/>
                <a:gd name="p0y9" fmla="*/ 1200 h 1253"/>
                <a:gd name="p0x10" fmla="*/ 78 w 120"/>
                <a:gd name="p0y10" fmla="*/ 1253 h 1253"/>
                <a:gd name="p0x11" fmla="*/ 120 w 120"/>
                <a:gd name="p0y11" fmla="*/ 1253 h 1253"/>
                <a:gd name="p0x12" fmla="*/ 53 w 120"/>
                <a:gd name="p0y12" fmla="*/ 1253 h 1253"/>
                <a:gd name="p0x13" fmla="*/ 0 w 120"/>
                <a:gd name="p0y13" fmla="*/ 1200 h 1253"/>
                <a:gd name="p0x14" fmla="*/ 0 w 120"/>
                <a:gd name="p0y14" fmla="*/ 1133 h 125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18" name="图片 117"/>
          <p:cNvPicPr>
            <a:picLocks noChangeAspect="1"/>
          </p:cNvPicPr>
          <p:nvPr>
            <p:custDataLst>
              <p:tags r:id="rId103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2593" t="-45556" r="-2593" b="-45556"/>
          <a:stretch>
            <a:fillRect/>
          </a:stretch>
        </p:blipFill>
        <p:spPr>
          <a:xfrm>
            <a:off x="9429750" y="2667000"/>
            <a:ext cx="90170" cy="109220"/>
          </a:xfrm>
          <a:prstGeom prst="rect">
            <a:avLst/>
          </a:prstGeom>
        </p:spPr>
      </p:pic>
      <p:sp>
        <p:nvSpPr>
          <p:cNvPr id="119" name="文本框 118"/>
          <p:cNvSpPr txBox="1"/>
          <p:nvPr>
            <p:custDataLst>
              <p:tags r:id="rId104"/>
            </p:custDataLst>
          </p:nvPr>
        </p:nvSpPr>
        <p:spPr>
          <a:xfrm>
            <a:off x="9577388" y="2619375"/>
            <a:ext cx="1814513" cy="2095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1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选准痛点场景</a:t>
            </a:r>
            <a:endParaRPr sz="112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" name="文本框 119"/>
          <p:cNvSpPr txBox="1"/>
          <p:nvPr>
            <p:custDataLst>
              <p:tags r:id="rId105"/>
            </p:custDataLst>
          </p:nvPr>
        </p:nvSpPr>
        <p:spPr>
          <a:xfrm>
            <a:off x="9429750" y="2850833"/>
            <a:ext cx="1962150" cy="34953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选择边界清晰、数据就绪、利益相关方少的场景启动试点。</a:t>
            </a:r>
            <a:endParaRPr sz="9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61" name="组合 160"/>
          <p:cNvGrpSpPr/>
          <p:nvPr/>
        </p:nvGrpSpPr>
        <p:grpSpPr>
          <a:xfrm>
            <a:off x="9286875" y="3462020"/>
            <a:ext cx="2218690" cy="795020"/>
            <a:chOff x="14625" y="5452"/>
            <a:chExt cx="3494" cy="1252"/>
          </a:xfrm>
        </p:grpSpPr>
        <p:sp>
          <p:nvSpPr>
            <p:cNvPr id="121" name="任意多边形 120"/>
            <p:cNvSpPr/>
            <p:nvPr>
              <p:custDataLst>
                <p:tags r:id="rId106"/>
              </p:custDataLst>
            </p:nvPr>
          </p:nvSpPr>
          <p:spPr>
            <a:xfrm>
              <a:off x="14625" y="5452"/>
              <a:ext cx="3495" cy="1253"/>
            </a:xfrm>
            <a:custGeom>
              <a:avLst/>
              <a:gdLst>
                <a:gd name="sw" fmla="*/ 1 w 3495"/>
                <a:gd name="sh" fmla="*/ 1 h 1253"/>
                <a:gd name="mins" fmla="min sw sh"/>
                <a:gd name="dsw" fmla="+- 0 sw mins"/>
                <a:gd name="dsh" fmla="+- 0 sh mins"/>
                <a:gd name="p0x0" fmla="*/ 120 w 3495"/>
                <a:gd name="p0y0" fmla="*/ 0 h 1253"/>
                <a:gd name="p0x1" fmla="*/ 3375 w 3495"/>
                <a:gd name="p0y1" fmla="*/ 0 h 1253"/>
                <a:gd name="p0x2" fmla="*/ 3441 w 3495"/>
                <a:gd name="p0y2" fmla="*/ 0 h 1253"/>
                <a:gd name="p0x3" fmla="*/ 3495 w 3495"/>
                <a:gd name="p0y3" fmla="*/ 53 h 1253"/>
                <a:gd name="p0x4" fmla="*/ 3495 w 3495"/>
                <a:gd name="p0y4" fmla="*/ 120 h 1253"/>
                <a:gd name="p0x5" fmla="*/ 3495 w 3495"/>
                <a:gd name="p0y5" fmla="*/ 1133 h 1253"/>
                <a:gd name="p0x6" fmla="*/ 3495 w 3495"/>
                <a:gd name="p0y6" fmla="*/ 1200 h 1253"/>
                <a:gd name="p0x7" fmla="*/ 3441 w 3495"/>
                <a:gd name="p0y7" fmla="*/ 1253 h 1253"/>
                <a:gd name="p0x8" fmla="*/ 3375 w 3495"/>
                <a:gd name="p0y8" fmla="*/ 1253 h 1253"/>
                <a:gd name="p0x9" fmla="*/ 120 w 3495"/>
                <a:gd name="p0y9" fmla="*/ 1253 h 1253"/>
                <a:gd name="p0x10" fmla="*/ 53 w 3495"/>
                <a:gd name="p0y10" fmla="*/ 1253 h 1253"/>
                <a:gd name="p0x11" fmla="*/ 0 w 3495"/>
                <a:gd name="p0y11" fmla="*/ 1200 h 1253"/>
                <a:gd name="p0x12" fmla="*/ 0 w 3495"/>
                <a:gd name="p0y12" fmla="*/ 1133 h 1253"/>
                <a:gd name="p0x13" fmla="*/ 0 w 3495"/>
                <a:gd name="p0y13" fmla="*/ 120 h 1253"/>
                <a:gd name="p0x14" fmla="*/ 0 w 3495"/>
                <a:gd name="p0y14" fmla="*/ 53 h 1253"/>
                <a:gd name="p0x15" fmla="*/ 53 w 3495"/>
                <a:gd name="p0y15" fmla="*/ 0 h 1253"/>
                <a:gd name="p0x16" fmla="*/ 120 w 3495"/>
                <a:gd name="p0y16" fmla="*/ 0 h 125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3F4F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2" name="任意多边形 121"/>
            <p:cNvSpPr/>
            <p:nvPr>
              <p:custDataLst>
                <p:tags r:id="rId107"/>
              </p:custDataLst>
            </p:nvPr>
          </p:nvSpPr>
          <p:spPr>
            <a:xfrm>
              <a:off x="14625" y="5452"/>
              <a:ext cx="120" cy="1253"/>
            </a:xfrm>
            <a:custGeom>
              <a:avLst/>
              <a:gdLst>
                <a:gd name="sw" fmla="*/ 1 w 120"/>
                <a:gd name="sh" fmla="*/ 1 h 1253"/>
                <a:gd name="mins" fmla="min sw sh"/>
                <a:gd name="dsw" fmla="+- 0 sw mins"/>
                <a:gd name="dsh" fmla="+- 0 sh mins"/>
                <a:gd name="p0x0" fmla="*/ 0 w 120"/>
                <a:gd name="p0y0" fmla="*/ 1133 h 1253"/>
                <a:gd name="p0x1" fmla="*/ 0 w 120"/>
                <a:gd name="p0y1" fmla="*/ 120 h 1253"/>
                <a:gd name="p0x2" fmla="*/ 0 w 120"/>
                <a:gd name="p0y2" fmla="*/ 53 h 1253"/>
                <a:gd name="p0x3" fmla="*/ 53 w 120"/>
                <a:gd name="p0y3" fmla="*/ 0 h 1253"/>
                <a:gd name="p0x4" fmla="*/ 120 w 120"/>
                <a:gd name="p0y4" fmla="*/ 0 h 1253"/>
                <a:gd name="p0x5" fmla="*/ 78 w 120"/>
                <a:gd name="p0y5" fmla="*/ 0 h 1253"/>
                <a:gd name="p0x6" fmla="*/ 45 w 120"/>
                <a:gd name="p0y6" fmla="*/ 53 h 1253"/>
                <a:gd name="p0x7" fmla="*/ 45 w 120"/>
                <a:gd name="p0y7" fmla="*/ 120 h 1253"/>
                <a:gd name="p0x8" fmla="*/ 45 w 120"/>
                <a:gd name="p0y8" fmla="*/ 1133 h 1253"/>
                <a:gd name="p0x9" fmla="*/ 45 w 120"/>
                <a:gd name="p0y9" fmla="*/ 1200 h 1253"/>
                <a:gd name="p0x10" fmla="*/ 78 w 120"/>
                <a:gd name="p0y10" fmla="*/ 1253 h 1253"/>
                <a:gd name="p0x11" fmla="*/ 120 w 120"/>
                <a:gd name="p0y11" fmla="*/ 1253 h 1253"/>
                <a:gd name="p0x12" fmla="*/ 53 w 120"/>
                <a:gd name="p0y12" fmla="*/ 1253 h 1253"/>
                <a:gd name="p0x13" fmla="*/ 0 w 120"/>
                <a:gd name="p0y13" fmla="*/ 1200 h 1253"/>
                <a:gd name="p0x14" fmla="*/ 0 w 120"/>
                <a:gd name="p0y14" fmla="*/ 1133 h 125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24" name="图片 123"/>
          <p:cNvPicPr>
            <a:picLocks noChangeAspect="1"/>
          </p:cNvPicPr>
          <p:nvPr>
            <p:custDataLst>
              <p:tags r:id="rId108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2593" t="-45556" r="-2593" b="-45556"/>
          <a:stretch>
            <a:fillRect/>
          </a:stretch>
        </p:blipFill>
        <p:spPr>
          <a:xfrm>
            <a:off x="9429750" y="3623945"/>
            <a:ext cx="90170" cy="109220"/>
          </a:xfrm>
          <a:prstGeom prst="rect">
            <a:avLst/>
          </a:prstGeom>
        </p:spPr>
      </p:pic>
      <p:sp>
        <p:nvSpPr>
          <p:cNvPr id="125" name="文本框 124"/>
          <p:cNvSpPr txBox="1"/>
          <p:nvPr>
            <p:custDataLst>
              <p:tags r:id="rId109"/>
            </p:custDataLst>
          </p:nvPr>
        </p:nvSpPr>
        <p:spPr>
          <a:xfrm>
            <a:off x="9577388" y="3576342"/>
            <a:ext cx="1814513" cy="2095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1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快速落地验证</a:t>
            </a:r>
            <a:endParaRPr sz="112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文本框 125"/>
          <p:cNvSpPr txBox="1"/>
          <p:nvPr>
            <p:custDataLst>
              <p:tags r:id="rId110"/>
            </p:custDataLst>
          </p:nvPr>
        </p:nvSpPr>
        <p:spPr>
          <a:xfrm>
            <a:off x="9429750" y="3807800"/>
            <a:ext cx="1962150" cy="34953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zh-CN" altLang="en-US"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组建敏捷小组，使用</a:t>
            </a:r>
            <a:r>
              <a:rPr lang="en-US" altLang="zh-CN"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MVP</a:t>
            </a:r>
            <a:r>
              <a:rPr lang="zh-CN" altLang="en-US"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方式快速搭建可用原型版本。</a:t>
            </a:r>
            <a:endParaRPr lang="zh-CN" altLang="en-US" sz="9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62" name="组合 161"/>
          <p:cNvGrpSpPr/>
          <p:nvPr/>
        </p:nvGrpSpPr>
        <p:grpSpPr>
          <a:xfrm>
            <a:off x="9286875" y="4418965"/>
            <a:ext cx="2218690" cy="795020"/>
            <a:chOff x="14625" y="6959"/>
            <a:chExt cx="3494" cy="1252"/>
          </a:xfrm>
        </p:grpSpPr>
        <p:sp>
          <p:nvSpPr>
            <p:cNvPr id="127" name="任意多边形 126"/>
            <p:cNvSpPr/>
            <p:nvPr>
              <p:custDataLst>
                <p:tags r:id="rId111"/>
              </p:custDataLst>
            </p:nvPr>
          </p:nvSpPr>
          <p:spPr>
            <a:xfrm>
              <a:off x="14625" y="6959"/>
              <a:ext cx="3495" cy="1253"/>
            </a:xfrm>
            <a:custGeom>
              <a:avLst/>
              <a:gdLst>
                <a:gd name="sw" fmla="*/ 1 w 3495"/>
                <a:gd name="sh" fmla="*/ 1 h 1253"/>
                <a:gd name="mins" fmla="min sw sh"/>
                <a:gd name="dsw" fmla="+- 0 sw mins"/>
                <a:gd name="dsh" fmla="+- 0 sh mins"/>
                <a:gd name="p0x0" fmla="*/ 120 w 3495"/>
                <a:gd name="p0y0" fmla="*/ 0 h 1253"/>
                <a:gd name="p0x1" fmla="*/ 3375 w 3495"/>
                <a:gd name="p0y1" fmla="*/ 0 h 1253"/>
                <a:gd name="p0x2" fmla="*/ 3441 w 3495"/>
                <a:gd name="p0y2" fmla="*/ 0 h 1253"/>
                <a:gd name="p0x3" fmla="*/ 3495 w 3495"/>
                <a:gd name="p0y3" fmla="*/ 53 h 1253"/>
                <a:gd name="p0x4" fmla="*/ 3495 w 3495"/>
                <a:gd name="p0y4" fmla="*/ 120 h 1253"/>
                <a:gd name="p0x5" fmla="*/ 3495 w 3495"/>
                <a:gd name="p0y5" fmla="*/ 1133 h 1253"/>
                <a:gd name="p0x6" fmla="*/ 3495 w 3495"/>
                <a:gd name="p0y6" fmla="*/ 1200 h 1253"/>
                <a:gd name="p0x7" fmla="*/ 3441 w 3495"/>
                <a:gd name="p0y7" fmla="*/ 1253 h 1253"/>
                <a:gd name="p0x8" fmla="*/ 3375 w 3495"/>
                <a:gd name="p0y8" fmla="*/ 1253 h 1253"/>
                <a:gd name="p0x9" fmla="*/ 120 w 3495"/>
                <a:gd name="p0y9" fmla="*/ 1253 h 1253"/>
                <a:gd name="p0x10" fmla="*/ 53 w 3495"/>
                <a:gd name="p0y10" fmla="*/ 1253 h 1253"/>
                <a:gd name="p0x11" fmla="*/ 0 w 3495"/>
                <a:gd name="p0y11" fmla="*/ 1200 h 1253"/>
                <a:gd name="p0x12" fmla="*/ 0 w 3495"/>
                <a:gd name="p0y12" fmla="*/ 1133 h 1253"/>
                <a:gd name="p0x13" fmla="*/ 0 w 3495"/>
                <a:gd name="p0y13" fmla="*/ 120 h 1253"/>
                <a:gd name="p0x14" fmla="*/ 0 w 3495"/>
                <a:gd name="p0y14" fmla="*/ 53 h 1253"/>
                <a:gd name="p0x15" fmla="*/ 53 w 3495"/>
                <a:gd name="p0y15" fmla="*/ 0 h 1253"/>
                <a:gd name="p0x16" fmla="*/ 120 w 3495"/>
                <a:gd name="p0y16" fmla="*/ 0 h 125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3F4F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8" name="任意多边形 127"/>
            <p:cNvSpPr/>
            <p:nvPr>
              <p:custDataLst>
                <p:tags r:id="rId112"/>
              </p:custDataLst>
            </p:nvPr>
          </p:nvSpPr>
          <p:spPr>
            <a:xfrm>
              <a:off x="14625" y="6959"/>
              <a:ext cx="120" cy="1253"/>
            </a:xfrm>
            <a:custGeom>
              <a:avLst/>
              <a:gdLst>
                <a:gd name="sw" fmla="*/ 1 w 120"/>
                <a:gd name="sh" fmla="*/ 1 h 1253"/>
                <a:gd name="mins" fmla="min sw sh"/>
                <a:gd name="dsw" fmla="+- 0 sw mins"/>
                <a:gd name="dsh" fmla="+- 0 sh mins"/>
                <a:gd name="p0x0" fmla="*/ 0 w 120"/>
                <a:gd name="p0y0" fmla="*/ 1133 h 1253"/>
                <a:gd name="p0x1" fmla="*/ 0 w 120"/>
                <a:gd name="p0y1" fmla="*/ 120 h 1253"/>
                <a:gd name="p0x2" fmla="*/ 0 w 120"/>
                <a:gd name="p0y2" fmla="*/ 53 h 1253"/>
                <a:gd name="p0x3" fmla="*/ 53 w 120"/>
                <a:gd name="p0y3" fmla="*/ 0 h 1253"/>
                <a:gd name="p0x4" fmla="*/ 120 w 120"/>
                <a:gd name="p0y4" fmla="*/ 0 h 1253"/>
                <a:gd name="p0x5" fmla="*/ 78 w 120"/>
                <a:gd name="p0y5" fmla="*/ 0 h 1253"/>
                <a:gd name="p0x6" fmla="*/ 45 w 120"/>
                <a:gd name="p0y6" fmla="*/ 53 h 1253"/>
                <a:gd name="p0x7" fmla="*/ 45 w 120"/>
                <a:gd name="p0y7" fmla="*/ 120 h 1253"/>
                <a:gd name="p0x8" fmla="*/ 45 w 120"/>
                <a:gd name="p0y8" fmla="*/ 1133 h 1253"/>
                <a:gd name="p0x9" fmla="*/ 45 w 120"/>
                <a:gd name="p0y9" fmla="*/ 1200 h 1253"/>
                <a:gd name="p0x10" fmla="*/ 78 w 120"/>
                <a:gd name="p0y10" fmla="*/ 1253 h 1253"/>
                <a:gd name="p0x11" fmla="*/ 120 w 120"/>
                <a:gd name="p0y11" fmla="*/ 1253 h 1253"/>
                <a:gd name="p0x12" fmla="*/ 53 w 120"/>
                <a:gd name="p0y12" fmla="*/ 1253 h 1253"/>
                <a:gd name="p0x13" fmla="*/ 0 w 120"/>
                <a:gd name="p0y13" fmla="*/ 1200 h 1253"/>
                <a:gd name="p0x14" fmla="*/ 0 w 120"/>
                <a:gd name="p0y14" fmla="*/ 1133 h 125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30" name="图片 129"/>
          <p:cNvPicPr>
            <a:picLocks noChangeAspect="1"/>
          </p:cNvPicPr>
          <p:nvPr>
            <p:custDataLst>
              <p:tags r:id="rId113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2593" t="-45556" r="-2593" b="-45556"/>
          <a:stretch>
            <a:fillRect/>
          </a:stretch>
        </p:blipFill>
        <p:spPr>
          <a:xfrm>
            <a:off x="9429750" y="4580890"/>
            <a:ext cx="90170" cy="109220"/>
          </a:xfrm>
          <a:prstGeom prst="rect">
            <a:avLst/>
          </a:prstGeom>
        </p:spPr>
      </p:pic>
      <p:sp>
        <p:nvSpPr>
          <p:cNvPr id="131" name="文本框 130"/>
          <p:cNvSpPr txBox="1"/>
          <p:nvPr>
            <p:custDataLst>
              <p:tags r:id="rId114"/>
            </p:custDataLst>
          </p:nvPr>
        </p:nvSpPr>
        <p:spPr>
          <a:xfrm>
            <a:off x="9577388" y="4533309"/>
            <a:ext cx="1814513" cy="2095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sz="11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sz="11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周见效原则</a:t>
            </a:r>
            <a:endParaRPr lang="zh-CN" sz="112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2" name="文本框 131"/>
          <p:cNvSpPr txBox="1"/>
          <p:nvPr>
            <p:custDataLst>
              <p:tags r:id="rId115"/>
            </p:custDataLst>
          </p:nvPr>
        </p:nvSpPr>
        <p:spPr>
          <a:xfrm>
            <a:off x="9429750" y="4764767"/>
            <a:ext cx="1962150" cy="34953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设定明确成功指标，确保两周内可见初步效果与价值验证。</a:t>
            </a:r>
            <a:endParaRPr sz="9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63" name="组合 162"/>
          <p:cNvGrpSpPr/>
          <p:nvPr/>
        </p:nvGrpSpPr>
        <p:grpSpPr>
          <a:xfrm>
            <a:off x="9286875" y="5375910"/>
            <a:ext cx="2218690" cy="795020"/>
            <a:chOff x="14625" y="8466"/>
            <a:chExt cx="3494" cy="1252"/>
          </a:xfrm>
        </p:grpSpPr>
        <p:sp>
          <p:nvSpPr>
            <p:cNvPr id="133" name="任意多边形 132"/>
            <p:cNvSpPr/>
            <p:nvPr>
              <p:custDataLst>
                <p:tags r:id="rId116"/>
              </p:custDataLst>
            </p:nvPr>
          </p:nvSpPr>
          <p:spPr>
            <a:xfrm>
              <a:off x="14625" y="8466"/>
              <a:ext cx="3495" cy="1253"/>
            </a:xfrm>
            <a:custGeom>
              <a:avLst/>
              <a:gdLst>
                <a:gd name="sw" fmla="*/ 1 w 3495"/>
                <a:gd name="sh" fmla="*/ 1 h 1253"/>
                <a:gd name="mins" fmla="min sw sh"/>
                <a:gd name="dsw" fmla="+- 0 sw mins"/>
                <a:gd name="dsh" fmla="+- 0 sh mins"/>
                <a:gd name="p0x0" fmla="*/ 120 w 3495"/>
                <a:gd name="p0y0" fmla="*/ 0 h 1253"/>
                <a:gd name="p0x1" fmla="*/ 3375 w 3495"/>
                <a:gd name="p0y1" fmla="*/ 0 h 1253"/>
                <a:gd name="p0x2" fmla="*/ 3441 w 3495"/>
                <a:gd name="p0y2" fmla="*/ 0 h 1253"/>
                <a:gd name="p0x3" fmla="*/ 3495 w 3495"/>
                <a:gd name="p0y3" fmla="*/ 53 h 1253"/>
                <a:gd name="p0x4" fmla="*/ 3495 w 3495"/>
                <a:gd name="p0y4" fmla="*/ 120 h 1253"/>
                <a:gd name="p0x5" fmla="*/ 3495 w 3495"/>
                <a:gd name="p0y5" fmla="*/ 1133 h 1253"/>
                <a:gd name="p0x6" fmla="*/ 3495 w 3495"/>
                <a:gd name="p0y6" fmla="*/ 1200 h 1253"/>
                <a:gd name="p0x7" fmla="*/ 3441 w 3495"/>
                <a:gd name="p0y7" fmla="*/ 1253 h 1253"/>
                <a:gd name="p0x8" fmla="*/ 3375 w 3495"/>
                <a:gd name="p0y8" fmla="*/ 1253 h 1253"/>
                <a:gd name="p0x9" fmla="*/ 120 w 3495"/>
                <a:gd name="p0y9" fmla="*/ 1253 h 1253"/>
                <a:gd name="p0x10" fmla="*/ 53 w 3495"/>
                <a:gd name="p0y10" fmla="*/ 1253 h 1253"/>
                <a:gd name="p0x11" fmla="*/ 0 w 3495"/>
                <a:gd name="p0y11" fmla="*/ 1200 h 1253"/>
                <a:gd name="p0x12" fmla="*/ 0 w 3495"/>
                <a:gd name="p0y12" fmla="*/ 1133 h 1253"/>
                <a:gd name="p0x13" fmla="*/ 0 w 3495"/>
                <a:gd name="p0y13" fmla="*/ 120 h 1253"/>
                <a:gd name="p0x14" fmla="*/ 0 w 3495"/>
                <a:gd name="p0y14" fmla="*/ 53 h 1253"/>
                <a:gd name="p0x15" fmla="*/ 53 w 3495"/>
                <a:gd name="p0y15" fmla="*/ 0 h 1253"/>
                <a:gd name="p0x16" fmla="*/ 120 w 3495"/>
                <a:gd name="p0y16" fmla="*/ 0 h 125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3F4F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4" name="任意多边形 133"/>
            <p:cNvSpPr/>
            <p:nvPr>
              <p:custDataLst>
                <p:tags r:id="rId117"/>
              </p:custDataLst>
            </p:nvPr>
          </p:nvSpPr>
          <p:spPr>
            <a:xfrm>
              <a:off x="14625" y="8466"/>
              <a:ext cx="120" cy="1253"/>
            </a:xfrm>
            <a:custGeom>
              <a:avLst/>
              <a:gdLst>
                <a:gd name="sw" fmla="*/ 1 w 120"/>
                <a:gd name="sh" fmla="*/ 1 h 1253"/>
                <a:gd name="mins" fmla="min sw sh"/>
                <a:gd name="dsw" fmla="+- 0 sw mins"/>
                <a:gd name="dsh" fmla="+- 0 sh mins"/>
                <a:gd name="p0x0" fmla="*/ 0 w 120"/>
                <a:gd name="p0y0" fmla="*/ 1133 h 1253"/>
                <a:gd name="p0x1" fmla="*/ 0 w 120"/>
                <a:gd name="p0y1" fmla="*/ 120 h 1253"/>
                <a:gd name="p0x2" fmla="*/ 0 w 120"/>
                <a:gd name="p0y2" fmla="*/ 53 h 1253"/>
                <a:gd name="p0x3" fmla="*/ 53 w 120"/>
                <a:gd name="p0y3" fmla="*/ 0 h 1253"/>
                <a:gd name="p0x4" fmla="*/ 120 w 120"/>
                <a:gd name="p0y4" fmla="*/ 0 h 1253"/>
                <a:gd name="p0x5" fmla="*/ 78 w 120"/>
                <a:gd name="p0y5" fmla="*/ 0 h 1253"/>
                <a:gd name="p0x6" fmla="*/ 45 w 120"/>
                <a:gd name="p0y6" fmla="*/ 53 h 1253"/>
                <a:gd name="p0x7" fmla="*/ 45 w 120"/>
                <a:gd name="p0y7" fmla="*/ 120 h 1253"/>
                <a:gd name="p0x8" fmla="*/ 45 w 120"/>
                <a:gd name="p0y8" fmla="*/ 1133 h 1253"/>
                <a:gd name="p0x9" fmla="*/ 45 w 120"/>
                <a:gd name="p0y9" fmla="*/ 1200 h 1253"/>
                <a:gd name="p0x10" fmla="*/ 78 w 120"/>
                <a:gd name="p0y10" fmla="*/ 1253 h 1253"/>
                <a:gd name="p0x11" fmla="*/ 120 w 120"/>
                <a:gd name="p0y11" fmla="*/ 1253 h 1253"/>
                <a:gd name="p0x12" fmla="*/ 53 w 120"/>
                <a:gd name="p0y12" fmla="*/ 1253 h 1253"/>
                <a:gd name="p0x13" fmla="*/ 0 w 120"/>
                <a:gd name="p0y13" fmla="*/ 1200 h 1253"/>
                <a:gd name="p0x14" fmla="*/ 0 w 120"/>
                <a:gd name="p0y14" fmla="*/ 1133 h 125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36" name="图片 135"/>
          <p:cNvPicPr>
            <a:picLocks noChangeAspect="1"/>
          </p:cNvPicPr>
          <p:nvPr>
            <p:custDataLst>
              <p:tags r:id="rId118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2593" t="-45556" r="-2593" b="-45556"/>
          <a:stretch>
            <a:fillRect/>
          </a:stretch>
        </p:blipFill>
        <p:spPr>
          <a:xfrm>
            <a:off x="9429750" y="5537835"/>
            <a:ext cx="90170" cy="109220"/>
          </a:xfrm>
          <a:prstGeom prst="rect">
            <a:avLst/>
          </a:prstGeom>
        </p:spPr>
      </p:pic>
      <p:sp>
        <p:nvSpPr>
          <p:cNvPr id="137" name="文本框 136"/>
          <p:cNvSpPr txBox="1"/>
          <p:nvPr>
            <p:custDataLst>
              <p:tags r:id="rId119"/>
            </p:custDataLst>
          </p:nvPr>
        </p:nvSpPr>
        <p:spPr>
          <a:xfrm>
            <a:off x="9577388" y="5490267"/>
            <a:ext cx="1814513" cy="2095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1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迭代优化路径</a:t>
            </a:r>
            <a:endParaRPr sz="112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" name="文本框 137"/>
          <p:cNvSpPr txBox="1"/>
          <p:nvPr>
            <p:custDataLst>
              <p:tags r:id="rId120"/>
            </p:custDataLst>
          </p:nvPr>
        </p:nvSpPr>
        <p:spPr>
          <a:xfrm>
            <a:off x="9429750" y="5721725"/>
            <a:ext cx="1962150" cy="34953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sz="9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基于反馈持续调优，验证成功后制定规模化推广路线图。</a:t>
            </a:r>
            <a:endParaRPr sz="9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57200" y="409575"/>
            <a:ext cx="6624638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3000" b="1" spc="75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行动计划：从今天开始的</a:t>
            </a:r>
            <a:r>
              <a:rPr lang="en-US" altLang="zh-CN" sz="3000" b="1" spc="75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3000" b="1" spc="75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进化之路</a:t>
            </a:r>
            <a:endParaRPr lang="zh-CN" altLang="en-US" sz="3000" b="1" spc="75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 2"/>
          <p:cNvSpPr/>
          <p:nvPr>
            <p:custDataLst>
              <p:tags r:id="rId2"/>
            </p:custDataLst>
          </p:nvPr>
        </p:nvSpPr>
        <p:spPr>
          <a:xfrm>
            <a:off x="1584325" y="3105150"/>
            <a:ext cx="9022715" cy="38100"/>
          </a:xfrm>
          <a:custGeom>
            <a:avLst/>
            <a:gdLst>
              <a:gd name="sw" fmla="*/ 1 w 14208"/>
              <a:gd name="sh" fmla="*/ 1 h 60"/>
              <a:gd name="mins" fmla="min sw sh"/>
              <a:gd name="dsw" fmla="+- 0 sw mins"/>
              <a:gd name="dsh" fmla="+- 0 sh mins"/>
              <a:gd name="p0x0" fmla="*/ 30 w 14208"/>
              <a:gd name="p0y0" fmla="*/ 0 h 60"/>
              <a:gd name="p0x1" fmla="*/ 14178 w 14208"/>
              <a:gd name="p0y1" fmla="*/ 0 h 60"/>
              <a:gd name="p0x2" fmla="*/ 14194 w 14208"/>
              <a:gd name="p0y2" fmla="*/ 0 h 60"/>
              <a:gd name="p0x3" fmla="*/ 14208 w 14208"/>
              <a:gd name="p0y3" fmla="*/ 13 h 60"/>
              <a:gd name="p0x4" fmla="*/ 14208 w 14208"/>
              <a:gd name="p0y4" fmla="*/ 30 h 60"/>
              <a:gd name="p0x5" fmla="*/ 14208 w 14208"/>
              <a:gd name="p0y5" fmla="*/ 46 h 60"/>
              <a:gd name="p0x6" fmla="*/ 14194 w 14208"/>
              <a:gd name="p0y6" fmla="*/ 60 h 60"/>
              <a:gd name="p0x7" fmla="*/ 14178 w 14208"/>
              <a:gd name="p0y7" fmla="*/ 60 h 60"/>
              <a:gd name="p0x8" fmla="*/ 30 w 14208"/>
              <a:gd name="p0y8" fmla="*/ 60 h 60"/>
              <a:gd name="p0x9" fmla="*/ 13 w 14208"/>
              <a:gd name="p0y9" fmla="*/ 60 h 60"/>
              <a:gd name="p0x10" fmla="*/ 0 w 14208"/>
              <a:gd name="p0y10" fmla="*/ 46 h 60"/>
              <a:gd name="p0x11" fmla="*/ 0 w 14208"/>
              <a:gd name="p0y11" fmla="*/ 30 h 60"/>
              <a:gd name="p0x12" fmla="*/ 0 w 14208"/>
              <a:gd name="p0y12" fmla="*/ 13 h 60"/>
              <a:gd name="p0x13" fmla="*/ 13 w 14208"/>
              <a:gd name="p0y13" fmla="*/ 0 h 60"/>
              <a:gd name="p0x14" fmla="*/ 30 w 14208"/>
              <a:gd name="p0y14" fmla="*/ 0 h 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E2E8F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1584325" y="3105150"/>
            <a:ext cx="9022715" cy="38100"/>
          </a:xfrm>
          <a:custGeom>
            <a:avLst/>
            <a:gdLst>
              <a:gd name="sw" fmla="*/ 1 w 14208"/>
              <a:gd name="sh" fmla="*/ 1 h 60"/>
              <a:gd name="mins" fmla="min sw sh"/>
              <a:gd name="dsw" fmla="+- 0 sw mins"/>
              <a:gd name="dsh" fmla="+- 0 sh mins"/>
              <a:gd name="p0x0" fmla="*/ 30 w 14208"/>
              <a:gd name="p0y0" fmla="*/ 0 h 60"/>
              <a:gd name="p0x1" fmla="*/ 14178 w 14208"/>
              <a:gd name="p0y1" fmla="*/ 0 h 60"/>
              <a:gd name="p0x2" fmla="*/ 14194 w 14208"/>
              <a:gd name="p0y2" fmla="*/ 0 h 60"/>
              <a:gd name="p0x3" fmla="*/ 14208 w 14208"/>
              <a:gd name="p0y3" fmla="*/ 13 h 60"/>
              <a:gd name="p0x4" fmla="*/ 14208 w 14208"/>
              <a:gd name="p0y4" fmla="*/ 30 h 60"/>
              <a:gd name="p0x5" fmla="*/ 14208 w 14208"/>
              <a:gd name="p0y5" fmla="*/ 46 h 60"/>
              <a:gd name="p0x6" fmla="*/ 14194 w 14208"/>
              <a:gd name="p0y6" fmla="*/ 60 h 60"/>
              <a:gd name="p0x7" fmla="*/ 14178 w 14208"/>
              <a:gd name="p0y7" fmla="*/ 60 h 60"/>
              <a:gd name="p0x8" fmla="*/ 30 w 14208"/>
              <a:gd name="p0y8" fmla="*/ 60 h 60"/>
              <a:gd name="p0x9" fmla="*/ 13 w 14208"/>
              <a:gd name="p0y9" fmla="*/ 60 h 60"/>
              <a:gd name="p0x10" fmla="*/ 0 w 14208"/>
              <a:gd name="p0y10" fmla="*/ 46 h 60"/>
              <a:gd name="p0x11" fmla="*/ 0 w 14208"/>
              <a:gd name="p0y11" fmla="*/ 30 h 60"/>
              <a:gd name="p0x12" fmla="*/ 0 w 14208"/>
              <a:gd name="p0y12" fmla="*/ 13 h 60"/>
              <a:gd name="p0x13" fmla="*/ 13 w 14208"/>
              <a:gd name="p0y13" fmla="*/ 0 h 60"/>
              <a:gd name="p0x14" fmla="*/ 30 w 14208"/>
              <a:gd name="p0y14" fmla="*/ 0 h 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4"/>
            </p:custDataLst>
          </p:nvPr>
        </p:nvSpPr>
        <p:spPr>
          <a:xfrm>
            <a:off x="1222375" y="2434590"/>
            <a:ext cx="571500" cy="295275"/>
          </a:xfrm>
          <a:custGeom>
            <a:avLst/>
            <a:gdLst>
              <a:gd name="sw" fmla="*/ 1 w 900"/>
              <a:gd name="sh" fmla="*/ 1 h 465"/>
              <a:gd name="mins" fmla="min sw sh"/>
              <a:gd name="dsw" fmla="+- 0 sw mins"/>
              <a:gd name="dsh" fmla="+- 0 sh mins"/>
              <a:gd name="p0x0" fmla="*/ 232 w 900"/>
              <a:gd name="p0y0" fmla="*/ 0 h 465"/>
              <a:gd name="p0x1" fmla="*/ 667 w 900"/>
              <a:gd name="p0y1" fmla="*/ 0 h 465"/>
              <a:gd name="p0x2" fmla="*/ 795 w 900"/>
              <a:gd name="p0y2" fmla="*/ 0 h 465"/>
              <a:gd name="p0x3" fmla="*/ 900 w 900"/>
              <a:gd name="p0y3" fmla="*/ 104 h 465"/>
              <a:gd name="p0x4" fmla="*/ 900 w 900"/>
              <a:gd name="p0y4" fmla="*/ 232 h 465"/>
              <a:gd name="p0x5" fmla="*/ 900 w 900"/>
              <a:gd name="p0y5" fmla="*/ 360 h 465"/>
              <a:gd name="p0x6" fmla="*/ 795 w 900"/>
              <a:gd name="p0y6" fmla="*/ 465 h 465"/>
              <a:gd name="p0x7" fmla="*/ 667 w 900"/>
              <a:gd name="p0y7" fmla="*/ 465 h 465"/>
              <a:gd name="p0x8" fmla="*/ 232 w 900"/>
              <a:gd name="p0y8" fmla="*/ 465 h 465"/>
              <a:gd name="p0x9" fmla="*/ 104 w 900"/>
              <a:gd name="p0y9" fmla="*/ 465 h 465"/>
              <a:gd name="p0x10" fmla="*/ 0 w 900"/>
              <a:gd name="p0y10" fmla="*/ 360 h 465"/>
              <a:gd name="p0x11" fmla="*/ 0 w 900"/>
              <a:gd name="p0y11" fmla="*/ 232 h 465"/>
              <a:gd name="p0x12" fmla="*/ 0 w 900"/>
              <a:gd name="p0y12" fmla="*/ 104 h 465"/>
              <a:gd name="p0x13" fmla="*/ 104 w 900"/>
              <a:gd name="p0y13" fmla="*/ 0 h 465"/>
              <a:gd name="p0x14" fmla="*/ 232 w 900"/>
              <a:gd name="p0y14" fmla="*/ 0 h 4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  <a:effectLst>
            <a:outerShdw blurRad="71438" dist="28575" dir="5399999" algn="ctr" rotWithShape="0">
              <a:srgbClr val="000000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280141" y="2472709"/>
            <a:ext cx="457200" cy="2190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今天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6"/>
            </p:custDataLst>
          </p:nvPr>
        </p:nvSpPr>
        <p:spPr>
          <a:xfrm>
            <a:off x="1284605" y="2839085"/>
            <a:ext cx="447675" cy="447675"/>
          </a:xfrm>
          <a:custGeom>
            <a:avLst/>
            <a:gdLst>
              <a:gd name="sw" fmla="*/ 1 w 705"/>
              <a:gd name="sh" fmla="*/ 1 h 705"/>
              <a:gd name="mins" fmla="min sw sh"/>
              <a:gd name="dsw" fmla="+- 0 sw mins"/>
              <a:gd name="dsh" fmla="+- 0 sh mins"/>
              <a:gd name="p0x0" fmla="*/ 352 w 705"/>
              <a:gd name="p0y0" fmla="*/ 0 h 705"/>
              <a:gd name="p0x1" fmla="*/ 547 w 705"/>
              <a:gd name="p0y1" fmla="*/ 0 h 705"/>
              <a:gd name="p0x2" fmla="*/ 705 w 705"/>
              <a:gd name="p0y2" fmla="*/ 157 h 705"/>
              <a:gd name="p0x3" fmla="*/ 705 w 705"/>
              <a:gd name="p0y3" fmla="*/ 352 h 705"/>
              <a:gd name="p0x4" fmla="*/ 705 w 705"/>
              <a:gd name="p0y4" fmla="*/ 547 h 705"/>
              <a:gd name="p0x5" fmla="*/ 547 w 705"/>
              <a:gd name="p0y5" fmla="*/ 705 h 705"/>
              <a:gd name="p0x6" fmla="*/ 352 w 705"/>
              <a:gd name="p0y6" fmla="*/ 705 h 705"/>
              <a:gd name="p0x7" fmla="*/ 157 w 705"/>
              <a:gd name="p0y7" fmla="*/ 705 h 705"/>
              <a:gd name="p0x8" fmla="*/ 0 w 705"/>
              <a:gd name="p0y8" fmla="*/ 547 h 705"/>
              <a:gd name="p0x9" fmla="*/ 0 w 705"/>
              <a:gd name="p0y9" fmla="*/ 352 h 705"/>
              <a:gd name="p0x10" fmla="*/ 0 w 705"/>
              <a:gd name="p0y10" fmla="*/ 157 h 705"/>
              <a:gd name="p0x11" fmla="*/ 157 w 705"/>
              <a:gd name="p0y11" fmla="*/ 0 h 705"/>
              <a:gd name="p0x12" fmla="*/ 352 w 705"/>
              <a:gd name="p0y12" fmla="*/ 0 h 7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/>
          </a:solidFill>
          <a:ln w="28575" cmpd="sng">
            <a:solidFill>
              <a:srgbClr val="06B6D4"/>
            </a:solidFill>
            <a:prstDash val="solid"/>
          </a:ln>
          <a:effectLst>
            <a:outerShdw blurRad="114300" dist="28575" dir="5399999" algn="ctr" rotWithShape="0">
              <a:srgbClr val="000000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t="-5263" b="-5263"/>
          <a:stretch>
            <a:fillRect/>
          </a:stretch>
        </p:blipFill>
        <p:spPr>
          <a:xfrm>
            <a:off x="1389380" y="2962910"/>
            <a:ext cx="238125" cy="200025"/>
          </a:xfrm>
          <a:prstGeom prst="rect">
            <a:avLst/>
          </a:prstGeom>
        </p:spPr>
      </p:pic>
      <p:grpSp>
        <p:nvGrpSpPr>
          <p:cNvPr id="54" name="组合 53"/>
          <p:cNvGrpSpPr/>
          <p:nvPr/>
        </p:nvGrpSpPr>
        <p:grpSpPr>
          <a:xfrm>
            <a:off x="457200" y="3444240"/>
            <a:ext cx="2101850" cy="1054100"/>
            <a:chOff x="720" y="5424"/>
            <a:chExt cx="3310" cy="1660"/>
          </a:xfrm>
          <a:effectLst>
            <a:outerShdw blurRad="214313" dist="76200" dir="5399999" algn="ctr" rotWithShape="0">
              <a:srgbClr val="000000">
                <a:alpha val="5098"/>
              </a:srgbClr>
            </a:outerShdw>
          </a:effectLst>
        </p:grpSpPr>
        <p:sp>
          <p:nvSpPr>
            <p:cNvPr id="9" name="任意多边形 8"/>
            <p:cNvSpPr/>
            <p:nvPr>
              <p:custDataLst>
                <p:tags r:id="rId10"/>
              </p:custDataLst>
            </p:nvPr>
          </p:nvSpPr>
          <p:spPr>
            <a:xfrm>
              <a:off x="720" y="5424"/>
              <a:ext cx="3311" cy="1661"/>
            </a:xfrm>
            <a:custGeom>
              <a:avLst/>
              <a:gdLst>
                <a:gd name="sw" fmla="*/ 1 w 3311"/>
                <a:gd name="sh" fmla="*/ 1 h 1661"/>
                <a:gd name="mins" fmla="min sw sh"/>
                <a:gd name="dsw" fmla="+- 0 sw mins"/>
                <a:gd name="dsh" fmla="+- 0 sh mins"/>
                <a:gd name="p0x0" fmla="*/ 150 w 3311"/>
                <a:gd name="p0y0" fmla="*/ 0 h 1661"/>
                <a:gd name="p0x1" fmla="*/ 3161 w 3311"/>
                <a:gd name="p0y1" fmla="*/ 0 h 1661"/>
                <a:gd name="p0x2" fmla="*/ 3244 w 3311"/>
                <a:gd name="p0y2" fmla="*/ 0 h 1661"/>
                <a:gd name="p0x3" fmla="*/ 3311 w 3311"/>
                <a:gd name="p0y3" fmla="*/ 67 h 1661"/>
                <a:gd name="p0x4" fmla="*/ 3311 w 3311"/>
                <a:gd name="p0y4" fmla="*/ 150 h 1661"/>
                <a:gd name="p0x5" fmla="*/ 3311 w 3311"/>
                <a:gd name="p0y5" fmla="*/ 1511 h 1661"/>
                <a:gd name="p0x6" fmla="*/ 3311 w 3311"/>
                <a:gd name="p0y6" fmla="*/ 1594 h 1661"/>
                <a:gd name="p0x7" fmla="*/ 3244 w 3311"/>
                <a:gd name="p0y7" fmla="*/ 1661 h 1661"/>
                <a:gd name="p0x8" fmla="*/ 3161 w 3311"/>
                <a:gd name="p0y8" fmla="*/ 1661 h 1661"/>
                <a:gd name="p0x9" fmla="*/ 150 w 3311"/>
                <a:gd name="p0y9" fmla="*/ 1661 h 1661"/>
                <a:gd name="p0x10" fmla="*/ 67 w 3311"/>
                <a:gd name="p0y10" fmla="*/ 1661 h 1661"/>
                <a:gd name="p0x11" fmla="*/ 0 w 3311"/>
                <a:gd name="p0y11" fmla="*/ 1594 h 1661"/>
                <a:gd name="p0x12" fmla="*/ 0 w 3311"/>
                <a:gd name="p0y12" fmla="*/ 1511 h 1661"/>
                <a:gd name="p0x13" fmla="*/ 0 w 3311"/>
                <a:gd name="p0y13" fmla="*/ 150 h 1661"/>
                <a:gd name="p0x14" fmla="*/ 0 w 3311"/>
                <a:gd name="p0y14" fmla="*/ 67 h 1661"/>
                <a:gd name="p0x15" fmla="*/ 67 w 3311"/>
                <a:gd name="p0y15" fmla="*/ 0 h 1661"/>
                <a:gd name="p0x16" fmla="*/ 150 w 3311"/>
                <a:gd name="p0y16" fmla="*/ 0 h 166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>
              <p:custDataLst>
                <p:tags r:id="rId11"/>
              </p:custDataLst>
            </p:nvPr>
          </p:nvSpPr>
          <p:spPr>
            <a:xfrm>
              <a:off x="720" y="5424"/>
              <a:ext cx="3311" cy="150"/>
            </a:xfrm>
            <a:custGeom>
              <a:avLst/>
              <a:gdLst>
                <a:gd name="sw" fmla="*/ 1 w 3311"/>
                <a:gd name="sh" fmla="*/ 1 h 150"/>
                <a:gd name="mins" fmla="min sw sh"/>
                <a:gd name="dsw" fmla="+- 0 sw mins"/>
                <a:gd name="dsh" fmla="+- 0 sh mins"/>
                <a:gd name="p0x0" fmla="*/ 150 w 3311"/>
                <a:gd name="p0y0" fmla="*/ 0 h 150"/>
                <a:gd name="p0x1" fmla="*/ 3161 w 3311"/>
                <a:gd name="p0y1" fmla="*/ 0 h 150"/>
                <a:gd name="p0x2" fmla="*/ 3244 w 3311"/>
                <a:gd name="p0y2" fmla="*/ 0 h 150"/>
                <a:gd name="p0x3" fmla="*/ 3311 w 3311"/>
                <a:gd name="p0y3" fmla="*/ 67 h 150"/>
                <a:gd name="p0x4" fmla="*/ 3311 w 3311"/>
                <a:gd name="p0y4" fmla="*/ 150 h 150"/>
                <a:gd name="p0x5" fmla="*/ 3311 w 3311"/>
                <a:gd name="p0y5" fmla="*/ 92 h 150"/>
                <a:gd name="p0x6" fmla="*/ 3244 w 3311"/>
                <a:gd name="p0y6" fmla="*/ 45 h 150"/>
                <a:gd name="p0x7" fmla="*/ 3161 w 3311"/>
                <a:gd name="p0y7" fmla="*/ 45 h 150"/>
                <a:gd name="p0x8" fmla="*/ 150 w 3311"/>
                <a:gd name="p0y8" fmla="*/ 45 h 150"/>
                <a:gd name="p0x9" fmla="*/ 67 w 3311"/>
                <a:gd name="p0y9" fmla="*/ 45 h 150"/>
                <a:gd name="p0x10" fmla="*/ 0 w 3311"/>
                <a:gd name="p0y10" fmla="*/ 92 h 150"/>
                <a:gd name="p0x11" fmla="*/ 0 w 3311"/>
                <a:gd name="p0y11" fmla="*/ 150 h 150"/>
                <a:gd name="p0x12" fmla="*/ 0 w 3311"/>
                <a:gd name="p0y12" fmla="*/ 67 h 150"/>
                <a:gd name="p0x13" fmla="*/ 67 w 3311"/>
                <a:gd name="p0y13" fmla="*/ 0 h 150"/>
                <a:gd name="p0x14" fmla="*/ 150 w 3311"/>
                <a:gd name="p0y14" fmla="*/ 0 h 15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2" name="文本框 11"/>
          <p:cNvSpPr txBox="1"/>
          <p:nvPr>
            <p:custDataLst>
              <p:tags r:id="rId12"/>
            </p:custDataLst>
          </p:nvPr>
        </p:nvSpPr>
        <p:spPr>
          <a:xfrm>
            <a:off x="794366" y="3701434"/>
            <a:ext cx="1428750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12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账号注册与首次提问</a:t>
            </a:r>
            <a:endParaRPr sz="1125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672922" y="3933368"/>
            <a:ext cx="1671638" cy="34954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95250" algn="ctr">
              <a:lnSpc>
                <a:spcPct val="108000"/>
              </a:lnSpc>
            </a:pP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课后</a:t>
            </a:r>
            <a:r>
              <a:rPr lang="en-US" alt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小时内完成</a:t>
            </a:r>
            <a:r>
              <a:rPr lang="en-US" alt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账号注册，并进行首次有效提问体验</a:t>
            </a:r>
            <a:endParaRPr lang="zh-CN" altLang="en-US"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4"/>
            </p:custDataLst>
          </p:nvPr>
        </p:nvSpPr>
        <p:spPr>
          <a:xfrm>
            <a:off x="3515995" y="2434590"/>
            <a:ext cx="571500" cy="295275"/>
          </a:xfrm>
          <a:custGeom>
            <a:avLst/>
            <a:gdLst>
              <a:gd name="sw" fmla="*/ 1 w 900"/>
              <a:gd name="sh" fmla="*/ 1 h 465"/>
              <a:gd name="mins" fmla="min sw sh"/>
              <a:gd name="dsw" fmla="+- 0 sw mins"/>
              <a:gd name="dsh" fmla="+- 0 sh mins"/>
              <a:gd name="p0x0" fmla="*/ 232 w 900"/>
              <a:gd name="p0y0" fmla="*/ 0 h 465"/>
              <a:gd name="p0x1" fmla="*/ 667 w 900"/>
              <a:gd name="p0y1" fmla="*/ 0 h 465"/>
              <a:gd name="p0x2" fmla="*/ 795 w 900"/>
              <a:gd name="p0y2" fmla="*/ 0 h 465"/>
              <a:gd name="p0x3" fmla="*/ 900 w 900"/>
              <a:gd name="p0y3" fmla="*/ 104 h 465"/>
              <a:gd name="p0x4" fmla="*/ 900 w 900"/>
              <a:gd name="p0y4" fmla="*/ 232 h 465"/>
              <a:gd name="p0x5" fmla="*/ 900 w 900"/>
              <a:gd name="p0y5" fmla="*/ 360 h 465"/>
              <a:gd name="p0x6" fmla="*/ 795 w 900"/>
              <a:gd name="p0y6" fmla="*/ 465 h 465"/>
              <a:gd name="p0x7" fmla="*/ 667 w 900"/>
              <a:gd name="p0y7" fmla="*/ 465 h 465"/>
              <a:gd name="p0x8" fmla="*/ 232 w 900"/>
              <a:gd name="p0y8" fmla="*/ 465 h 465"/>
              <a:gd name="p0x9" fmla="*/ 104 w 900"/>
              <a:gd name="p0y9" fmla="*/ 465 h 465"/>
              <a:gd name="p0x10" fmla="*/ 0 w 900"/>
              <a:gd name="p0y10" fmla="*/ 360 h 465"/>
              <a:gd name="p0x11" fmla="*/ 0 w 900"/>
              <a:gd name="p0y11" fmla="*/ 232 h 465"/>
              <a:gd name="p0x12" fmla="*/ 0 w 900"/>
              <a:gd name="p0y12" fmla="*/ 104 h 465"/>
              <a:gd name="p0x13" fmla="*/ 104 w 900"/>
              <a:gd name="p0y13" fmla="*/ 0 h 465"/>
              <a:gd name="p0x14" fmla="*/ 232 w 900"/>
              <a:gd name="p0y14" fmla="*/ 0 h 4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  <a:effectLst>
            <a:outerShdw blurRad="71438" dist="28575" dir="5399999" algn="ctr" rotWithShape="0">
              <a:srgbClr val="000000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5"/>
            </p:custDataLst>
          </p:nvPr>
        </p:nvSpPr>
        <p:spPr>
          <a:xfrm>
            <a:off x="3573732" y="2472709"/>
            <a:ext cx="457200" cy="2190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本周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6"/>
            </p:custDataLst>
          </p:nvPr>
        </p:nvSpPr>
        <p:spPr>
          <a:xfrm>
            <a:off x="3578225" y="2839085"/>
            <a:ext cx="447675" cy="447675"/>
          </a:xfrm>
          <a:custGeom>
            <a:avLst/>
            <a:gdLst>
              <a:gd name="sw" fmla="*/ 1 w 705"/>
              <a:gd name="sh" fmla="*/ 1 h 705"/>
              <a:gd name="mins" fmla="min sw sh"/>
              <a:gd name="dsw" fmla="+- 0 sw mins"/>
              <a:gd name="dsh" fmla="+- 0 sh mins"/>
              <a:gd name="p0x0" fmla="*/ 352 w 705"/>
              <a:gd name="p0y0" fmla="*/ 0 h 705"/>
              <a:gd name="p0x1" fmla="*/ 547 w 705"/>
              <a:gd name="p0y1" fmla="*/ 0 h 705"/>
              <a:gd name="p0x2" fmla="*/ 705 w 705"/>
              <a:gd name="p0y2" fmla="*/ 157 h 705"/>
              <a:gd name="p0x3" fmla="*/ 705 w 705"/>
              <a:gd name="p0y3" fmla="*/ 352 h 705"/>
              <a:gd name="p0x4" fmla="*/ 705 w 705"/>
              <a:gd name="p0y4" fmla="*/ 547 h 705"/>
              <a:gd name="p0x5" fmla="*/ 547 w 705"/>
              <a:gd name="p0y5" fmla="*/ 705 h 705"/>
              <a:gd name="p0x6" fmla="*/ 352 w 705"/>
              <a:gd name="p0y6" fmla="*/ 705 h 705"/>
              <a:gd name="p0x7" fmla="*/ 157 w 705"/>
              <a:gd name="p0y7" fmla="*/ 705 h 705"/>
              <a:gd name="p0x8" fmla="*/ 0 w 705"/>
              <a:gd name="p0y8" fmla="*/ 547 h 705"/>
              <a:gd name="p0x9" fmla="*/ 0 w 705"/>
              <a:gd name="p0y9" fmla="*/ 352 h 705"/>
              <a:gd name="p0x10" fmla="*/ 0 w 705"/>
              <a:gd name="p0y10" fmla="*/ 157 h 705"/>
              <a:gd name="p0x11" fmla="*/ 157 w 705"/>
              <a:gd name="p0y11" fmla="*/ 0 h 705"/>
              <a:gd name="p0x12" fmla="*/ 352 w 705"/>
              <a:gd name="p0y12" fmla="*/ 0 h 7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/>
          </a:solidFill>
          <a:ln w="28575" cmpd="sng">
            <a:solidFill>
              <a:srgbClr val="06B6D4"/>
            </a:solidFill>
            <a:prstDash val="solid"/>
          </a:ln>
          <a:effectLst>
            <a:outerShdw blurRad="114300" dist="28575" dir="5399999" algn="ctr" rotWithShape="0">
              <a:srgbClr val="000000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t="-2500" b="-2500"/>
          <a:stretch>
            <a:fillRect/>
          </a:stretch>
        </p:blipFill>
        <p:spPr>
          <a:xfrm>
            <a:off x="3730625" y="2962910"/>
            <a:ext cx="142875" cy="200025"/>
          </a:xfrm>
          <a:prstGeom prst="rect">
            <a:avLst/>
          </a:prstGeom>
        </p:spPr>
      </p:pic>
      <p:grpSp>
        <p:nvGrpSpPr>
          <p:cNvPr id="55" name="组合 54"/>
          <p:cNvGrpSpPr/>
          <p:nvPr/>
        </p:nvGrpSpPr>
        <p:grpSpPr>
          <a:xfrm>
            <a:off x="2750185" y="3444240"/>
            <a:ext cx="2103120" cy="1054100"/>
            <a:chOff x="4331" y="5424"/>
            <a:chExt cx="3312" cy="1660"/>
          </a:xfrm>
          <a:effectLst>
            <a:outerShdw blurRad="214313" dist="76200" dir="5399999" algn="ctr" rotWithShape="0">
              <a:srgbClr val="000000">
                <a:alpha val="5098"/>
              </a:srgbClr>
            </a:outerShdw>
          </a:effectLst>
        </p:grpSpPr>
        <p:sp>
          <p:nvSpPr>
            <p:cNvPr id="18" name="任意多边形 17"/>
            <p:cNvSpPr/>
            <p:nvPr>
              <p:custDataLst>
                <p:tags r:id="rId20"/>
              </p:custDataLst>
            </p:nvPr>
          </p:nvSpPr>
          <p:spPr>
            <a:xfrm>
              <a:off x="4331" y="5424"/>
              <a:ext cx="3312" cy="1661"/>
            </a:xfrm>
            <a:custGeom>
              <a:avLst/>
              <a:gdLst>
                <a:gd name="sw" fmla="*/ 1 w 3311"/>
                <a:gd name="sh" fmla="*/ 1 h 1661"/>
                <a:gd name="mins" fmla="min sw sh"/>
                <a:gd name="dsw" fmla="+- 0 sw mins"/>
                <a:gd name="dsh" fmla="+- 0 sh mins"/>
                <a:gd name="p0x0" fmla="*/ 150 w 3311"/>
                <a:gd name="p0y0" fmla="*/ 0 h 1661"/>
                <a:gd name="p0x1" fmla="*/ 3161 w 3311"/>
                <a:gd name="p0y1" fmla="*/ 0 h 1661"/>
                <a:gd name="p0x2" fmla="*/ 3244 w 3311"/>
                <a:gd name="p0y2" fmla="*/ 0 h 1661"/>
                <a:gd name="p0x3" fmla="*/ 3311 w 3311"/>
                <a:gd name="p0y3" fmla="*/ 67 h 1661"/>
                <a:gd name="p0x4" fmla="*/ 3311 w 3311"/>
                <a:gd name="p0y4" fmla="*/ 150 h 1661"/>
                <a:gd name="p0x5" fmla="*/ 3311 w 3311"/>
                <a:gd name="p0y5" fmla="*/ 1511 h 1661"/>
                <a:gd name="p0x6" fmla="*/ 3311 w 3311"/>
                <a:gd name="p0y6" fmla="*/ 1594 h 1661"/>
                <a:gd name="p0x7" fmla="*/ 3244 w 3311"/>
                <a:gd name="p0y7" fmla="*/ 1661 h 1661"/>
                <a:gd name="p0x8" fmla="*/ 3161 w 3311"/>
                <a:gd name="p0y8" fmla="*/ 1661 h 1661"/>
                <a:gd name="p0x9" fmla="*/ 150 w 3311"/>
                <a:gd name="p0y9" fmla="*/ 1661 h 1661"/>
                <a:gd name="p0x10" fmla="*/ 67 w 3311"/>
                <a:gd name="p0y10" fmla="*/ 1661 h 1661"/>
                <a:gd name="p0x11" fmla="*/ 0 w 3311"/>
                <a:gd name="p0y11" fmla="*/ 1594 h 1661"/>
                <a:gd name="p0x12" fmla="*/ 0 w 3311"/>
                <a:gd name="p0y12" fmla="*/ 1511 h 1661"/>
                <a:gd name="p0x13" fmla="*/ 0 w 3311"/>
                <a:gd name="p0y13" fmla="*/ 150 h 1661"/>
                <a:gd name="p0x14" fmla="*/ 0 w 3311"/>
                <a:gd name="p0y14" fmla="*/ 67 h 1661"/>
                <a:gd name="p0x15" fmla="*/ 67 w 3311"/>
                <a:gd name="p0y15" fmla="*/ 0 h 1661"/>
                <a:gd name="p0x16" fmla="*/ 150 w 3311"/>
                <a:gd name="p0y16" fmla="*/ 0 h 166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>
              <p:custDataLst>
                <p:tags r:id="rId21"/>
              </p:custDataLst>
            </p:nvPr>
          </p:nvSpPr>
          <p:spPr>
            <a:xfrm>
              <a:off x="4331" y="5424"/>
              <a:ext cx="3312" cy="150"/>
            </a:xfrm>
            <a:custGeom>
              <a:avLst/>
              <a:gdLst>
                <a:gd name="sw" fmla="*/ 1 w 3311"/>
                <a:gd name="sh" fmla="*/ 1 h 150"/>
                <a:gd name="mins" fmla="min sw sh"/>
                <a:gd name="dsw" fmla="+- 0 sw mins"/>
                <a:gd name="dsh" fmla="+- 0 sh mins"/>
                <a:gd name="p0x0" fmla="*/ 150 w 3311"/>
                <a:gd name="p0y0" fmla="*/ 0 h 150"/>
                <a:gd name="p0x1" fmla="*/ 3161 w 3311"/>
                <a:gd name="p0y1" fmla="*/ 0 h 150"/>
                <a:gd name="p0x2" fmla="*/ 3244 w 3311"/>
                <a:gd name="p0y2" fmla="*/ 0 h 150"/>
                <a:gd name="p0x3" fmla="*/ 3311 w 3311"/>
                <a:gd name="p0y3" fmla="*/ 67 h 150"/>
                <a:gd name="p0x4" fmla="*/ 3311 w 3311"/>
                <a:gd name="p0y4" fmla="*/ 150 h 150"/>
                <a:gd name="p0x5" fmla="*/ 3311 w 3311"/>
                <a:gd name="p0y5" fmla="*/ 92 h 150"/>
                <a:gd name="p0x6" fmla="*/ 3244 w 3311"/>
                <a:gd name="p0y6" fmla="*/ 45 h 150"/>
                <a:gd name="p0x7" fmla="*/ 3161 w 3311"/>
                <a:gd name="p0y7" fmla="*/ 45 h 150"/>
                <a:gd name="p0x8" fmla="*/ 150 w 3311"/>
                <a:gd name="p0y8" fmla="*/ 45 h 150"/>
                <a:gd name="p0x9" fmla="*/ 67 w 3311"/>
                <a:gd name="p0y9" fmla="*/ 45 h 150"/>
                <a:gd name="p0x10" fmla="*/ 0 w 3311"/>
                <a:gd name="p0y10" fmla="*/ 92 h 150"/>
                <a:gd name="p0x11" fmla="*/ 0 w 3311"/>
                <a:gd name="p0y11" fmla="*/ 150 h 150"/>
                <a:gd name="p0x12" fmla="*/ 0 w 3311"/>
                <a:gd name="p0y12" fmla="*/ 67 h 150"/>
                <a:gd name="p0x13" fmla="*/ 67 w 3311"/>
                <a:gd name="p0y13" fmla="*/ 0 h 150"/>
                <a:gd name="p0x14" fmla="*/ 150 w 3311"/>
                <a:gd name="p0y14" fmla="*/ 0 h 15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1" name="文本框 20"/>
          <p:cNvSpPr txBox="1"/>
          <p:nvPr>
            <p:custDataLst>
              <p:tags r:id="rId22"/>
            </p:custDataLst>
          </p:nvPr>
        </p:nvSpPr>
        <p:spPr>
          <a:xfrm>
            <a:off x="3307032" y="3701434"/>
            <a:ext cx="990600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12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</a:t>
            </a:r>
            <a:r>
              <a:rPr lang="en-US" altLang="zh-CN" sz="112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PPT</a:t>
            </a:r>
            <a:r>
              <a:rPr lang="zh-CN" altLang="en-US" sz="112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草稿</a:t>
            </a:r>
            <a:endParaRPr lang="zh-CN" altLang="en-US" sz="1125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23"/>
            </p:custDataLst>
          </p:nvPr>
        </p:nvSpPr>
        <p:spPr>
          <a:xfrm>
            <a:off x="3014139" y="3933368"/>
            <a:ext cx="1576388" cy="34954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8000"/>
              </a:lnSpc>
            </a:pP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工具生成</a:t>
            </a:r>
            <a:r>
              <a:rPr lang="en-US" alt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PPT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框架与内容草稿，提升创作效率</a:t>
            </a:r>
            <a:endParaRPr lang="zh-CN" altLang="en-US"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4"/>
            </p:custDataLst>
          </p:nvPr>
        </p:nvSpPr>
        <p:spPr>
          <a:xfrm>
            <a:off x="5809615" y="2434590"/>
            <a:ext cx="571500" cy="295275"/>
          </a:xfrm>
          <a:custGeom>
            <a:avLst/>
            <a:gdLst>
              <a:gd name="sw" fmla="*/ 1 w 900"/>
              <a:gd name="sh" fmla="*/ 1 h 465"/>
              <a:gd name="mins" fmla="min sw sh"/>
              <a:gd name="dsw" fmla="+- 0 sw mins"/>
              <a:gd name="dsh" fmla="+- 0 sh mins"/>
              <a:gd name="p0x0" fmla="*/ 232 w 900"/>
              <a:gd name="p0y0" fmla="*/ 0 h 465"/>
              <a:gd name="p0x1" fmla="*/ 667 w 900"/>
              <a:gd name="p0y1" fmla="*/ 0 h 465"/>
              <a:gd name="p0x2" fmla="*/ 795 w 900"/>
              <a:gd name="p0y2" fmla="*/ 0 h 465"/>
              <a:gd name="p0x3" fmla="*/ 900 w 900"/>
              <a:gd name="p0y3" fmla="*/ 104 h 465"/>
              <a:gd name="p0x4" fmla="*/ 900 w 900"/>
              <a:gd name="p0y4" fmla="*/ 232 h 465"/>
              <a:gd name="p0x5" fmla="*/ 900 w 900"/>
              <a:gd name="p0y5" fmla="*/ 360 h 465"/>
              <a:gd name="p0x6" fmla="*/ 795 w 900"/>
              <a:gd name="p0y6" fmla="*/ 465 h 465"/>
              <a:gd name="p0x7" fmla="*/ 667 w 900"/>
              <a:gd name="p0y7" fmla="*/ 465 h 465"/>
              <a:gd name="p0x8" fmla="*/ 232 w 900"/>
              <a:gd name="p0y8" fmla="*/ 465 h 465"/>
              <a:gd name="p0x9" fmla="*/ 104 w 900"/>
              <a:gd name="p0y9" fmla="*/ 465 h 465"/>
              <a:gd name="p0x10" fmla="*/ 0 w 900"/>
              <a:gd name="p0y10" fmla="*/ 360 h 465"/>
              <a:gd name="p0x11" fmla="*/ 0 w 900"/>
              <a:gd name="p0y11" fmla="*/ 232 h 465"/>
              <a:gd name="p0x12" fmla="*/ 0 w 900"/>
              <a:gd name="p0y12" fmla="*/ 104 h 465"/>
              <a:gd name="p0x13" fmla="*/ 104 w 900"/>
              <a:gd name="p0y13" fmla="*/ 0 h 465"/>
              <a:gd name="p0x14" fmla="*/ 232 w 900"/>
              <a:gd name="p0y14" fmla="*/ 0 h 4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  <a:effectLst>
            <a:outerShdw blurRad="71438" dist="28575" dir="5399999" algn="ctr" rotWithShape="0">
              <a:srgbClr val="000000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5"/>
            </p:custDataLst>
          </p:nvPr>
        </p:nvSpPr>
        <p:spPr>
          <a:xfrm>
            <a:off x="5867324" y="2472709"/>
            <a:ext cx="457200" cy="2190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本月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26"/>
            </p:custDataLst>
          </p:nvPr>
        </p:nvSpPr>
        <p:spPr>
          <a:xfrm>
            <a:off x="5871845" y="2839085"/>
            <a:ext cx="447675" cy="447675"/>
          </a:xfrm>
          <a:custGeom>
            <a:avLst/>
            <a:gdLst>
              <a:gd name="sw" fmla="*/ 1 w 705"/>
              <a:gd name="sh" fmla="*/ 1 h 705"/>
              <a:gd name="mins" fmla="min sw sh"/>
              <a:gd name="dsw" fmla="+- 0 sw mins"/>
              <a:gd name="dsh" fmla="+- 0 sh mins"/>
              <a:gd name="p0x0" fmla="*/ 352 w 705"/>
              <a:gd name="p0y0" fmla="*/ 0 h 705"/>
              <a:gd name="p0x1" fmla="*/ 547 w 705"/>
              <a:gd name="p0y1" fmla="*/ 0 h 705"/>
              <a:gd name="p0x2" fmla="*/ 705 w 705"/>
              <a:gd name="p0y2" fmla="*/ 157 h 705"/>
              <a:gd name="p0x3" fmla="*/ 705 w 705"/>
              <a:gd name="p0y3" fmla="*/ 352 h 705"/>
              <a:gd name="p0x4" fmla="*/ 705 w 705"/>
              <a:gd name="p0y4" fmla="*/ 547 h 705"/>
              <a:gd name="p0x5" fmla="*/ 547 w 705"/>
              <a:gd name="p0y5" fmla="*/ 705 h 705"/>
              <a:gd name="p0x6" fmla="*/ 352 w 705"/>
              <a:gd name="p0y6" fmla="*/ 705 h 705"/>
              <a:gd name="p0x7" fmla="*/ 157 w 705"/>
              <a:gd name="p0y7" fmla="*/ 705 h 705"/>
              <a:gd name="p0x8" fmla="*/ 0 w 705"/>
              <a:gd name="p0y8" fmla="*/ 547 h 705"/>
              <a:gd name="p0x9" fmla="*/ 0 w 705"/>
              <a:gd name="p0y9" fmla="*/ 352 h 705"/>
              <a:gd name="p0x10" fmla="*/ 0 w 705"/>
              <a:gd name="p0y10" fmla="*/ 157 h 705"/>
              <a:gd name="p0x11" fmla="*/ 157 w 705"/>
              <a:gd name="p0y11" fmla="*/ 0 h 705"/>
              <a:gd name="p0x12" fmla="*/ 352 w 705"/>
              <a:gd name="p0y12" fmla="*/ 0 h 7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/>
          </a:solidFill>
          <a:ln w="28575" cmpd="sng">
            <a:solidFill>
              <a:srgbClr val="06B6D4"/>
            </a:solidFill>
            <a:prstDash val="solid"/>
          </a:ln>
          <a:effectLst>
            <a:outerShdw blurRad="114300" dist="28575" dir="5399999" algn="ctr" rotWithShape="0">
              <a:srgbClr val="000000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t="-2500" b="-2500"/>
          <a:stretch>
            <a:fillRect/>
          </a:stretch>
        </p:blipFill>
        <p:spPr>
          <a:xfrm>
            <a:off x="5976620" y="2962910"/>
            <a:ext cx="238125" cy="200025"/>
          </a:xfrm>
          <a:prstGeom prst="rect">
            <a:avLst/>
          </a:prstGeom>
        </p:spPr>
      </p:pic>
      <p:grpSp>
        <p:nvGrpSpPr>
          <p:cNvPr id="56" name="组合 55"/>
          <p:cNvGrpSpPr/>
          <p:nvPr/>
        </p:nvGrpSpPr>
        <p:grpSpPr>
          <a:xfrm>
            <a:off x="5043805" y="3444240"/>
            <a:ext cx="2103120" cy="1054100"/>
            <a:chOff x="7943" y="5424"/>
            <a:chExt cx="3312" cy="1660"/>
          </a:xfrm>
          <a:effectLst>
            <a:outerShdw blurRad="214313" dist="76200" dir="5399999" algn="ctr" rotWithShape="0">
              <a:srgbClr val="000000">
                <a:alpha val="5098"/>
              </a:srgbClr>
            </a:outerShdw>
          </a:effectLst>
        </p:grpSpPr>
        <p:sp>
          <p:nvSpPr>
            <p:cNvPr id="27" name="任意多边形 26"/>
            <p:cNvSpPr/>
            <p:nvPr>
              <p:custDataLst>
                <p:tags r:id="rId30"/>
              </p:custDataLst>
            </p:nvPr>
          </p:nvSpPr>
          <p:spPr>
            <a:xfrm>
              <a:off x="7943" y="5424"/>
              <a:ext cx="3312" cy="1661"/>
            </a:xfrm>
            <a:custGeom>
              <a:avLst/>
              <a:gdLst>
                <a:gd name="sw" fmla="*/ 1 w 3311"/>
                <a:gd name="sh" fmla="*/ 1 h 1661"/>
                <a:gd name="mins" fmla="min sw sh"/>
                <a:gd name="dsw" fmla="+- 0 sw mins"/>
                <a:gd name="dsh" fmla="+- 0 sh mins"/>
                <a:gd name="p0x0" fmla="*/ 150 w 3311"/>
                <a:gd name="p0y0" fmla="*/ 0 h 1661"/>
                <a:gd name="p0x1" fmla="*/ 3161 w 3311"/>
                <a:gd name="p0y1" fmla="*/ 0 h 1661"/>
                <a:gd name="p0x2" fmla="*/ 3244 w 3311"/>
                <a:gd name="p0y2" fmla="*/ 0 h 1661"/>
                <a:gd name="p0x3" fmla="*/ 3311 w 3311"/>
                <a:gd name="p0y3" fmla="*/ 67 h 1661"/>
                <a:gd name="p0x4" fmla="*/ 3311 w 3311"/>
                <a:gd name="p0y4" fmla="*/ 150 h 1661"/>
                <a:gd name="p0x5" fmla="*/ 3311 w 3311"/>
                <a:gd name="p0y5" fmla="*/ 1511 h 1661"/>
                <a:gd name="p0x6" fmla="*/ 3311 w 3311"/>
                <a:gd name="p0y6" fmla="*/ 1594 h 1661"/>
                <a:gd name="p0x7" fmla="*/ 3244 w 3311"/>
                <a:gd name="p0y7" fmla="*/ 1661 h 1661"/>
                <a:gd name="p0x8" fmla="*/ 3161 w 3311"/>
                <a:gd name="p0y8" fmla="*/ 1661 h 1661"/>
                <a:gd name="p0x9" fmla="*/ 150 w 3311"/>
                <a:gd name="p0y9" fmla="*/ 1661 h 1661"/>
                <a:gd name="p0x10" fmla="*/ 67 w 3311"/>
                <a:gd name="p0y10" fmla="*/ 1661 h 1661"/>
                <a:gd name="p0x11" fmla="*/ 0 w 3311"/>
                <a:gd name="p0y11" fmla="*/ 1594 h 1661"/>
                <a:gd name="p0x12" fmla="*/ 0 w 3311"/>
                <a:gd name="p0y12" fmla="*/ 1511 h 1661"/>
                <a:gd name="p0x13" fmla="*/ 0 w 3311"/>
                <a:gd name="p0y13" fmla="*/ 150 h 1661"/>
                <a:gd name="p0x14" fmla="*/ 0 w 3311"/>
                <a:gd name="p0y14" fmla="*/ 67 h 1661"/>
                <a:gd name="p0x15" fmla="*/ 67 w 3311"/>
                <a:gd name="p0y15" fmla="*/ 0 h 1661"/>
                <a:gd name="p0x16" fmla="*/ 150 w 3311"/>
                <a:gd name="p0y16" fmla="*/ 0 h 166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任意多边形 27"/>
            <p:cNvSpPr/>
            <p:nvPr>
              <p:custDataLst>
                <p:tags r:id="rId31"/>
              </p:custDataLst>
            </p:nvPr>
          </p:nvSpPr>
          <p:spPr>
            <a:xfrm>
              <a:off x="7943" y="5424"/>
              <a:ext cx="3312" cy="150"/>
            </a:xfrm>
            <a:custGeom>
              <a:avLst/>
              <a:gdLst>
                <a:gd name="sw" fmla="*/ 1 w 3311"/>
                <a:gd name="sh" fmla="*/ 1 h 150"/>
                <a:gd name="mins" fmla="min sw sh"/>
                <a:gd name="dsw" fmla="+- 0 sw mins"/>
                <a:gd name="dsh" fmla="+- 0 sh mins"/>
                <a:gd name="p0x0" fmla="*/ 150 w 3311"/>
                <a:gd name="p0y0" fmla="*/ 0 h 150"/>
                <a:gd name="p0x1" fmla="*/ 3161 w 3311"/>
                <a:gd name="p0y1" fmla="*/ 0 h 150"/>
                <a:gd name="p0x2" fmla="*/ 3244 w 3311"/>
                <a:gd name="p0y2" fmla="*/ 0 h 150"/>
                <a:gd name="p0x3" fmla="*/ 3311 w 3311"/>
                <a:gd name="p0y3" fmla="*/ 67 h 150"/>
                <a:gd name="p0x4" fmla="*/ 3311 w 3311"/>
                <a:gd name="p0y4" fmla="*/ 150 h 150"/>
                <a:gd name="p0x5" fmla="*/ 3311 w 3311"/>
                <a:gd name="p0y5" fmla="*/ 92 h 150"/>
                <a:gd name="p0x6" fmla="*/ 3244 w 3311"/>
                <a:gd name="p0y6" fmla="*/ 45 h 150"/>
                <a:gd name="p0x7" fmla="*/ 3161 w 3311"/>
                <a:gd name="p0y7" fmla="*/ 45 h 150"/>
                <a:gd name="p0x8" fmla="*/ 150 w 3311"/>
                <a:gd name="p0y8" fmla="*/ 45 h 150"/>
                <a:gd name="p0x9" fmla="*/ 67 w 3311"/>
                <a:gd name="p0y9" fmla="*/ 45 h 150"/>
                <a:gd name="p0x10" fmla="*/ 0 w 3311"/>
                <a:gd name="p0y10" fmla="*/ 92 h 150"/>
                <a:gd name="p0x11" fmla="*/ 0 w 3311"/>
                <a:gd name="p0y11" fmla="*/ 150 h 150"/>
                <a:gd name="p0x12" fmla="*/ 0 w 3311"/>
                <a:gd name="p0y12" fmla="*/ 67 h 150"/>
                <a:gd name="p0x13" fmla="*/ 67 w 3311"/>
                <a:gd name="p0y13" fmla="*/ 0 h 150"/>
                <a:gd name="p0x14" fmla="*/ 150 w 3311"/>
                <a:gd name="p0y14" fmla="*/ 0 h 15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0" name="文本框 29"/>
          <p:cNvSpPr txBox="1"/>
          <p:nvPr>
            <p:custDataLst>
              <p:tags r:id="rId32"/>
            </p:custDataLst>
          </p:nvPr>
        </p:nvSpPr>
        <p:spPr>
          <a:xfrm>
            <a:off x="5595861" y="3701434"/>
            <a:ext cx="1000125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12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搭建周报助手</a:t>
            </a:r>
            <a:endParaRPr sz="1125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33"/>
            </p:custDataLst>
          </p:nvPr>
        </p:nvSpPr>
        <p:spPr>
          <a:xfrm>
            <a:off x="5295824" y="3933368"/>
            <a:ext cx="1600200" cy="34954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8000"/>
              </a:lnSpc>
            </a:pP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创建简单的</a:t>
            </a:r>
            <a:r>
              <a:rPr lang="en-US" alt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智能体，实现周报自动生成与数据汇总</a:t>
            </a:r>
            <a:endParaRPr lang="zh-CN" altLang="en-US"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34"/>
            </p:custDataLst>
          </p:nvPr>
        </p:nvSpPr>
        <p:spPr>
          <a:xfrm>
            <a:off x="8103235" y="2434590"/>
            <a:ext cx="571500" cy="295275"/>
          </a:xfrm>
          <a:custGeom>
            <a:avLst/>
            <a:gdLst>
              <a:gd name="sw" fmla="*/ 1 w 900"/>
              <a:gd name="sh" fmla="*/ 1 h 465"/>
              <a:gd name="mins" fmla="min sw sh"/>
              <a:gd name="dsw" fmla="+- 0 sw mins"/>
              <a:gd name="dsh" fmla="+- 0 sh mins"/>
              <a:gd name="p0x0" fmla="*/ 232 w 900"/>
              <a:gd name="p0y0" fmla="*/ 0 h 465"/>
              <a:gd name="p0x1" fmla="*/ 667 w 900"/>
              <a:gd name="p0y1" fmla="*/ 0 h 465"/>
              <a:gd name="p0x2" fmla="*/ 795 w 900"/>
              <a:gd name="p0y2" fmla="*/ 0 h 465"/>
              <a:gd name="p0x3" fmla="*/ 900 w 900"/>
              <a:gd name="p0y3" fmla="*/ 104 h 465"/>
              <a:gd name="p0x4" fmla="*/ 900 w 900"/>
              <a:gd name="p0y4" fmla="*/ 232 h 465"/>
              <a:gd name="p0x5" fmla="*/ 900 w 900"/>
              <a:gd name="p0y5" fmla="*/ 360 h 465"/>
              <a:gd name="p0x6" fmla="*/ 795 w 900"/>
              <a:gd name="p0y6" fmla="*/ 465 h 465"/>
              <a:gd name="p0x7" fmla="*/ 667 w 900"/>
              <a:gd name="p0y7" fmla="*/ 465 h 465"/>
              <a:gd name="p0x8" fmla="*/ 232 w 900"/>
              <a:gd name="p0y8" fmla="*/ 465 h 465"/>
              <a:gd name="p0x9" fmla="*/ 104 w 900"/>
              <a:gd name="p0y9" fmla="*/ 465 h 465"/>
              <a:gd name="p0x10" fmla="*/ 0 w 900"/>
              <a:gd name="p0y10" fmla="*/ 360 h 465"/>
              <a:gd name="p0x11" fmla="*/ 0 w 900"/>
              <a:gd name="p0y11" fmla="*/ 232 h 465"/>
              <a:gd name="p0x12" fmla="*/ 0 w 900"/>
              <a:gd name="p0y12" fmla="*/ 104 h 465"/>
              <a:gd name="p0x13" fmla="*/ 104 w 900"/>
              <a:gd name="p0y13" fmla="*/ 0 h 465"/>
              <a:gd name="p0x14" fmla="*/ 232 w 900"/>
              <a:gd name="p0y14" fmla="*/ 0 h 4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  <a:effectLst>
            <a:outerShdw blurRad="71438" dist="28575" dir="5399999" algn="ctr" rotWithShape="0">
              <a:srgbClr val="000000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35"/>
            </p:custDataLst>
          </p:nvPr>
        </p:nvSpPr>
        <p:spPr>
          <a:xfrm>
            <a:off x="8160915" y="2472709"/>
            <a:ext cx="457200" cy="2190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心法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36"/>
            </p:custDataLst>
          </p:nvPr>
        </p:nvSpPr>
        <p:spPr>
          <a:xfrm>
            <a:off x="8165465" y="2839085"/>
            <a:ext cx="447675" cy="447675"/>
          </a:xfrm>
          <a:custGeom>
            <a:avLst/>
            <a:gdLst>
              <a:gd name="sw" fmla="*/ 1 w 705"/>
              <a:gd name="sh" fmla="*/ 1 h 705"/>
              <a:gd name="mins" fmla="min sw sh"/>
              <a:gd name="dsw" fmla="+- 0 sw mins"/>
              <a:gd name="dsh" fmla="+- 0 sh mins"/>
              <a:gd name="p0x0" fmla="*/ 352 w 705"/>
              <a:gd name="p0y0" fmla="*/ 0 h 705"/>
              <a:gd name="p0x1" fmla="*/ 547 w 705"/>
              <a:gd name="p0y1" fmla="*/ 0 h 705"/>
              <a:gd name="p0x2" fmla="*/ 705 w 705"/>
              <a:gd name="p0y2" fmla="*/ 157 h 705"/>
              <a:gd name="p0x3" fmla="*/ 705 w 705"/>
              <a:gd name="p0y3" fmla="*/ 352 h 705"/>
              <a:gd name="p0x4" fmla="*/ 705 w 705"/>
              <a:gd name="p0y4" fmla="*/ 547 h 705"/>
              <a:gd name="p0x5" fmla="*/ 547 w 705"/>
              <a:gd name="p0y5" fmla="*/ 705 h 705"/>
              <a:gd name="p0x6" fmla="*/ 352 w 705"/>
              <a:gd name="p0y6" fmla="*/ 705 h 705"/>
              <a:gd name="p0x7" fmla="*/ 157 w 705"/>
              <a:gd name="p0y7" fmla="*/ 705 h 705"/>
              <a:gd name="p0x8" fmla="*/ 0 w 705"/>
              <a:gd name="p0y8" fmla="*/ 547 h 705"/>
              <a:gd name="p0x9" fmla="*/ 0 w 705"/>
              <a:gd name="p0y9" fmla="*/ 352 h 705"/>
              <a:gd name="p0x10" fmla="*/ 0 w 705"/>
              <a:gd name="p0y10" fmla="*/ 157 h 705"/>
              <a:gd name="p0x11" fmla="*/ 157 w 705"/>
              <a:gd name="p0y11" fmla="*/ 0 h 705"/>
              <a:gd name="p0x12" fmla="*/ 352 w 705"/>
              <a:gd name="p0y12" fmla="*/ 0 h 7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/>
          </a:solidFill>
          <a:ln w="28575" cmpd="sng">
            <a:solidFill>
              <a:srgbClr val="06B6D4"/>
            </a:solidFill>
            <a:prstDash val="solid"/>
          </a:ln>
          <a:effectLst>
            <a:outerShdw blurRad="114300" dist="28575" dir="5399999" algn="ctr" rotWithShape="0">
              <a:srgbClr val="000000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 l="-7692" t="-2500" r="-7692" b="-2500"/>
          <a:stretch>
            <a:fillRect/>
          </a:stretch>
        </p:blipFill>
        <p:spPr>
          <a:xfrm>
            <a:off x="8317865" y="2962910"/>
            <a:ext cx="142875" cy="200025"/>
          </a:xfrm>
          <a:prstGeom prst="rect">
            <a:avLst/>
          </a:prstGeom>
        </p:spPr>
      </p:pic>
      <p:grpSp>
        <p:nvGrpSpPr>
          <p:cNvPr id="57" name="组合 56"/>
          <p:cNvGrpSpPr/>
          <p:nvPr/>
        </p:nvGrpSpPr>
        <p:grpSpPr>
          <a:xfrm>
            <a:off x="7337425" y="3444240"/>
            <a:ext cx="2103120" cy="1054100"/>
            <a:chOff x="11555" y="5424"/>
            <a:chExt cx="3312" cy="1660"/>
          </a:xfrm>
          <a:effectLst>
            <a:outerShdw blurRad="214313" dist="76200" dir="5399999" algn="ctr" rotWithShape="0">
              <a:srgbClr val="000000">
                <a:alpha val="5098"/>
              </a:srgbClr>
            </a:outerShdw>
          </a:effectLst>
        </p:grpSpPr>
        <p:sp>
          <p:nvSpPr>
            <p:cNvPr id="36" name="任意多边形 35"/>
            <p:cNvSpPr/>
            <p:nvPr>
              <p:custDataLst>
                <p:tags r:id="rId40"/>
              </p:custDataLst>
            </p:nvPr>
          </p:nvSpPr>
          <p:spPr>
            <a:xfrm>
              <a:off x="11555" y="5424"/>
              <a:ext cx="3312" cy="1661"/>
            </a:xfrm>
            <a:custGeom>
              <a:avLst/>
              <a:gdLst>
                <a:gd name="sw" fmla="*/ 1 w 3311"/>
                <a:gd name="sh" fmla="*/ 1 h 1661"/>
                <a:gd name="mins" fmla="min sw sh"/>
                <a:gd name="dsw" fmla="+- 0 sw mins"/>
                <a:gd name="dsh" fmla="+- 0 sh mins"/>
                <a:gd name="p0x0" fmla="*/ 150 w 3311"/>
                <a:gd name="p0y0" fmla="*/ 0 h 1661"/>
                <a:gd name="p0x1" fmla="*/ 3161 w 3311"/>
                <a:gd name="p0y1" fmla="*/ 0 h 1661"/>
                <a:gd name="p0x2" fmla="*/ 3244 w 3311"/>
                <a:gd name="p0y2" fmla="*/ 0 h 1661"/>
                <a:gd name="p0x3" fmla="*/ 3311 w 3311"/>
                <a:gd name="p0y3" fmla="*/ 67 h 1661"/>
                <a:gd name="p0x4" fmla="*/ 3311 w 3311"/>
                <a:gd name="p0y4" fmla="*/ 150 h 1661"/>
                <a:gd name="p0x5" fmla="*/ 3311 w 3311"/>
                <a:gd name="p0y5" fmla="*/ 1511 h 1661"/>
                <a:gd name="p0x6" fmla="*/ 3311 w 3311"/>
                <a:gd name="p0y6" fmla="*/ 1594 h 1661"/>
                <a:gd name="p0x7" fmla="*/ 3244 w 3311"/>
                <a:gd name="p0y7" fmla="*/ 1661 h 1661"/>
                <a:gd name="p0x8" fmla="*/ 3161 w 3311"/>
                <a:gd name="p0y8" fmla="*/ 1661 h 1661"/>
                <a:gd name="p0x9" fmla="*/ 150 w 3311"/>
                <a:gd name="p0y9" fmla="*/ 1661 h 1661"/>
                <a:gd name="p0x10" fmla="*/ 67 w 3311"/>
                <a:gd name="p0y10" fmla="*/ 1661 h 1661"/>
                <a:gd name="p0x11" fmla="*/ 0 w 3311"/>
                <a:gd name="p0y11" fmla="*/ 1594 h 1661"/>
                <a:gd name="p0x12" fmla="*/ 0 w 3311"/>
                <a:gd name="p0y12" fmla="*/ 1511 h 1661"/>
                <a:gd name="p0x13" fmla="*/ 0 w 3311"/>
                <a:gd name="p0y13" fmla="*/ 150 h 1661"/>
                <a:gd name="p0x14" fmla="*/ 0 w 3311"/>
                <a:gd name="p0y14" fmla="*/ 67 h 1661"/>
                <a:gd name="p0x15" fmla="*/ 67 w 3311"/>
                <a:gd name="p0y15" fmla="*/ 0 h 1661"/>
                <a:gd name="p0x16" fmla="*/ 150 w 3311"/>
                <a:gd name="p0y16" fmla="*/ 0 h 166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任意多边形 36"/>
            <p:cNvSpPr/>
            <p:nvPr>
              <p:custDataLst>
                <p:tags r:id="rId41"/>
              </p:custDataLst>
            </p:nvPr>
          </p:nvSpPr>
          <p:spPr>
            <a:xfrm>
              <a:off x="11555" y="5424"/>
              <a:ext cx="3312" cy="150"/>
            </a:xfrm>
            <a:custGeom>
              <a:avLst/>
              <a:gdLst>
                <a:gd name="sw" fmla="*/ 1 w 3311"/>
                <a:gd name="sh" fmla="*/ 1 h 150"/>
                <a:gd name="mins" fmla="min sw sh"/>
                <a:gd name="dsw" fmla="+- 0 sw mins"/>
                <a:gd name="dsh" fmla="+- 0 sh mins"/>
                <a:gd name="p0x0" fmla="*/ 150 w 3311"/>
                <a:gd name="p0y0" fmla="*/ 0 h 150"/>
                <a:gd name="p0x1" fmla="*/ 3161 w 3311"/>
                <a:gd name="p0y1" fmla="*/ 0 h 150"/>
                <a:gd name="p0x2" fmla="*/ 3244 w 3311"/>
                <a:gd name="p0y2" fmla="*/ 0 h 150"/>
                <a:gd name="p0x3" fmla="*/ 3311 w 3311"/>
                <a:gd name="p0y3" fmla="*/ 67 h 150"/>
                <a:gd name="p0x4" fmla="*/ 3311 w 3311"/>
                <a:gd name="p0y4" fmla="*/ 150 h 150"/>
                <a:gd name="p0x5" fmla="*/ 3311 w 3311"/>
                <a:gd name="p0y5" fmla="*/ 92 h 150"/>
                <a:gd name="p0x6" fmla="*/ 3244 w 3311"/>
                <a:gd name="p0y6" fmla="*/ 45 h 150"/>
                <a:gd name="p0x7" fmla="*/ 3161 w 3311"/>
                <a:gd name="p0y7" fmla="*/ 45 h 150"/>
                <a:gd name="p0x8" fmla="*/ 150 w 3311"/>
                <a:gd name="p0y8" fmla="*/ 45 h 150"/>
                <a:gd name="p0x9" fmla="*/ 67 w 3311"/>
                <a:gd name="p0y9" fmla="*/ 45 h 150"/>
                <a:gd name="p0x10" fmla="*/ 0 w 3311"/>
                <a:gd name="p0y10" fmla="*/ 92 h 150"/>
                <a:gd name="p0x11" fmla="*/ 0 w 3311"/>
                <a:gd name="p0y11" fmla="*/ 150 h 150"/>
                <a:gd name="p0x12" fmla="*/ 0 w 3311"/>
                <a:gd name="p0y12" fmla="*/ 67 h 150"/>
                <a:gd name="p0x13" fmla="*/ 67 w 3311"/>
                <a:gd name="p0y13" fmla="*/ 0 h 150"/>
                <a:gd name="p0x14" fmla="*/ 150 w 3311"/>
                <a:gd name="p0y14" fmla="*/ 0 h 15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9" name="文本框 38"/>
          <p:cNvSpPr txBox="1"/>
          <p:nvPr>
            <p:custDataLst>
              <p:tags r:id="rId42"/>
            </p:custDataLst>
          </p:nvPr>
        </p:nvSpPr>
        <p:spPr>
          <a:xfrm>
            <a:off x="8032328" y="3701434"/>
            <a:ext cx="714375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12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核心认知</a:t>
            </a:r>
            <a:endParaRPr sz="1125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43"/>
            </p:custDataLst>
          </p:nvPr>
        </p:nvSpPr>
        <p:spPr>
          <a:xfrm>
            <a:off x="7589415" y="3933368"/>
            <a:ext cx="1600200" cy="34954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8000"/>
              </a:lnSpc>
            </a:pPr>
            <a:r>
              <a:rPr 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是工具、大模型是大脑、智能体是未来、行动是真理</a:t>
            </a:r>
            <a:endParaRPr lang="zh-CN"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44"/>
            </p:custDataLst>
          </p:nvPr>
        </p:nvSpPr>
        <p:spPr>
          <a:xfrm>
            <a:off x="10396855" y="2434590"/>
            <a:ext cx="571500" cy="295275"/>
          </a:xfrm>
          <a:custGeom>
            <a:avLst/>
            <a:gdLst>
              <a:gd name="sw" fmla="*/ 1 w 900"/>
              <a:gd name="sh" fmla="*/ 1 h 465"/>
              <a:gd name="mins" fmla="min sw sh"/>
              <a:gd name="dsw" fmla="+- 0 sw mins"/>
              <a:gd name="dsh" fmla="+- 0 sh mins"/>
              <a:gd name="p0x0" fmla="*/ 232 w 900"/>
              <a:gd name="p0y0" fmla="*/ 0 h 465"/>
              <a:gd name="p0x1" fmla="*/ 667 w 900"/>
              <a:gd name="p0y1" fmla="*/ 0 h 465"/>
              <a:gd name="p0x2" fmla="*/ 795 w 900"/>
              <a:gd name="p0y2" fmla="*/ 0 h 465"/>
              <a:gd name="p0x3" fmla="*/ 900 w 900"/>
              <a:gd name="p0y3" fmla="*/ 104 h 465"/>
              <a:gd name="p0x4" fmla="*/ 900 w 900"/>
              <a:gd name="p0y4" fmla="*/ 232 h 465"/>
              <a:gd name="p0x5" fmla="*/ 900 w 900"/>
              <a:gd name="p0y5" fmla="*/ 360 h 465"/>
              <a:gd name="p0x6" fmla="*/ 795 w 900"/>
              <a:gd name="p0y6" fmla="*/ 465 h 465"/>
              <a:gd name="p0x7" fmla="*/ 667 w 900"/>
              <a:gd name="p0y7" fmla="*/ 465 h 465"/>
              <a:gd name="p0x8" fmla="*/ 232 w 900"/>
              <a:gd name="p0y8" fmla="*/ 465 h 465"/>
              <a:gd name="p0x9" fmla="*/ 104 w 900"/>
              <a:gd name="p0y9" fmla="*/ 465 h 465"/>
              <a:gd name="p0x10" fmla="*/ 0 w 900"/>
              <a:gd name="p0y10" fmla="*/ 360 h 465"/>
              <a:gd name="p0x11" fmla="*/ 0 w 900"/>
              <a:gd name="p0y11" fmla="*/ 232 h 465"/>
              <a:gd name="p0x12" fmla="*/ 0 w 900"/>
              <a:gd name="p0y12" fmla="*/ 104 h 465"/>
              <a:gd name="p0x13" fmla="*/ 104 w 900"/>
              <a:gd name="p0y13" fmla="*/ 0 h 465"/>
              <a:gd name="p0x14" fmla="*/ 232 w 900"/>
              <a:gd name="p0y14" fmla="*/ 0 h 4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  <a:effectLst>
            <a:outerShdw blurRad="71438" dist="28575" dir="5399999" algn="ctr" rotWithShape="0">
              <a:srgbClr val="000000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45"/>
            </p:custDataLst>
          </p:nvPr>
        </p:nvSpPr>
        <p:spPr>
          <a:xfrm>
            <a:off x="10454507" y="2472709"/>
            <a:ext cx="457200" cy="2190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忠告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任意多边形 42"/>
          <p:cNvSpPr/>
          <p:nvPr>
            <p:custDataLst>
              <p:tags r:id="rId46"/>
            </p:custDataLst>
          </p:nvPr>
        </p:nvSpPr>
        <p:spPr>
          <a:xfrm>
            <a:off x="10459085" y="2839085"/>
            <a:ext cx="447675" cy="447675"/>
          </a:xfrm>
          <a:custGeom>
            <a:avLst/>
            <a:gdLst>
              <a:gd name="sw" fmla="*/ 1 w 705"/>
              <a:gd name="sh" fmla="*/ 1 h 705"/>
              <a:gd name="mins" fmla="min sw sh"/>
              <a:gd name="dsw" fmla="+- 0 sw mins"/>
              <a:gd name="dsh" fmla="+- 0 sh mins"/>
              <a:gd name="p0x0" fmla="*/ 352 w 705"/>
              <a:gd name="p0y0" fmla="*/ 0 h 705"/>
              <a:gd name="p0x1" fmla="*/ 547 w 705"/>
              <a:gd name="p0y1" fmla="*/ 0 h 705"/>
              <a:gd name="p0x2" fmla="*/ 705 w 705"/>
              <a:gd name="p0y2" fmla="*/ 157 h 705"/>
              <a:gd name="p0x3" fmla="*/ 705 w 705"/>
              <a:gd name="p0y3" fmla="*/ 352 h 705"/>
              <a:gd name="p0x4" fmla="*/ 705 w 705"/>
              <a:gd name="p0y4" fmla="*/ 547 h 705"/>
              <a:gd name="p0x5" fmla="*/ 547 w 705"/>
              <a:gd name="p0y5" fmla="*/ 705 h 705"/>
              <a:gd name="p0x6" fmla="*/ 352 w 705"/>
              <a:gd name="p0y6" fmla="*/ 705 h 705"/>
              <a:gd name="p0x7" fmla="*/ 157 w 705"/>
              <a:gd name="p0y7" fmla="*/ 705 h 705"/>
              <a:gd name="p0x8" fmla="*/ 0 w 705"/>
              <a:gd name="p0y8" fmla="*/ 547 h 705"/>
              <a:gd name="p0x9" fmla="*/ 0 w 705"/>
              <a:gd name="p0y9" fmla="*/ 352 h 705"/>
              <a:gd name="p0x10" fmla="*/ 0 w 705"/>
              <a:gd name="p0y10" fmla="*/ 157 h 705"/>
              <a:gd name="p0x11" fmla="*/ 157 w 705"/>
              <a:gd name="p0y11" fmla="*/ 0 h 705"/>
              <a:gd name="p0x12" fmla="*/ 352 w 705"/>
              <a:gd name="p0y12" fmla="*/ 0 h 7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/>
          </a:solidFill>
          <a:ln w="28575" cmpd="sng">
            <a:solidFill>
              <a:srgbClr val="06B6D4"/>
            </a:solidFill>
            <a:prstDash val="solid"/>
          </a:ln>
          <a:effectLst>
            <a:outerShdw blurRad="114300" dist="28575" dir="5399999" algn="ctr" rotWithShape="0">
              <a:srgbClr val="000000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4" name="图片 43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 t="-2500" b="-2500"/>
          <a:stretch>
            <a:fillRect/>
          </a:stretch>
        </p:blipFill>
        <p:spPr>
          <a:xfrm>
            <a:off x="10587355" y="2962910"/>
            <a:ext cx="190500" cy="200025"/>
          </a:xfrm>
          <a:prstGeom prst="rect">
            <a:avLst/>
          </a:prstGeom>
        </p:spPr>
      </p:pic>
      <p:grpSp>
        <p:nvGrpSpPr>
          <p:cNvPr id="58" name="组合 57"/>
          <p:cNvGrpSpPr/>
          <p:nvPr/>
        </p:nvGrpSpPr>
        <p:grpSpPr>
          <a:xfrm>
            <a:off x="9631045" y="3444240"/>
            <a:ext cx="2103120" cy="1054100"/>
            <a:chOff x="15167" y="5424"/>
            <a:chExt cx="3312" cy="1660"/>
          </a:xfrm>
          <a:effectLst>
            <a:outerShdw blurRad="214313" dist="76200" dir="5399999" algn="ctr" rotWithShape="0">
              <a:srgbClr val="000000">
                <a:alpha val="5098"/>
              </a:srgbClr>
            </a:outerShdw>
          </a:effectLst>
        </p:grpSpPr>
        <p:sp>
          <p:nvSpPr>
            <p:cNvPr id="45" name="任意多边形 44"/>
            <p:cNvSpPr/>
            <p:nvPr>
              <p:custDataLst>
                <p:tags r:id="rId50"/>
              </p:custDataLst>
            </p:nvPr>
          </p:nvSpPr>
          <p:spPr>
            <a:xfrm>
              <a:off x="15167" y="5424"/>
              <a:ext cx="3312" cy="1661"/>
            </a:xfrm>
            <a:custGeom>
              <a:avLst/>
              <a:gdLst>
                <a:gd name="sw" fmla="*/ 1 w 3311"/>
                <a:gd name="sh" fmla="*/ 1 h 1661"/>
                <a:gd name="mins" fmla="min sw sh"/>
                <a:gd name="dsw" fmla="+- 0 sw mins"/>
                <a:gd name="dsh" fmla="+- 0 sh mins"/>
                <a:gd name="p0x0" fmla="*/ 150 w 3311"/>
                <a:gd name="p0y0" fmla="*/ 0 h 1661"/>
                <a:gd name="p0x1" fmla="*/ 3161 w 3311"/>
                <a:gd name="p0y1" fmla="*/ 0 h 1661"/>
                <a:gd name="p0x2" fmla="*/ 3244 w 3311"/>
                <a:gd name="p0y2" fmla="*/ 0 h 1661"/>
                <a:gd name="p0x3" fmla="*/ 3311 w 3311"/>
                <a:gd name="p0y3" fmla="*/ 67 h 1661"/>
                <a:gd name="p0x4" fmla="*/ 3311 w 3311"/>
                <a:gd name="p0y4" fmla="*/ 150 h 1661"/>
                <a:gd name="p0x5" fmla="*/ 3311 w 3311"/>
                <a:gd name="p0y5" fmla="*/ 1511 h 1661"/>
                <a:gd name="p0x6" fmla="*/ 3311 w 3311"/>
                <a:gd name="p0y6" fmla="*/ 1594 h 1661"/>
                <a:gd name="p0x7" fmla="*/ 3244 w 3311"/>
                <a:gd name="p0y7" fmla="*/ 1661 h 1661"/>
                <a:gd name="p0x8" fmla="*/ 3161 w 3311"/>
                <a:gd name="p0y8" fmla="*/ 1661 h 1661"/>
                <a:gd name="p0x9" fmla="*/ 150 w 3311"/>
                <a:gd name="p0y9" fmla="*/ 1661 h 1661"/>
                <a:gd name="p0x10" fmla="*/ 67 w 3311"/>
                <a:gd name="p0y10" fmla="*/ 1661 h 1661"/>
                <a:gd name="p0x11" fmla="*/ 0 w 3311"/>
                <a:gd name="p0y11" fmla="*/ 1594 h 1661"/>
                <a:gd name="p0x12" fmla="*/ 0 w 3311"/>
                <a:gd name="p0y12" fmla="*/ 1511 h 1661"/>
                <a:gd name="p0x13" fmla="*/ 0 w 3311"/>
                <a:gd name="p0y13" fmla="*/ 150 h 1661"/>
                <a:gd name="p0x14" fmla="*/ 0 w 3311"/>
                <a:gd name="p0y14" fmla="*/ 67 h 1661"/>
                <a:gd name="p0x15" fmla="*/ 67 w 3311"/>
                <a:gd name="p0y15" fmla="*/ 0 h 1661"/>
                <a:gd name="p0x16" fmla="*/ 150 w 3311"/>
                <a:gd name="p0y16" fmla="*/ 0 h 166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6" name="任意多边形 45"/>
            <p:cNvSpPr/>
            <p:nvPr>
              <p:custDataLst>
                <p:tags r:id="rId51"/>
              </p:custDataLst>
            </p:nvPr>
          </p:nvSpPr>
          <p:spPr>
            <a:xfrm>
              <a:off x="15167" y="5424"/>
              <a:ext cx="3312" cy="150"/>
            </a:xfrm>
            <a:custGeom>
              <a:avLst/>
              <a:gdLst>
                <a:gd name="sw" fmla="*/ 1 w 3311"/>
                <a:gd name="sh" fmla="*/ 1 h 150"/>
                <a:gd name="mins" fmla="min sw sh"/>
                <a:gd name="dsw" fmla="+- 0 sw mins"/>
                <a:gd name="dsh" fmla="+- 0 sh mins"/>
                <a:gd name="p0x0" fmla="*/ 150 w 3311"/>
                <a:gd name="p0y0" fmla="*/ 0 h 150"/>
                <a:gd name="p0x1" fmla="*/ 3161 w 3311"/>
                <a:gd name="p0y1" fmla="*/ 0 h 150"/>
                <a:gd name="p0x2" fmla="*/ 3244 w 3311"/>
                <a:gd name="p0y2" fmla="*/ 0 h 150"/>
                <a:gd name="p0x3" fmla="*/ 3311 w 3311"/>
                <a:gd name="p0y3" fmla="*/ 67 h 150"/>
                <a:gd name="p0x4" fmla="*/ 3311 w 3311"/>
                <a:gd name="p0y4" fmla="*/ 150 h 150"/>
                <a:gd name="p0x5" fmla="*/ 3311 w 3311"/>
                <a:gd name="p0y5" fmla="*/ 92 h 150"/>
                <a:gd name="p0x6" fmla="*/ 3244 w 3311"/>
                <a:gd name="p0y6" fmla="*/ 45 h 150"/>
                <a:gd name="p0x7" fmla="*/ 3161 w 3311"/>
                <a:gd name="p0y7" fmla="*/ 45 h 150"/>
                <a:gd name="p0x8" fmla="*/ 150 w 3311"/>
                <a:gd name="p0y8" fmla="*/ 45 h 150"/>
                <a:gd name="p0x9" fmla="*/ 67 w 3311"/>
                <a:gd name="p0y9" fmla="*/ 45 h 150"/>
                <a:gd name="p0x10" fmla="*/ 0 w 3311"/>
                <a:gd name="p0y10" fmla="*/ 92 h 150"/>
                <a:gd name="p0x11" fmla="*/ 0 w 3311"/>
                <a:gd name="p0y11" fmla="*/ 150 h 150"/>
                <a:gd name="p0x12" fmla="*/ 0 w 3311"/>
                <a:gd name="p0y12" fmla="*/ 67 h 150"/>
                <a:gd name="p0x13" fmla="*/ 67 w 3311"/>
                <a:gd name="p0y13" fmla="*/ 0 h 150"/>
                <a:gd name="p0x14" fmla="*/ 150 w 3311"/>
                <a:gd name="p0y14" fmla="*/ 0 h 15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8" name="文本框 47"/>
          <p:cNvSpPr txBox="1"/>
          <p:nvPr>
            <p:custDataLst>
              <p:tags r:id="rId52"/>
            </p:custDataLst>
          </p:nvPr>
        </p:nvSpPr>
        <p:spPr>
          <a:xfrm>
            <a:off x="10325919" y="3701434"/>
            <a:ext cx="714375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12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立即开始</a:t>
            </a:r>
            <a:endParaRPr sz="1125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53"/>
            </p:custDataLst>
          </p:nvPr>
        </p:nvSpPr>
        <p:spPr>
          <a:xfrm>
            <a:off x="9883007" y="3933368"/>
            <a:ext cx="1600200" cy="34954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8000"/>
              </a:lnSpc>
            </a:pP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不要等待完美的</a:t>
            </a:r>
            <a:r>
              <a:rPr lang="en-US" alt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，现在就开始使用足够好的</a:t>
            </a:r>
            <a:r>
              <a:rPr lang="en-US" altLang="zh-CN" sz="975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endParaRPr lang="en-US" altLang="zh-CN" sz="975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任意多边形 49"/>
          <p:cNvSpPr/>
          <p:nvPr>
            <p:custDataLst>
              <p:tags r:id="rId54"/>
            </p:custDataLst>
          </p:nvPr>
        </p:nvSpPr>
        <p:spPr>
          <a:xfrm>
            <a:off x="3600450" y="5962650"/>
            <a:ext cx="4991100" cy="438150"/>
          </a:xfrm>
          <a:custGeom>
            <a:avLst/>
            <a:gdLst>
              <a:gd name="sw" fmla="*/ 1 w 7860"/>
              <a:gd name="sh" fmla="*/ 1 h 690"/>
              <a:gd name="mins" fmla="min sw sh"/>
              <a:gd name="dsw" fmla="+- 0 sw mins"/>
              <a:gd name="dsh" fmla="+- 0 sh mins"/>
              <a:gd name="p0x0" fmla="*/ 345 w 7860"/>
              <a:gd name="p0y0" fmla="*/ 0 h 690"/>
              <a:gd name="p0x1" fmla="*/ 7515 w 7860"/>
              <a:gd name="p0y1" fmla="*/ 0 h 690"/>
              <a:gd name="p0x2" fmla="*/ 7705 w 7860"/>
              <a:gd name="p0y2" fmla="*/ 0 h 690"/>
              <a:gd name="p0x3" fmla="*/ 7860 w 7860"/>
              <a:gd name="p0y3" fmla="*/ 154 h 690"/>
              <a:gd name="p0x4" fmla="*/ 7860 w 7860"/>
              <a:gd name="p0y4" fmla="*/ 345 h 690"/>
              <a:gd name="p0x5" fmla="*/ 7860 w 7860"/>
              <a:gd name="p0y5" fmla="*/ 535 h 690"/>
              <a:gd name="p0x6" fmla="*/ 7705 w 7860"/>
              <a:gd name="p0y6" fmla="*/ 690 h 690"/>
              <a:gd name="p0x7" fmla="*/ 7515 w 7860"/>
              <a:gd name="p0y7" fmla="*/ 690 h 690"/>
              <a:gd name="p0x8" fmla="*/ 345 w 7860"/>
              <a:gd name="p0y8" fmla="*/ 690 h 690"/>
              <a:gd name="p0x9" fmla="*/ 154 w 7860"/>
              <a:gd name="p0y9" fmla="*/ 690 h 690"/>
              <a:gd name="p0x10" fmla="*/ 0 w 7860"/>
              <a:gd name="p0y10" fmla="*/ 535 h 690"/>
              <a:gd name="p0x11" fmla="*/ 0 w 7860"/>
              <a:gd name="p0y11" fmla="*/ 345 h 690"/>
              <a:gd name="p0x12" fmla="*/ 0 w 7860"/>
              <a:gd name="p0y12" fmla="*/ 154 h 690"/>
              <a:gd name="p0x13" fmla="*/ 154 w 7860"/>
              <a:gd name="p0y13" fmla="*/ 0 h 690"/>
              <a:gd name="p0x14" fmla="*/ 345 w 7860"/>
              <a:gd name="p0y14" fmla="*/ 0 h 6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42875" dist="28575" dir="5399999" algn="ctr" rotWithShape="0">
              <a:srgbClr val="000000">
                <a:alpha val="509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1" name="图片 50"/>
          <p:cNvPicPr>
            <a:picLocks noChangeAspect="1"/>
          </p:cNvPicPr>
          <p:nvPr>
            <p:custDataLst>
              <p:tags r:id="rId55"/>
            </p:custDataLst>
          </p:nvPr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rcRect l="-1667" t="-35000" r="-1667" b="-35000"/>
          <a:stretch>
            <a:fillRect/>
          </a:stretch>
        </p:blipFill>
        <p:spPr>
          <a:xfrm>
            <a:off x="3886200" y="6100445"/>
            <a:ext cx="137795" cy="161925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>
            <p:custDataLst>
              <p:tags r:id="rId58"/>
            </p:custDataLst>
          </p:nvPr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rcRect l="-1905" t="-35000" r="-1905" b="-35000"/>
          <a:stretch>
            <a:fillRect/>
          </a:stretch>
        </p:blipFill>
        <p:spPr>
          <a:xfrm>
            <a:off x="8167370" y="6100445"/>
            <a:ext cx="138430" cy="161925"/>
          </a:xfrm>
          <a:prstGeom prst="rect">
            <a:avLst/>
          </a:prstGeom>
        </p:spPr>
      </p:pic>
      <p:sp>
        <p:nvSpPr>
          <p:cNvPr id="52" name="文本框 51"/>
          <p:cNvSpPr txBox="1"/>
          <p:nvPr>
            <p:custDataLst>
              <p:tags r:id="rId61"/>
            </p:custDataLst>
          </p:nvPr>
        </p:nvSpPr>
        <p:spPr>
          <a:xfrm>
            <a:off x="3929063" y="6057900"/>
            <a:ext cx="4333875" cy="2476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3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不要等待</a:t>
            </a:r>
            <a:r>
              <a:rPr lang="en-US" altLang="zh-CN" sz="13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3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完美</a:t>
            </a:r>
            <a:r>
              <a:rPr lang="en-US" altLang="zh-CN" sz="13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3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sz="13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3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，现在就开始使用</a:t>
            </a:r>
            <a:r>
              <a:rPr lang="en-US" altLang="zh-CN" sz="13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3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足够好</a:t>
            </a:r>
            <a:r>
              <a:rPr lang="en-US" altLang="zh-CN" sz="13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3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sz="13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endParaRPr lang="en-US" altLang="zh-CN" sz="135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2381402" y="2782281"/>
            <a:ext cx="7429205" cy="7877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en-US" altLang="en-US" sz="3600" b="1" spc="300">
                <a:solidFill>
                  <a:srgbClr val="F7F9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3600" b="1" spc="300">
                <a:solidFill>
                  <a:srgbClr val="F7F9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不会取代你，但会用</a:t>
            </a:r>
            <a:r>
              <a:rPr lang="en-US" altLang="zh-CN" sz="3600" b="1" spc="300">
                <a:solidFill>
                  <a:srgbClr val="F7F9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3600" b="1" spc="300">
                <a:solidFill>
                  <a:srgbClr val="F7F9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的人会</a:t>
            </a:r>
            <a:endParaRPr lang="zh-CN" altLang="en-US" sz="3600" b="1" spc="300">
              <a:solidFill>
                <a:srgbClr val="F7F9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4504058" y="3756660"/>
            <a:ext cx="3183884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altLang="en-US" sz="1350">
                <a:solidFill>
                  <a:srgbClr val="F7F9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汇报人：何光会</a:t>
            </a:r>
            <a:r>
              <a:rPr lang="en-US" altLang="zh-CN" sz="1350">
                <a:solidFill>
                  <a:srgbClr val="F7F9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r>
              <a:rPr lang="zh-CN" altLang="en-US" sz="1350">
                <a:solidFill>
                  <a:srgbClr val="F7F9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艾特奖</a:t>
            </a:r>
            <a:r>
              <a:rPr lang="en-US" altLang="zh-CN" sz="1350">
                <a:solidFill>
                  <a:srgbClr val="F7F9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·A963</a:t>
            </a:r>
            <a:r>
              <a:rPr lang="zh-CN" altLang="en-US" sz="1350">
                <a:solidFill>
                  <a:srgbClr val="F7F9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设计网</a:t>
            </a:r>
            <a:endParaRPr lang="zh-CN" altLang="en-US" sz="1350">
              <a:solidFill>
                <a:srgbClr val="F7F9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3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4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4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4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4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9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</p:tagLst>
</file>

<file path=ppt/tags/tag5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4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5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5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8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9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</p:tagLst>
</file>

<file path=ppt/tags/tag6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6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6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63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6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6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6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68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69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7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71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7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7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7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75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76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</p:tagLst>
</file>

<file path=ppt/tags/tag7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78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79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80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81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82.xml><?xml version="1.0" encoding="utf-8"?>
<p:tagLst xmlns:p="http://schemas.openxmlformats.org/presentationml/2006/main">
  <p:tag name="KSO_WM_UNIT_TYPE" val="x"/>
  <p:tag name="KSO_WM_UNIT_INDEX" val="13"/>
  <p:tag name="KSO_WM_BEAUTIFY_FLAG" val="#wm#"/>
  <p:tag name="KSO_WM_TAG_VERSION" val="3.0"/>
</p:tagLst>
</file>

<file path=ppt/tags/tag83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</p:tagLst>
</file>

<file path=ppt/tags/tag84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85.xml><?xml version="1.0" encoding="utf-8"?>
<p:tagLst xmlns:p="http://schemas.openxmlformats.org/presentationml/2006/main">
  <p:tag name="KSO_WM_UNIT_TYPE" val="x"/>
  <p:tag name="KSO_WM_UNIT_INDEX" val="14"/>
  <p:tag name="KSO_WM_BEAUTIFY_FLAG" val="#wm#"/>
  <p:tag name="KSO_WM_TAG_VERSION" val="3.0"/>
</p:tagLst>
</file>

<file path=ppt/tags/tag86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87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88.xml><?xml version="1.0" encoding="utf-8"?>
<p:tagLst xmlns:p="http://schemas.openxmlformats.org/presentationml/2006/main">
  <p:tag name="KSO_WM_UNIT_TYPE" val="i"/>
  <p:tag name="KSO_WM_UNIT_INDEX" val="68"/>
  <p:tag name="KSO_WM_BEAUTIFY_FLAG" val="#wm#"/>
  <p:tag name="KSO_WM_TAG_VERSION" val="3.0"/>
</p:tagLst>
</file>

<file path=ppt/tags/tag89.xml><?xml version="1.0" encoding="utf-8"?>
<p:tagLst xmlns:p="http://schemas.openxmlformats.org/presentationml/2006/main">
  <p:tag name="KSO_WM_UNIT_TYPE" val="x"/>
  <p:tag name="KSO_WM_UNIT_INDEX" val="19"/>
  <p:tag name="KSO_WM_BEAUTIFY_FLAG" val="#wm#"/>
  <p:tag name="KSO_WM_TAG_VERSION" val="3.0"/>
</p:tagLst>
</file>

<file path=ppt/tags/tag90.xml><?xml version="1.0" encoding="utf-8"?>
<p:tagLst xmlns:p="http://schemas.openxmlformats.org/presentationml/2006/main">
  <p:tag name="KSO_WM_UNIT_TYPE" val="i"/>
  <p:tag name="KSO_WM_UNIT_INDEX" val="69"/>
  <p:tag name="KSO_WM_BEAUTIFY_FLAG" val="#wm#"/>
  <p:tag name="KSO_WM_TAG_VERSION" val="3.0"/>
</p:tagLst>
</file>

<file path=ppt/tags/tag91.xml><?xml version="1.0" encoding="utf-8"?>
<p:tagLst xmlns:p="http://schemas.openxmlformats.org/presentationml/2006/main">
  <p:tag name="KSO_WM_UNIT_TYPE" val="i"/>
  <p:tag name="KSO_WM_UNIT_INDEX" val="70"/>
  <p:tag name="KSO_WM_BEAUTIFY_FLAG" val="#wm#"/>
  <p:tag name="KSO_WM_TAG_VERSION" val="3.0"/>
</p:tagLst>
</file>

<file path=ppt/tags/tag92.xml><?xml version="1.0" encoding="utf-8"?>
<p:tagLst xmlns:p="http://schemas.openxmlformats.org/presentationml/2006/main">
  <p:tag name="KSO_WM_UNIT_TYPE" val="x"/>
  <p:tag name="KSO_WM_UNIT_INDEX" val="20"/>
  <p:tag name="KSO_WM_BEAUTIFY_FLAG" val="#wm#"/>
  <p:tag name="KSO_WM_TAG_VERSION" val="3.0"/>
</p:tagLst>
</file>

<file path=ppt/tags/tag93.xml><?xml version="1.0" encoding="utf-8"?>
<p:tagLst xmlns:p="http://schemas.openxmlformats.org/presentationml/2006/main">
  <p:tag name="KSO_WM_UNIT_TYPE" val="f"/>
  <p:tag name="KSO_WM_UNIT_INDEX" val="37"/>
  <p:tag name="KSO_WM_BEAUTIFY_FLAG" val="#wm#"/>
  <p:tag name="KSO_WM_TAG_VERSION" val="3.0"/>
</p:tagLst>
</file>

<file path=ppt/tags/tag94.xml><?xml version="1.0" encoding="utf-8"?>
<p:tagLst xmlns:p="http://schemas.openxmlformats.org/presentationml/2006/main">
  <p:tag name="KSO_WM_UNIT_TYPE" val="f"/>
  <p:tag name="KSO_WM_UNIT_INDEX" val="38"/>
  <p:tag name="KSO_WM_BEAUTIFY_FLAG" val="#wm#"/>
  <p:tag name="KSO_WM_TAG_VERSION" val="3.0"/>
</p:tagLst>
</file>

<file path=ppt/tags/tag9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9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9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9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9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0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01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0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0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04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10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0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0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0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09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1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1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12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113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1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15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116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17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18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19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20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21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22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23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124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25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126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127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28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129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130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131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132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133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134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135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136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137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</p:tagLst>
</file>

<file path=ppt/tags/tag138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139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140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141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142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143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144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145.xml><?xml version="1.0" encoding="utf-8"?>
<p:tagLst xmlns:p="http://schemas.openxmlformats.org/presentationml/2006/main">
  <p:tag name="KSO_WM_UNIT_TYPE" val="x"/>
  <p:tag name="KSO_WM_UNIT_INDEX" val="15"/>
  <p:tag name="KSO_WM_BEAUTIFY_FLAG" val="#wm#"/>
  <p:tag name="KSO_WM_TAG_VERSION" val="3.0"/>
</p:tagLst>
</file>

<file path=ppt/tags/tag146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147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</p:tagLst>
</file>

<file path=ppt/tags/tag148.xml><?xml version="1.0" encoding="utf-8"?>
<p:tagLst xmlns:p="http://schemas.openxmlformats.org/presentationml/2006/main">
  <p:tag name="KSO_WM_UNIT_TYPE" val="x"/>
  <p:tag name="KSO_WM_UNIT_INDEX" val="16"/>
  <p:tag name="KSO_WM_BEAUTIFY_FLAG" val="#wm#"/>
  <p:tag name="KSO_WM_TAG_VERSION" val="3.0"/>
</p:tagLst>
</file>

<file path=ppt/tags/tag149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150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</p:tagLst>
</file>

<file path=ppt/tags/tag151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152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</p:tagLst>
</file>

<file path=ppt/tags/tag153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154.xml><?xml version="1.0" encoding="utf-8"?>
<p:tagLst xmlns:p="http://schemas.openxmlformats.org/presentationml/2006/main">
  <p:tag name="KSO_WM_UNIT_TYPE" val="f"/>
  <p:tag name="KSO_WM_UNIT_INDEX" val="34"/>
  <p:tag name="KSO_WM_BEAUTIFY_FLAG" val="#wm#"/>
  <p:tag name="KSO_WM_TAG_VERSION" val="3.0"/>
</p:tagLst>
</file>

<file path=ppt/tags/tag155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</p:tagLst>
</file>

<file path=ppt/tags/tag156.xml><?xml version="1.0" encoding="utf-8"?>
<p:tagLst xmlns:p="http://schemas.openxmlformats.org/presentationml/2006/main">
  <p:tag name="KSO_WM_UNIT_TYPE" val="x"/>
  <p:tag name="KSO_WM_UNIT_INDEX" val="17"/>
  <p:tag name="KSO_WM_BEAUTIFY_FLAG" val="#wm#"/>
  <p:tag name="KSO_WM_TAG_VERSION" val="3.0"/>
</p:tagLst>
</file>

<file path=ppt/tags/tag157.xml><?xml version="1.0" encoding="utf-8"?>
<p:tagLst xmlns:p="http://schemas.openxmlformats.org/presentationml/2006/main">
  <p:tag name="KSO_WM_UNIT_TYPE" val="f"/>
  <p:tag name="KSO_WM_UNIT_INDEX" val="35"/>
  <p:tag name="KSO_WM_BEAUTIFY_FLAG" val="#wm#"/>
  <p:tag name="KSO_WM_TAG_VERSION" val="3.0"/>
</p:tagLst>
</file>

<file path=ppt/tags/tag158.xml><?xml version="1.0" encoding="utf-8"?>
<p:tagLst xmlns:p="http://schemas.openxmlformats.org/presentationml/2006/main">
  <p:tag name="KSO_WM_UNIT_TYPE" val="i"/>
  <p:tag name="KSO_WM_UNIT_INDEX" val="66"/>
  <p:tag name="KSO_WM_BEAUTIFY_FLAG" val="#wm#"/>
  <p:tag name="KSO_WM_TAG_VERSION" val="3.0"/>
</p:tagLst>
</file>

<file path=ppt/tags/tag159.xml><?xml version="1.0" encoding="utf-8"?>
<p:tagLst xmlns:p="http://schemas.openxmlformats.org/presentationml/2006/main">
  <p:tag name="KSO_WM_UNIT_TYPE" val="x"/>
  <p:tag name="KSO_WM_UNIT_INDEX" val="18"/>
  <p:tag name="KSO_WM_BEAUTIFY_FLAG" val="#wm#"/>
  <p:tag name="KSO_WM_TAG_VERSION" val="3.0"/>
</p:tagLst>
</file>

<file path=ppt/tags/tag160.xml><?xml version="1.0" encoding="utf-8"?>
<p:tagLst xmlns:p="http://schemas.openxmlformats.org/presentationml/2006/main">
  <p:tag name="KSO_WM_UNIT_TYPE" val="f"/>
  <p:tag name="KSO_WM_UNIT_INDEX" val="36"/>
  <p:tag name="KSO_WM_BEAUTIFY_FLAG" val="#wm#"/>
  <p:tag name="KSO_WM_TAG_VERSION" val="3.0"/>
</p:tagLst>
</file>

<file path=ppt/tags/tag161.xml><?xml version="1.0" encoding="utf-8"?>
<p:tagLst xmlns:p="http://schemas.openxmlformats.org/presentationml/2006/main">
  <p:tag name="KSO_WM_UNIT_TYPE" val="i"/>
  <p:tag name="KSO_WM_UNIT_INDEX" val="74"/>
  <p:tag name="KSO_WM_BEAUTIFY_FLAG" val="#wm#"/>
  <p:tag name="KSO_WM_TAG_VERSION" val="3.0"/>
</p:tagLst>
</file>

<file path=ppt/tags/tag162.xml><?xml version="1.0" encoding="utf-8"?>
<p:tagLst xmlns:p="http://schemas.openxmlformats.org/presentationml/2006/main">
  <p:tag name="KSO_WM_UNIT_TYPE" val="f"/>
  <p:tag name="KSO_WM_UNIT_INDEX" val="39"/>
  <p:tag name="KSO_WM_BEAUTIFY_FLAG" val="#wm#"/>
  <p:tag name="KSO_WM_TAG_VERSION" val="3.0"/>
</p:tagLst>
</file>

<file path=ppt/tags/tag163.xml><?xml version="1.0" encoding="utf-8"?>
<p:tagLst xmlns:p="http://schemas.openxmlformats.org/presentationml/2006/main">
  <p:tag name="KSO_WM_UNIT_TYPE" val="i"/>
  <p:tag name="KSO_WM_UNIT_INDEX" val="76"/>
  <p:tag name="KSO_WM_BEAUTIFY_FLAG" val="#wm#"/>
  <p:tag name="KSO_WM_TAG_VERSION" val="3.0"/>
</p:tagLst>
</file>

<file path=ppt/tags/tag164.xml><?xml version="1.0" encoding="utf-8"?>
<p:tagLst xmlns:p="http://schemas.openxmlformats.org/presentationml/2006/main">
  <p:tag name="KSO_WM_UNIT_TYPE" val="f"/>
  <p:tag name="KSO_WM_UNIT_INDEX" val="40"/>
  <p:tag name="KSO_WM_BEAUTIFY_FLAG" val="#wm#"/>
  <p:tag name="KSO_WM_TAG_VERSION" val="3.0"/>
</p:tagLst>
</file>

<file path=ppt/tags/tag165.xml><?xml version="1.0" encoding="utf-8"?>
<p:tagLst xmlns:p="http://schemas.openxmlformats.org/presentationml/2006/main">
  <p:tag name="KSO_WM_UNIT_TYPE" val="f"/>
  <p:tag name="KSO_WM_UNIT_INDEX" val="41"/>
  <p:tag name="KSO_WM_BEAUTIFY_FLAG" val="#wm#"/>
  <p:tag name="KSO_WM_TAG_VERSION" val="3.0"/>
</p:tagLst>
</file>

<file path=ppt/tags/tag166.xml><?xml version="1.0" encoding="utf-8"?>
<p:tagLst xmlns:p="http://schemas.openxmlformats.org/presentationml/2006/main">
  <p:tag name="KSO_WM_UNIT_TYPE" val="i"/>
  <p:tag name="KSO_WM_UNIT_INDEX" val="78"/>
  <p:tag name="KSO_WM_BEAUTIFY_FLAG" val="#wm#"/>
  <p:tag name="KSO_WM_TAG_VERSION" val="3.0"/>
</p:tagLst>
</file>

<file path=ppt/tags/tag167.xml><?xml version="1.0" encoding="utf-8"?>
<p:tagLst xmlns:p="http://schemas.openxmlformats.org/presentationml/2006/main">
  <p:tag name="KSO_WM_UNIT_TYPE" val="x"/>
  <p:tag name="KSO_WM_UNIT_INDEX" val="21"/>
  <p:tag name="KSO_WM_BEAUTIFY_FLAG" val="#wm#"/>
  <p:tag name="KSO_WM_TAG_VERSION" val="3.0"/>
</p:tagLst>
</file>

<file path=ppt/tags/tag168.xml><?xml version="1.0" encoding="utf-8"?>
<p:tagLst xmlns:p="http://schemas.openxmlformats.org/presentationml/2006/main">
  <p:tag name="KSO_WM_UNIT_TYPE" val="f"/>
  <p:tag name="KSO_WM_UNIT_INDEX" val="42"/>
  <p:tag name="KSO_WM_BEAUTIFY_FLAG" val="#wm#"/>
  <p:tag name="KSO_WM_TAG_VERSION" val="3.0"/>
</p:tagLst>
</file>

<file path=ppt/tags/tag169.xml><?xml version="1.0" encoding="utf-8"?>
<p:tagLst xmlns:p="http://schemas.openxmlformats.org/presentationml/2006/main">
  <p:tag name="KSO_WM_UNIT_TYPE" val="i"/>
  <p:tag name="KSO_WM_UNIT_INDEX" val="80"/>
  <p:tag name="KSO_WM_BEAUTIFY_FLAG" val="#wm#"/>
  <p:tag name="KSO_WM_TAG_VERSION" val="3.0"/>
</p:tagLst>
</file>

<file path=ppt/tags/tag170.xml><?xml version="1.0" encoding="utf-8"?>
<p:tagLst xmlns:p="http://schemas.openxmlformats.org/presentationml/2006/main">
  <p:tag name="KSO_WM_UNIT_TYPE" val="x"/>
  <p:tag name="KSO_WM_UNIT_INDEX" val="22"/>
  <p:tag name="KSO_WM_BEAUTIFY_FLAG" val="#wm#"/>
  <p:tag name="KSO_WM_TAG_VERSION" val="3.0"/>
</p:tagLst>
</file>

<file path=ppt/tags/tag171.xml><?xml version="1.0" encoding="utf-8"?>
<p:tagLst xmlns:p="http://schemas.openxmlformats.org/presentationml/2006/main">
  <p:tag name="KSO_WM_UNIT_TYPE" val="f"/>
  <p:tag name="KSO_WM_UNIT_INDEX" val="43"/>
  <p:tag name="KSO_WM_BEAUTIFY_FLAG" val="#wm#"/>
  <p:tag name="KSO_WM_TAG_VERSION" val="3.0"/>
</p:tagLst>
</file>

<file path=ppt/tags/tag172.xml><?xml version="1.0" encoding="utf-8"?>
<p:tagLst xmlns:p="http://schemas.openxmlformats.org/presentationml/2006/main">
  <p:tag name="KSO_WM_UNIT_TYPE" val="i"/>
  <p:tag name="KSO_WM_UNIT_INDEX" val="82"/>
  <p:tag name="KSO_WM_BEAUTIFY_FLAG" val="#wm#"/>
  <p:tag name="KSO_WM_TAG_VERSION" val="3.0"/>
</p:tagLst>
</file>

<file path=ppt/tags/tag173.xml><?xml version="1.0" encoding="utf-8"?>
<p:tagLst xmlns:p="http://schemas.openxmlformats.org/presentationml/2006/main">
  <p:tag name="KSO_WM_UNIT_TYPE" val="f"/>
  <p:tag name="KSO_WM_UNIT_INDEX" val="44"/>
  <p:tag name="KSO_WM_BEAUTIFY_FLAG" val="#wm#"/>
  <p:tag name="KSO_WM_TAG_VERSION" val="3.0"/>
</p:tagLst>
</file>

<file path=ppt/tags/tag174.xml><?xml version="1.0" encoding="utf-8"?>
<p:tagLst xmlns:p="http://schemas.openxmlformats.org/presentationml/2006/main">
  <p:tag name="KSO_WM_UNIT_TYPE" val="i"/>
  <p:tag name="KSO_WM_UNIT_INDEX" val="84"/>
  <p:tag name="KSO_WM_BEAUTIFY_FLAG" val="#wm#"/>
  <p:tag name="KSO_WM_TAG_VERSION" val="3.0"/>
</p:tagLst>
</file>

<file path=ppt/tags/tag175.xml><?xml version="1.0" encoding="utf-8"?>
<p:tagLst xmlns:p="http://schemas.openxmlformats.org/presentationml/2006/main">
  <p:tag name="KSO_WM_UNIT_TYPE" val="f"/>
  <p:tag name="KSO_WM_UNIT_INDEX" val="45"/>
  <p:tag name="KSO_WM_BEAUTIFY_FLAG" val="#wm#"/>
  <p:tag name="KSO_WM_TAG_VERSION" val="3.0"/>
</p:tagLst>
</file>

<file path=ppt/tags/tag176.xml><?xml version="1.0" encoding="utf-8"?>
<p:tagLst xmlns:p="http://schemas.openxmlformats.org/presentationml/2006/main">
  <p:tag name="KSO_WM_UNIT_TYPE" val="f"/>
  <p:tag name="KSO_WM_UNIT_INDEX" val="46"/>
  <p:tag name="KSO_WM_BEAUTIFY_FLAG" val="#wm#"/>
  <p:tag name="KSO_WM_TAG_VERSION" val="3.0"/>
</p:tagLst>
</file>

<file path=ppt/tags/tag177.xml><?xml version="1.0" encoding="utf-8"?>
<p:tagLst xmlns:p="http://schemas.openxmlformats.org/presentationml/2006/main">
  <p:tag name="KSO_WM_UNIT_TYPE" val="i"/>
  <p:tag name="KSO_WM_UNIT_INDEX" val="86"/>
  <p:tag name="KSO_WM_BEAUTIFY_FLAG" val="#wm#"/>
  <p:tag name="KSO_WM_TAG_VERSION" val="3.0"/>
</p:tagLst>
</file>

<file path=ppt/tags/tag178.xml><?xml version="1.0" encoding="utf-8"?>
<p:tagLst xmlns:p="http://schemas.openxmlformats.org/presentationml/2006/main">
  <p:tag name="KSO_WM_UNIT_TYPE" val="x"/>
  <p:tag name="KSO_WM_UNIT_INDEX" val="23"/>
  <p:tag name="KSO_WM_BEAUTIFY_FLAG" val="#wm#"/>
  <p:tag name="KSO_WM_TAG_VERSION" val="3.0"/>
</p:tagLst>
</file>

<file path=ppt/tags/tag179.xml><?xml version="1.0" encoding="utf-8"?>
<p:tagLst xmlns:p="http://schemas.openxmlformats.org/presentationml/2006/main">
  <p:tag name="KSO_WM_UNIT_TYPE" val="f"/>
  <p:tag name="KSO_WM_UNIT_INDEX" val="47"/>
  <p:tag name="KSO_WM_BEAUTIFY_FLAG" val="#wm#"/>
  <p:tag name="KSO_WM_TAG_VERSION" val="3.0"/>
</p:tagLst>
</file>

<file path=ppt/tags/tag180.xml><?xml version="1.0" encoding="utf-8"?>
<p:tagLst xmlns:p="http://schemas.openxmlformats.org/presentationml/2006/main">
  <p:tag name="KSO_WM_UNIT_TYPE" val="i"/>
  <p:tag name="KSO_WM_UNIT_INDEX" val="88"/>
  <p:tag name="KSO_WM_BEAUTIFY_FLAG" val="#wm#"/>
  <p:tag name="KSO_WM_TAG_VERSION" val="3.0"/>
</p:tagLst>
</file>

<file path=ppt/tags/tag181.xml><?xml version="1.0" encoding="utf-8"?>
<p:tagLst xmlns:p="http://schemas.openxmlformats.org/presentationml/2006/main">
  <p:tag name="KSO_WM_UNIT_TYPE" val="x"/>
  <p:tag name="KSO_WM_UNIT_INDEX" val="24"/>
  <p:tag name="KSO_WM_BEAUTIFY_FLAG" val="#wm#"/>
  <p:tag name="KSO_WM_TAG_VERSION" val="3.0"/>
</p:tagLst>
</file>

<file path=ppt/tags/tag182.xml><?xml version="1.0" encoding="utf-8"?>
<p:tagLst xmlns:p="http://schemas.openxmlformats.org/presentationml/2006/main">
  <p:tag name="KSO_WM_UNIT_TYPE" val="f"/>
  <p:tag name="KSO_WM_UNIT_INDEX" val="48"/>
  <p:tag name="KSO_WM_BEAUTIFY_FLAG" val="#wm#"/>
  <p:tag name="KSO_WM_TAG_VERSION" val="3.0"/>
</p:tagLst>
</file>

<file path=ppt/tags/tag18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18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185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18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8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88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8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90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</p:tagLst>
</file>

<file path=ppt/tags/tag19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9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9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9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9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9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9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98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</p:tagLst>
</file>

<file path=ppt/tags/tag19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00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01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02.xml><?xml version="1.0" encoding="utf-8"?>
<p:tagLst xmlns:p="http://schemas.openxmlformats.org/presentationml/2006/main">
  <p:tag name="KSO_WM_UNIT_TYPE" val="b"/>
  <p:tag name="KSO_WM_UNIT_INDEX" val="2"/>
  <p:tag name="KSO_WM_BEAUTIFY_FLAG" val="#wm#"/>
  <p:tag name="KSO_WM_TAG_VERSION" val="3.0"/>
</p:tagLst>
</file>

<file path=ppt/tags/tag203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</p:tagLst>
</file>

<file path=ppt/tags/tag204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0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0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07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20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09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210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211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</p:tagLst>
</file>

<file path=ppt/tags/tag212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213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214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15.xml><?xml version="1.0" encoding="utf-8"?>
<p:tagLst xmlns:p="http://schemas.openxmlformats.org/presentationml/2006/main">
  <p:tag name="KSO_WM_UNIT_TYPE" val="b"/>
  <p:tag name="KSO_WM_UNIT_INDEX" val="3"/>
  <p:tag name="KSO_WM_BEAUTIFY_FLAG" val="#wm#"/>
  <p:tag name="KSO_WM_TAG_VERSION" val="3.0"/>
</p:tagLst>
</file>

<file path=ppt/tags/tag216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</p:tagLst>
</file>

<file path=ppt/tags/tag217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21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1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20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22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22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223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22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22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22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22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2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29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3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3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3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33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3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35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3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37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23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3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40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</p:tagLst>
</file>

<file path=ppt/tags/tag24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4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43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24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4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4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47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24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49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25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51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252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53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254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55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5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57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258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59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260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6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26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26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26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6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6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67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6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69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</p:tagLst>
</file>

<file path=ppt/tags/tag270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271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272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73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274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75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27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77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278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79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280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</p:tagLst>
</file>

<file path=ppt/tags/tag281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282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83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84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285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286.xml><?xml version="1.0" encoding="utf-8"?>
<p:tagLst xmlns:p="http://schemas.openxmlformats.org/presentationml/2006/main">
  <p:tag name="KSO_WM_UNIT_TYPE" val="i"/>
  <p:tag name="KSO_WM_UNIT_INDEX" val="69"/>
  <p:tag name="KSO_WM_BEAUTIFY_FLAG" val="#wm#"/>
  <p:tag name="KSO_WM_TAG_VERSION" val="3.0"/>
</p:tagLst>
</file>

<file path=ppt/tags/tag287.xml><?xml version="1.0" encoding="utf-8"?>
<p:tagLst xmlns:p="http://schemas.openxmlformats.org/presentationml/2006/main">
  <p:tag name="KSO_WM_UNIT_TYPE" val="i"/>
  <p:tag name="KSO_WM_UNIT_INDEX" val="70"/>
  <p:tag name="KSO_WM_BEAUTIFY_FLAG" val="#wm#"/>
  <p:tag name="KSO_WM_TAG_VERSION" val="3.0"/>
</p:tagLst>
</file>

<file path=ppt/tags/tag288.xml><?xml version="1.0" encoding="utf-8"?>
<p:tagLst xmlns:p="http://schemas.openxmlformats.org/presentationml/2006/main">
  <p:tag name="KSO_WM_UNIT_TYPE" val="x"/>
  <p:tag name="KSO_WM_UNIT_INDEX" val="15"/>
  <p:tag name="KSO_WM_BEAUTIFY_FLAG" val="#wm#"/>
  <p:tag name="KSO_WM_TAG_VERSION" val="3.0"/>
</p:tagLst>
</file>

<file path=ppt/tags/tag289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290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291.xml><?xml version="1.0" encoding="utf-8"?>
<p:tagLst xmlns:p="http://schemas.openxmlformats.org/presentationml/2006/main">
  <p:tag name="KSO_WM_UNIT_TYPE" val="x"/>
  <p:tag name="KSO_WM_UNIT_INDEX" val="16"/>
  <p:tag name="KSO_WM_BEAUTIFY_FLAG" val="#wm#"/>
  <p:tag name="KSO_WM_TAG_VERSION" val="3.0"/>
</p:tagLst>
</file>

<file path=ppt/tags/tag292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293.xml><?xml version="1.0" encoding="utf-8"?>
<p:tagLst xmlns:p="http://schemas.openxmlformats.org/presentationml/2006/main">
  <p:tag name="KSO_WM_UNIT_TYPE" val="x"/>
  <p:tag name="KSO_WM_UNIT_INDEX" val="17"/>
  <p:tag name="KSO_WM_BEAUTIFY_FLAG" val="#wm#"/>
  <p:tag name="KSO_WM_TAG_VERSION" val="3.0"/>
</p:tagLst>
</file>

<file path=ppt/tags/tag294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29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96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97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</p:tagLst>
</file>

<file path=ppt/tags/tag29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9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0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0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02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03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</p:tagLst>
</file>

<file path=ppt/tags/tag30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0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0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0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08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309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</p:tagLst>
</file>

<file path=ppt/tags/tag310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1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1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13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14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315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</p:tagLst>
</file>

<file path=ppt/tags/tag316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1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18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19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320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321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</p:tagLst>
</file>

<file path=ppt/tags/tag322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323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324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325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326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</p:tagLst>
</file>

<file path=ppt/tags/tag327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</p:tagLst>
</file>

<file path=ppt/tags/tag328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329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330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331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</p:tagLst>
</file>

<file path=ppt/tags/tag332.xml><?xml version="1.0" encoding="utf-8"?>
<p:tagLst xmlns:p="http://schemas.openxmlformats.org/presentationml/2006/main">
  <p:tag name="KSO_WM_UNIT_TYPE" val="x"/>
  <p:tag name="KSO_WM_UNIT_INDEX" val="13"/>
  <p:tag name="KSO_WM_BEAUTIFY_FLAG" val="#wm#"/>
  <p:tag name="KSO_WM_TAG_VERSION" val="3.0"/>
</p:tagLst>
</file>

<file path=ppt/tags/tag333.xml><?xml version="1.0" encoding="utf-8"?>
<p:tagLst xmlns:p="http://schemas.openxmlformats.org/presentationml/2006/main">
  <p:tag name="KSO_WM_UNIT_TYPE" val="i"/>
  <p:tag name="KSO_WM_UNIT_INDEX" val="59"/>
  <p:tag name="KSO_WM_BEAUTIFY_FLAG" val="#wm#"/>
  <p:tag name="KSO_WM_TAG_VERSION" val="3.0"/>
</p:tagLst>
</file>

<file path=ppt/tags/tag334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</p:tagLst>
</file>

<file path=ppt/tags/tag335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336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337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</p:tagLst>
</file>

<file path=ppt/tags/tag338.xml><?xml version="1.0" encoding="utf-8"?>
<p:tagLst xmlns:p="http://schemas.openxmlformats.org/presentationml/2006/main">
  <p:tag name="KSO_WM_UNIT_TYPE" val="x"/>
  <p:tag name="KSO_WM_UNIT_INDEX" val="14"/>
  <p:tag name="KSO_WM_BEAUTIFY_FLAG" val="#wm#"/>
  <p:tag name="KSO_WM_TAG_VERSION" val="3.0"/>
</p:tagLst>
</file>

<file path=ppt/tags/tag339.xml><?xml version="1.0" encoding="utf-8"?>
<p:tagLst xmlns:p="http://schemas.openxmlformats.org/presentationml/2006/main">
  <p:tag name="KSO_WM_UNIT_TYPE" val="i"/>
  <p:tag name="KSO_WM_UNIT_INDEX" val="65"/>
  <p:tag name="KSO_WM_BEAUTIFY_FLAG" val="#wm#"/>
  <p:tag name="KSO_WM_TAG_VERSION" val="3.0"/>
</p:tagLst>
</file>

<file path=ppt/tags/tag340.xml><?xml version="1.0" encoding="utf-8"?>
<p:tagLst xmlns:p="http://schemas.openxmlformats.org/presentationml/2006/main">
  <p:tag name="KSO_WM_UNIT_TYPE" val="i"/>
  <p:tag name="KSO_WM_UNIT_INDEX" val="66"/>
  <p:tag name="KSO_WM_BEAUTIFY_FLAG" val="#wm#"/>
  <p:tag name="KSO_WM_TAG_VERSION" val="3.0"/>
</p:tagLst>
</file>

<file path=ppt/tags/tag341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342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34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4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34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34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34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34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49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5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5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5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5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5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5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5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5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5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5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60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36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6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63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6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6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66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6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68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369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70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371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72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</p:tagLst>
</file>

<file path=ppt/tags/tag37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74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75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37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7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78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379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80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38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82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383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84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</p:tagLst>
</file>

<file path=ppt/tags/tag385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86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387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388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89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390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391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392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</p:tagLst>
</file>

<file path=ppt/tags/tag393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394.xml><?xml version="1.0" encoding="utf-8"?>
<p:tagLst xmlns:p="http://schemas.openxmlformats.org/presentationml/2006/main">
  <p:tag name="KSO_WM_UNIT_TYPE" val="x"/>
  <p:tag name="KSO_WM_UNIT_INDEX" val="13"/>
  <p:tag name="KSO_WM_BEAUTIFY_FLAG" val="#wm#"/>
  <p:tag name="KSO_WM_TAG_VERSION" val="3.0"/>
</p:tagLst>
</file>

<file path=ppt/tags/tag395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396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</p:tagLst>
</file>

<file path=ppt/tags/tag397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398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399.xml><?xml version="1.0" encoding="utf-8"?>
<p:tagLst xmlns:p="http://schemas.openxmlformats.org/presentationml/2006/main">
  <p:tag name="KSO_WM_UNIT_TYPE" val="x"/>
  <p:tag name="KSO_WM_UNIT_INDEX" val="14"/>
  <p:tag name="KSO_WM_BEAUTIFY_FLAG" val="#wm#"/>
  <p:tag name="KSO_WM_TAG_VERSION" val="3.0"/>
</p:tagLst>
</file>

<file path=ppt/tags/tag400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401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402.xml><?xml version="1.0" encoding="utf-8"?>
<p:tagLst xmlns:p="http://schemas.openxmlformats.org/presentationml/2006/main">
  <p:tag name="KSO_WM_UNIT_TYPE" val="x"/>
  <p:tag name="KSO_WM_UNIT_INDEX" val="15"/>
  <p:tag name="KSO_WM_BEAUTIFY_FLAG" val="#wm#"/>
  <p:tag name="KSO_WM_TAG_VERSION" val="3.0"/>
</p:tagLst>
</file>

<file path=ppt/tags/tag403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404.xml><?xml version="1.0" encoding="utf-8"?>
<p:tagLst xmlns:p="http://schemas.openxmlformats.org/presentationml/2006/main">
  <p:tag name="KSO_WM_UNIT_TYPE" val="x"/>
  <p:tag name="KSO_WM_UNIT_INDEX" val="16"/>
  <p:tag name="KSO_WM_BEAUTIFY_FLAG" val="#wm#"/>
  <p:tag name="KSO_WM_TAG_VERSION" val="3.0"/>
</p:tagLst>
</file>

<file path=ppt/tags/tag405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406.xml><?xml version="1.0" encoding="utf-8"?>
<p:tagLst xmlns:p="http://schemas.openxmlformats.org/presentationml/2006/main">
  <p:tag name="KSO_WM_UNIT_TYPE" val="x"/>
  <p:tag name="KSO_WM_UNIT_INDEX" val="17"/>
  <p:tag name="KSO_WM_BEAUTIFY_FLAG" val="#wm#"/>
  <p:tag name="KSO_WM_TAG_VERSION" val="3.0"/>
</p:tagLst>
</file>

<file path=ppt/tags/tag407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40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40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41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11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41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1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14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</p:tagLst>
</file>

<file path=ppt/tags/tag41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1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1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1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19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42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2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2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2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24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42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2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27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42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29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</p:tagLst>
</file>

<file path=ppt/tags/tag43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31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43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3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3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3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36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</p:tagLst>
</file>

<file path=ppt/tags/tag437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38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439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40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41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42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43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</p:tagLst>
</file>

<file path=ppt/tags/tag444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45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446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47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48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449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450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</p:tagLst>
</file>

<file path=ppt/tags/tag451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452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453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454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455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456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45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45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459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46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61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46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63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46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6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6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6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6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6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70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47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7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7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74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47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7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77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47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79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</p:tagLst>
</file>

<file path=ppt/tags/tag48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81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</p:tagLst>
</file>

<file path=ppt/tags/tag482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83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48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85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86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87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488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89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490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491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492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93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494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495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496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97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498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499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50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01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502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503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504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</p:tagLst>
</file>

<file path=ppt/tags/tag505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506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</p:tagLst>
</file>

<file path=ppt/tags/tag507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508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509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510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511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512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513.xml><?xml version="1.0" encoding="utf-8"?>
<p:tagLst xmlns:p="http://schemas.openxmlformats.org/presentationml/2006/main">
  <p:tag name="KSO_WM_UNIT_TYPE" val="i"/>
  <p:tag name="KSO_WM_UNIT_INDEX" val="55"/>
  <p:tag name="KSO_WM_BEAUTIFY_FLAG" val="#wm#"/>
  <p:tag name="KSO_WM_TAG_VERSION" val="3.0"/>
</p:tagLst>
</file>

<file path=ppt/tags/tag514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515.xml><?xml version="1.0" encoding="utf-8"?>
<p:tagLst xmlns:p="http://schemas.openxmlformats.org/presentationml/2006/main">
  <p:tag name="KSO_WM_UNIT_TYPE" val="i"/>
  <p:tag name="KSO_WM_UNIT_INDEX" val="57"/>
  <p:tag name="KSO_WM_BEAUTIFY_FLAG" val="#wm#"/>
  <p:tag name="KSO_WM_TAG_VERSION" val="3.0"/>
</p:tagLst>
</file>

<file path=ppt/tags/tag516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</p:tagLst>
</file>

<file path=ppt/tags/tag517.xml><?xml version="1.0" encoding="utf-8"?>
<p:tagLst xmlns:p="http://schemas.openxmlformats.org/presentationml/2006/main">
  <p:tag name="KSO_WM_UNIT_TYPE" val="i"/>
  <p:tag name="KSO_WM_UNIT_INDEX" val="59"/>
  <p:tag name="KSO_WM_BEAUTIFY_FLAG" val="#wm#"/>
  <p:tag name="KSO_WM_TAG_VERSION" val="3.0"/>
</p:tagLst>
</file>

<file path=ppt/tags/tag518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</p:tagLst>
</file>

<file path=ppt/tags/tag519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520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521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</p:tagLst>
</file>

<file path=ppt/tags/tag522.xml><?xml version="1.0" encoding="utf-8"?>
<p:tagLst xmlns:p="http://schemas.openxmlformats.org/presentationml/2006/main">
  <p:tag name="KSO_WM_UNIT_TYPE" val="i"/>
  <p:tag name="KSO_WM_UNIT_INDEX" val="63"/>
  <p:tag name="KSO_WM_BEAUTIFY_FLAG" val="#wm#"/>
  <p:tag name="KSO_WM_TAG_VERSION" val="3.0"/>
</p:tagLst>
</file>

<file path=ppt/tags/tag523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</p:tagLst>
</file>

<file path=ppt/tags/tag524.xml><?xml version="1.0" encoding="utf-8"?>
<p:tagLst xmlns:p="http://schemas.openxmlformats.org/presentationml/2006/main">
  <p:tag name="KSO_WM_UNIT_TYPE" val="i"/>
  <p:tag name="KSO_WM_UNIT_INDEX" val="65"/>
  <p:tag name="KSO_WM_BEAUTIFY_FLAG" val="#wm#"/>
  <p:tag name="KSO_WM_TAG_VERSION" val="3.0"/>
</p:tagLst>
</file>

<file path=ppt/tags/tag525.xml><?xml version="1.0" encoding="utf-8"?>
<p:tagLst xmlns:p="http://schemas.openxmlformats.org/presentationml/2006/main">
  <p:tag name="KSO_WM_UNIT_TYPE" val="i"/>
  <p:tag name="KSO_WM_UNIT_INDEX" val="66"/>
  <p:tag name="KSO_WM_BEAUTIFY_FLAG" val="#wm#"/>
  <p:tag name="KSO_WM_TAG_VERSION" val="3.0"/>
</p:tagLst>
</file>

<file path=ppt/tags/tag526.xml><?xml version="1.0" encoding="utf-8"?>
<p:tagLst xmlns:p="http://schemas.openxmlformats.org/presentationml/2006/main">
  <p:tag name="KSO_WM_UNIT_TYPE" val="x"/>
  <p:tag name="KSO_WM_UNIT_INDEX" val="13"/>
  <p:tag name="KSO_WM_BEAUTIFY_FLAG" val="#wm#"/>
  <p:tag name="KSO_WM_TAG_VERSION" val="3.0"/>
</p:tagLst>
</file>

<file path=ppt/tags/tag527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528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529.xml><?xml version="1.0" encoding="utf-8"?>
<p:tagLst xmlns:p="http://schemas.openxmlformats.org/presentationml/2006/main">
  <p:tag name="KSO_WM_UNIT_TYPE" val="i"/>
  <p:tag name="KSO_WM_UNIT_INDEX" val="69"/>
  <p:tag name="KSO_WM_BEAUTIFY_FLAG" val="#wm#"/>
  <p:tag name="KSO_WM_TAG_VERSION" val="3.0"/>
</p:tagLst>
</file>

<file path=ppt/tags/tag530.xml><?xml version="1.0" encoding="utf-8"?>
<p:tagLst xmlns:p="http://schemas.openxmlformats.org/presentationml/2006/main">
  <p:tag name="KSO_WM_UNIT_TYPE" val="i"/>
  <p:tag name="KSO_WM_UNIT_INDEX" val="70"/>
  <p:tag name="KSO_WM_BEAUTIFY_FLAG" val="#wm#"/>
  <p:tag name="KSO_WM_TAG_VERSION" val="3.0"/>
</p:tagLst>
</file>

<file path=ppt/tags/tag531.xml><?xml version="1.0" encoding="utf-8"?>
<p:tagLst xmlns:p="http://schemas.openxmlformats.org/presentationml/2006/main">
  <p:tag name="KSO_WM_UNIT_TYPE" val="i"/>
  <p:tag name="KSO_WM_UNIT_INDEX" val="71"/>
  <p:tag name="KSO_WM_BEAUTIFY_FLAG" val="#wm#"/>
  <p:tag name="KSO_WM_TAG_VERSION" val="3.0"/>
</p:tagLst>
</file>

<file path=ppt/tags/tag532.xml><?xml version="1.0" encoding="utf-8"?>
<p:tagLst xmlns:p="http://schemas.openxmlformats.org/presentationml/2006/main">
  <p:tag name="KSO_WM_UNIT_TYPE" val="i"/>
  <p:tag name="KSO_WM_UNIT_INDEX" val="72"/>
  <p:tag name="KSO_WM_BEAUTIFY_FLAG" val="#wm#"/>
  <p:tag name="KSO_WM_TAG_VERSION" val="3.0"/>
</p:tagLst>
</file>

<file path=ppt/tags/tag533.xml><?xml version="1.0" encoding="utf-8"?>
<p:tagLst xmlns:p="http://schemas.openxmlformats.org/presentationml/2006/main">
  <p:tag name="KSO_WM_UNIT_TYPE" val="i"/>
  <p:tag name="KSO_WM_UNIT_INDEX" val="73"/>
  <p:tag name="KSO_WM_BEAUTIFY_FLAG" val="#wm#"/>
  <p:tag name="KSO_WM_TAG_VERSION" val="3.0"/>
</p:tagLst>
</file>

<file path=ppt/tags/tag534.xml><?xml version="1.0" encoding="utf-8"?>
<p:tagLst xmlns:p="http://schemas.openxmlformats.org/presentationml/2006/main">
  <p:tag name="KSO_WM_UNIT_TYPE" val="x"/>
  <p:tag name="KSO_WM_UNIT_INDEX" val="14"/>
  <p:tag name="KSO_WM_BEAUTIFY_FLAG" val="#wm#"/>
  <p:tag name="KSO_WM_TAG_VERSION" val="3.0"/>
</p:tagLst>
</file>

<file path=ppt/tags/tag535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536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53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3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53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54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54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4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4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44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</p:tagLst>
</file>

<file path=ppt/tags/tag54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4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4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48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549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</p:tagLst>
</file>

<file path=ppt/tags/tag55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5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5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5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5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5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55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5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58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</p:tagLst>
</file>

<file path=ppt/tags/tag55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560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56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6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563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</p:tagLst>
</file>

<file path=ppt/tags/tag56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56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6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6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6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69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570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571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72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</p:tagLst>
</file>

<file path=ppt/tags/tag573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574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575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576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577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</p:tagLst>
</file>

<file path=ppt/tags/tag578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579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580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581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582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583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584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585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586.xml><?xml version="1.0" encoding="utf-8"?>
<p:tagLst xmlns:p="http://schemas.openxmlformats.org/presentationml/2006/main">
  <p:tag name="KSO_WM_UNIT_TYPE" val="i"/>
  <p:tag name="KSO_WM_UNIT_INDEX" val="55"/>
  <p:tag name="KSO_WM_BEAUTIFY_FLAG" val="#wm#"/>
  <p:tag name="KSO_WM_TAG_VERSION" val="3.0"/>
</p:tagLst>
</file>

<file path=ppt/tags/tag587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588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589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590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591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</p:tagLst>
</file>

<file path=ppt/tags/tag592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593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594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595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59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59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59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59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0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0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602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60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04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</p:tagLst>
</file>

<file path=ppt/tags/tag60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60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07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</p:tagLst>
</file>

<file path=ppt/tags/tag60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60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1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611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61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13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</p:tagLst>
</file>

<file path=ppt/tags/tag61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61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16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</p:tagLst>
</file>

<file path=ppt/tags/tag617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61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61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620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62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22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</p:tagLst>
</file>

<file path=ppt/tags/tag623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62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625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</p:tagLst>
</file>

<file path=ppt/tags/tag626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62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628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629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63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631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</p:tagLst>
</file>

<file path=ppt/tags/tag632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633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634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</p:tagLst>
</file>

<file path=ppt/tags/tag635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63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637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638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639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640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</p:tagLst>
</file>

<file path=ppt/tags/tag641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642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64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64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64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4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647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64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4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50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65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65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65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5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655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65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657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65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65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6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6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62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</p:tagLst>
</file>

<file path=ppt/tags/tag66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664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66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666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667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668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669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670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671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67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7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674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675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</p:tagLst>
</file>

<file path=ppt/tags/tag676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677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67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679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680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681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682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683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684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68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68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687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688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</p:tagLst>
</file>

<file path=ppt/tags/tag689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690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691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692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693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694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</p:tagLst>
</file>

<file path=ppt/tags/tag695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696.xml><?xml version="1.0" encoding="utf-8"?>
<p:tagLst xmlns:p="http://schemas.openxmlformats.org/presentationml/2006/main">
  <p:tag name="KSO_WM_UNIT_TYPE" val="x"/>
  <p:tag name="KSO_WM_UNIT_INDEX" val="13"/>
  <p:tag name="KSO_WM_BEAUTIFY_FLAG" val="#wm#"/>
  <p:tag name="KSO_WM_TAG_VERSION" val="3.0"/>
</p:tagLst>
</file>

<file path=ppt/tags/tag697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698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699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700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701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</p:tagLst>
</file>

<file path=ppt/tags/tag702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703.xml><?xml version="1.0" encoding="utf-8"?>
<p:tagLst xmlns:p="http://schemas.openxmlformats.org/presentationml/2006/main">
  <p:tag name="KSO_WM_UNIT_TYPE" val="x"/>
  <p:tag name="KSO_WM_UNIT_INDEX" val="14"/>
  <p:tag name="KSO_WM_BEAUTIFY_FLAG" val="#wm#"/>
  <p:tag name="KSO_WM_TAG_VERSION" val="3.0"/>
</p:tagLst>
</file>

<file path=ppt/tags/tag704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705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</p:tagLst>
</file>

<file path=ppt/tags/tag70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70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70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70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71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71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712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71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71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71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71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717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</p:tagLst>
</file>

<file path=ppt/tags/tag71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719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72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72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722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</p:tagLst>
</file>

<file path=ppt/tags/tag72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724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72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72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727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</p:tagLst>
</file>

<file path=ppt/tags/tag728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729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730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73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732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</p:tagLst>
</file>

<file path=ppt/tags/tag733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734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73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73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737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</p:tagLst>
</file>

<file path=ppt/tags/tag738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739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</p:tagLst>
</file>

<file path=ppt/tags/tag740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741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742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74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744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</p:tagLst>
</file>

<file path=ppt/tags/tag745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746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74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748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749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</p:tagLst>
</file>

<file path=ppt/tags/tag750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751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752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753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754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</p:tagLst>
</file>

<file path=ppt/tags/tag755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756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757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758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759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</p:tagLst>
</file>

<file path=ppt/tags/tag760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761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762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763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764.xml><?xml version="1.0" encoding="utf-8"?>
<p:tagLst xmlns:p="http://schemas.openxmlformats.org/presentationml/2006/main">
  <p:tag name="KSO_WM_UNIT_TYPE" val="i"/>
  <p:tag name="KSO_WM_UNIT_INDEX" val="55"/>
  <p:tag name="KSO_WM_BEAUTIFY_FLAG" val="#wm#"/>
  <p:tag name="KSO_WM_TAG_VERSION" val="3.0"/>
</p:tagLst>
</file>

<file path=ppt/tags/tag765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766.xml><?xml version="1.0" encoding="utf-8"?>
<p:tagLst xmlns:p="http://schemas.openxmlformats.org/presentationml/2006/main">
  <p:tag name="KSO_WM_UNIT_TYPE" val="i"/>
  <p:tag name="KSO_WM_UNIT_INDEX" val="59"/>
  <p:tag name="KSO_WM_BEAUTIFY_FLAG" val="#wm#"/>
  <p:tag name="KSO_WM_TAG_VERSION" val="3.0"/>
</p:tagLst>
</file>

<file path=ppt/tags/tag767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</p:tagLst>
</file>

<file path=ppt/tags/tag768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</p:tagLst>
</file>

<file path=ppt/tags/tag769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770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771.xml><?xml version="1.0" encoding="utf-8"?>
<p:tagLst xmlns:p="http://schemas.openxmlformats.org/presentationml/2006/main">
  <p:tag name="KSO_WM_UNIT_TYPE" val="i"/>
  <p:tag name="KSO_WM_UNIT_INDEX" val="65"/>
  <p:tag name="KSO_WM_BEAUTIFY_FLAG" val="#wm#"/>
  <p:tag name="KSO_WM_TAG_VERSION" val="3.0"/>
</p:tagLst>
</file>

<file path=ppt/tags/tag772.xml><?xml version="1.0" encoding="utf-8"?>
<p:tagLst xmlns:p="http://schemas.openxmlformats.org/presentationml/2006/main">
  <p:tag name="KSO_WM_UNIT_TYPE" val="i"/>
  <p:tag name="KSO_WM_UNIT_INDEX" val="66"/>
  <p:tag name="KSO_WM_BEAUTIFY_FLAG" val="#wm#"/>
  <p:tag name="KSO_WM_TAG_VERSION" val="3.0"/>
</p:tagLst>
</file>

<file path=ppt/tags/tag773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</p:tagLst>
</file>

<file path=ppt/tags/tag774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775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776.xml><?xml version="1.0" encoding="utf-8"?>
<p:tagLst xmlns:p="http://schemas.openxmlformats.org/presentationml/2006/main">
  <p:tag name="KSO_WM_UNIT_TYPE" val="i"/>
  <p:tag name="KSO_WM_UNIT_INDEX" val="69"/>
  <p:tag name="KSO_WM_BEAUTIFY_FLAG" val="#wm#"/>
  <p:tag name="KSO_WM_TAG_VERSION" val="3.0"/>
</p:tagLst>
</file>

<file path=ppt/tags/tag777.xml><?xml version="1.0" encoding="utf-8"?>
<p:tagLst xmlns:p="http://schemas.openxmlformats.org/presentationml/2006/main">
  <p:tag name="KSO_WM_UNIT_TYPE" val="i"/>
  <p:tag name="KSO_WM_UNIT_INDEX" val="70"/>
  <p:tag name="KSO_WM_BEAUTIFY_FLAG" val="#wm#"/>
  <p:tag name="KSO_WM_TAG_VERSION" val="3.0"/>
</p:tagLst>
</file>

<file path=ppt/tags/tag778.xml><?xml version="1.0" encoding="utf-8"?>
<p:tagLst xmlns:p="http://schemas.openxmlformats.org/presentationml/2006/main">
  <p:tag name="KSO_WM_UNIT_TYPE" val="x"/>
  <p:tag name="KSO_WM_UNIT_INDEX" val="13"/>
  <p:tag name="KSO_WM_BEAUTIFY_FLAG" val="#wm#"/>
  <p:tag name="KSO_WM_TAG_VERSION" val="3.0"/>
</p:tagLst>
</file>

<file path=ppt/tags/tag779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780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781.xml><?xml version="1.0" encoding="utf-8"?>
<p:tagLst xmlns:p="http://schemas.openxmlformats.org/presentationml/2006/main">
  <p:tag name="KSO_WM_UNIT_TYPE" val="i"/>
  <p:tag name="KSO_WM_UNIT_INDEX" val="73"/>
  <p:tag name="KSO_WM_BEAUTIFY_FLAG" val="#wm#"/>
  <p:tag name="KSO_WM_TAG_VERSION" val="3.0"/>
</p:tagLst>
</file>

<file path=ppt/tags/tag782.xml><?xml version="1.0" encoding="utf-8"?>
<p:tagLst xmlns:p="http://schemas.openxmlformats.org/presentationml/2006/main">
  <p:tag name="KSO_WM_UNIT_TYPE" val="i"/>
  <p:tag name="KSO_WM_UNIT_INDEX" val="74"/>
  <p:tag name="KSO_WM_BEAUTIFY_FLAG" val="#wm#"/>
  <p:tag name="KSO_WM_TAG_VERSION" val="3.0"/>
</p:tagLst>
</file>

<file path=ppt/tags/tag783.xml><?xml version="1.0" encoding="utf-8"?>
<p:tagLst xmlns:p="http://schemas.openxmlformats.org/presentationml/2006/main">
  <p:tag name="KSO_WM_UNIT_TYPE" val="x"/>
  <p:tag name="KSO_WM_UNIT_INDEX" val="14"/>
  <p:tag name="KSO_WM_BEAUTIFY_FLAG" val="#wm#"/>
  <p:tag name="KSO_WM_TAG_VERSION" val="3.0"/>
</p:tagLst>
</file>

<file path=ppt/tags/tag784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785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786.xml><?xml version="1.0" encoding="utf-8"?>
<p:tagLst xmlns:p="http://schemas.openxmlformats.org/presentationml/2006/main">
  <p:tag name="KSO_WM_UNIT_TYPE" val="i"/>
  <p:tag name="KSO_WM_UNIT_INDEX" val="77"/>
  <p:tag name="KSO_WM_BEAUTIFY_FLAG" val="#wm#"/>
  <p:tag name="KSO_WM_TAG_VERSION" val="3.0"/>
</p:tagLst>
</file>

<file path=ppt/tags/tag787.xml><?xml version="1.0" encoding="utf-8"?>
<p:tagLst xmlns:p="http://schemas.openxmlformats.org/presentationml/2006/main">
  <p:tag name="KSO_WM_UNIT_TYPE" val="i"/>
  <p:tag name="KSO_WM_UNIT_INDEX" val="78"/>
  <p:tag name="KSO_WM_BEAUTIFY_FLAG" val="#wm#"/>
  <p:tag name="KSO_WM_TAG_VERSION" val="3.0"/>
</p:tagLst>
</file>

<file path=ppt/tags/tag788.xml><?xml version="1.0" encoding="utf-8"?>
<p:tagLst xmlns:p="http://schemas.openxmlformats.org/presentationml/2006/main">
  <p:tag name="KSO_WM_UNIT_TYPE" val="x"/>
  <p:tag name="KSO_WM_UNIT_INDEX" val="15"/>
  <p:tag name="KSO_WM_BEAUTIFY_FLAG" val="#wm#"/>
  <p:tag name="KSO_WM_TAG_VERSION" val="3.0"/>
</p:tagLst>
</file>

<file path=ppt/tags/tag789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790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791.xml><?xml version="1.0" encoding="utf-8"?>
<p:tagLst xmlns:p="http://schemas.openxmlformats.org/presentationml/2006/main">
  <p:tag name="KSO_WM_UNIT_TYPE" val="i"/>
  <p:tag name="KSO_WM_UNIT_INDEX" val="81"/>
  <p:tag name="KSO_WM_BEAUTIFY_FLAG" val="#wm#"/>
  <p:tag name="KSO_WM_TAG_VERSION" val="3.0"/>
</p:tagLst>
</file>

<file path=ppt/tags/tag792.xml><?xml version="1.0" encoding="utf-8"?>
<p:tagLst xmlns:p="http://schemas.openxmlformats.org/presentationml/2006/main">
  <p:tag name="KSO_WM_UNIT_TYPE" val="i"/>
  <p:tag name="KSO_WM_UNIT_INDEX" val="82"/>
  <p:tag name="KSO_WM_BEAUTIFY_FLAG" val="#wm#"/>
  <p:tag name="KSO_WM_TAG_VERSION" val="3.0"/>
</p:tagLst>
</file>

<file path=ppt/tags/tag793.xml><?xml version="1.0" encoding="utf-8"?>
<p:tagLst xmlns:p="http://schemas.openxmlformats.org/presentationml/2006/main">
  <p:tag name="KSO_WM_UNIT_TYPE" val="i"/>
  <p:tag name="KSO_WM_UNIT_INDEX" val="85"/>
  <p:tag name="KSO_WM_BEAUTIFY_FLAG" val="#wm#"/>
  <p:tag name="KSO_WM_TAG_VERSION" val="3.0"/>
</p:tagLst>
</file>

<file path=ppt/tags/tag794.xml><?xml version="1.0" encoding="utf-8"?>
<p:tagLst xmlns:p="http://schemas.openxmlformats.org/presentationml/2006/main">
  <p:tag name="KSO_WM_UNIT_TYPE" val="i"/>
  <p:tag name="KSO_WM_UNIT_INDEX" val="86"/>
  <p:tag name="KSO_WM_BEAUTIFY_FLAG" val="#wm#"/>
  <p:tag name="KSO_WM_TAG_VERSION" val="3.0"/>
</p:tagLst>
</file>

<file path=ppt/tags/tag795.xml><?xml version="1.0" encoding="utf-8"?>
<p:tagLst xmlns:p="http://schemas.openxmlformats.org/presentationml/2006/main">
  <p:tag name="KSO_WM_UNIT_TYPE" val="i"/>
  <p:tag name="KSO_WM_UNIT_INDEX" val="90"/>
  <p:tag name="KSO_WM_BEAUTIFY_FLAG" val="#wm#"/>
  <p:tag name="KSO_WM_TAG_VERSION" val="3.0"/>
</p:tagLst>
</file>

<file path=ppt/tags/tag796.xml><?xml version="1.0" encoding="utf-8"?>
<p:tagLst xmlns:p="http://schemas.openxmlformats.org/presentationml/2006/main">
  <p:tag name="KSO_WM_UNIT_TYPE" val="x"/>
  <p:tag name="KSO_WM_UNIT_INDEX" val="16"/>
  <p:tag name="KSO_WM_BEAUTIFY_FLAG" val="#wm#"/>
  <p:tag name="KSO_WM_TAG_VERSION" val="3.0"/>
</p:tagLst>
</file>

<file path=ppt/tags/tag797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798.xml><?xml version="1.0" encoding="utf-8"?>
<p:tagLst xmlns:p="http://schemas.openxmlformats.org/presentationml/2006/main">
  <p:tag name="KSO_WM_UNIT_TYPE" val="i"/>
  <p:tag name="KSO_WM_UNIT_INDEX" val="91"/>
  <p:tag name="KSO_WM_BEAUTIFY_FLAG" val="#wm#"/>
  <p:tag name="KSO_WM_TAG_VERSION" val="3.0"/>
</p:tagLst>
</file>

<file path=ppt/tags/tag799.xml><?xml version="1.0" encoding="utf-8"?>
<p:tagLst xmlns:p="http://schemas.openxmlformats.org/presentationml/2006/main">
  <p:tag name="KSO_WM_UNIT_TYPE" val="i"/>
  <p:tag name="KSO_WM_UNIT_INDEX" val="92"/>
  <p:tag name="KSO_WM_BEAUTIFY_FLAG" val="#wm#"/>
  <p:tag name="KSO_WM_TAG_VERSION" val="3.0"/>
</p:tagLst>
</file>

<file path=ppt/tags/tag800.xml><?xml version="1.0" encoding="utf-8"?>
<p:tagLst xmlns:p="http://schemas.openxmlformats.org/presentationml/2006/main">
  <p:tag name="KSO_WM_UNIT_TYPE" val="x"/>
  <p:tag name="KSO_WM_UNIT_INDEX" val="17"/>
  <p:tag name="KSO_WM_BEAUTIFY_FLAG" val="#wm#"/>
  <p:tag name="KSO_WM_TAG_VERSION" val="3.0"/>
</p:tagLst>
</file>

<file path=ppt/tags/tag801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802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803.xml><?xml version="1.0" encoding="utf-8"?>
<p:tagLst xmlns:p="http://schemas.openxmlformats.org/presentationml/2006/main">
  <p:tag name="KSO_WM_UNIT_TYPE" val="i"/>
  <p:tag name="KSO_WM_UNIT_INDEX" val="95"/>
  <p:tag name="KSO_WM_BEAUTIFY_FLAG" val="#wm#"/>
  <p:tag name="KSO_WM_TAG_VERSION" val="3.0"/>
</p:tagLst>
</file>

<file path=ppt/tags/tag804.xml><?xml version="1.0" encoding="utf-8"?>
<p:tagLst xmlns:p="http://schemas.openxmlformats.org/presentationml/2006/main">
  <p:tag name="KSO_WM_UNIT_TYPE" val="i"/>
  <p:tag name="KSO_WM_UNIT_INDEX" val="96"/>
  <p:tag name="KSO_WM_BEAUTIFY_FLAG" val="#wm#"/>
  <p:tag name="KSO_WM_TAG_VERSION" val="3.0"/>
</p:tagLst>
</file>

<file path=ppt/tags/tag805.xml><?xml version="1.0" encoding="utf-8"?>
<p:tagLst xmlns:p="http://schemas.openxmlformats.org/presentationml/2006/main">
  <p:tag name="KSO_WM_UNIT_TYPE" val="x"/>
  <p:tag name="KSO_WM_UNIT_INDEX" val="18"/>
  <p:tag name="KSO_WM_BEAUTIFY_FLAG" val="#wm#"/>
  <p:tag name="KSO_WM_TAG_VERSION" val="3.0"/>
</p:tagLst>
</file>

<file path=ppt/tags/tag806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807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808.xml><?xml version="1.0" encoding="utf-8"?>
<p:tagLst xmlns:p="http://schemas.openxmlformats.org/presentationml/2006/main">
  <p:tag name="KSO_WM_UNIT_TYPE" val="i"/>
  <p:tag name="KSO_WM_UNIT_INDEX" val="99"/>
  <p:tag name="KSO_WM_BEAUTIFY_FLAG" val="#wm#"/>
  <p:tag name="KSO_WM_TAG_VERSION" val="3.0"/>
</p:tagLst>
</file>

<file path=ppt/tags/tag809.xml><?xml version="1.0" encoding="utf-8"?>
<p:tagLst xmlns:p="http://schemas.openxmlformats.org/presentationml/2006/main">
  <p:tag name="KSO_WM_UNIT_TYPE" val="i"/>
  <p:tag name="KSO_WM_UNIT_INDEX" val="100"/>
  <p:tag name="KSO_WM_BEAUTIFY_FLAG" val="#wm#"/>
  <p:tag name="KSO_WM_TAG_VERSION" val="3.0"/>
</p:tagLst>
</file>

<file path=ppt/tags/tag810.xml><?xml version="1.0" encoding="utf-8"?>
<p:tagLst xmlns:p="http://schemas.openxmlformats.org/presentationml/2006/main">
  <p:tag name="KSO_WM_UNIT_TYPE" val="x"/>
  <p:tag name="KSO_WM_UNIT_INDEX" val="19"/>
  <p:tag name="KSO_WM_BEAUTIFY_FLAG" val="#wm#"/>
  <p:tag name="KSO_WM_TAG_VERSION" val="3.0"/>
</p:tagLst>
</file>

<file path=ppt/tags/tag811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812.xml><?xml version="1.0" encoding="utf-8"?>
<p:tagLst xmlns:p="http://schemas.openxmlformats.org/presentationml/2006/main">
  <p:tag name="KSO_WM_UNIT_TYPE" val="f"/>
  <p:tag name="KSO_WM_UNIT_INDEX" val="34"/>
  <p:tag name="KSO_WM_BEAUTIFY_FLAG" val="#wm#"/>
  <p:tag name="KSO_WM_TAG_VERSION" val="3.0"/>
</p:tagLst>
</file>

<file path=ppt/tags/tag813.xml><?xml version="1.0" encoding="utf-8"?>
<p:tagLst xmlns:p="http://schemas.openxmlformats.org/presentationml/2006/main">
  <p:tag name="KSO_WM_UNIT_TYPE" val="i"/>
  <p:tag name="KSO_WM_UNIT_INDEX" val="103"/>
  <p:tag name="KSO_WM_BEAUTIFY_FLAG" val="#wm#"/>
  <p:tag name="KSO_WM_TAG_VERSION" val="3.0"/>
</p:tagLst>
</file>

<file path=ppt/tags/tag814.xml><?xml version="1.0" encoding="utf-8"?>
<p:tagLst xmlns:p="http://schemas.openxmlformats.org/presentationml/2006/main">
  <p:tag name="KSO_WM_UNIT_TYPE" val="i"/>
  <p:tag name="KSO_WM_UNIT_INDEX" val="104"/>
  <p:tag name="KSO_WM_BEAUTIFY_FLAG" val="#wm#"/>
  <p:tag name="KSO_WM_TAG_VERSION" val="3.0"/>
</p:tagLst>
</file>

<file path=ppt/tags/tag815.xml><?xml version="1.0" encoding="utf-8"?>
<p:tagLst xmlns:p="http://schemas.openxmlformats.org/presentationml/2006/main">
  <p:tag name="KSO_WM_UNIT_TYPE" val="x"/>
  <p:tag name="KSO_WM_UNIT_INDEX" val="20"/>
  <p:tag name="KSO_WM_BEAUTIFY_FLAG" val="#wm#"/>
  <p:tag name="KSO_WM_TAG_VERSION" val="3.0"/>
</p:tagLst>
</file>

<file path=ppt/tags/tag816.xml><?xml version="1.0" encoding="utf-8"?>
<p:tagLst xmlns:p="http://schemas.openxmlformats.org/presentationml/2006/main">
  <p:tag name="KSO_WM_UNIT_TYPE" val="f"/>
  <p:tag name="KSO_WM_UNIT_INDEX" val="35"/>
  <p:tag name="KSO_WM_BEAUTIFY_FLAG" val="#wm#"/>
  <p:tag name="KSO_WM_TAG_VERSION" val="3.0"/>
</p:tagLst>
</file>

<file path=ppt/tags/tag817.xml><?xml version="1.0" encoding="utf-8"?>
<p:tagLst xmlns:p="http://schemas.openxmlformats.org/presentationml/2006/main">
  <p:tag name="KSO_WM_UNIT_TYPE" val="f"/>
  <p:tag name="KSO_WM_UNIT_INDEX" val="36"/>
  <p:tag name="KSO_WM_BEAUTIFY_FLAG" val="#wm#"/>
  <p:tag name="KSO_WM_TAG_VERSION" val="3.0"/>
</p:tagLst>
</file>

<file path=ppt/tags/tag81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81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82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82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82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82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824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825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</p:tagLst>
</file>

<file path=ppt/tags/tag82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82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82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82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83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83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83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833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</p:tagLst>
</file>

<file path=ppt/tags/tag83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83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83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83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83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839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840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841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</p:tagLst>
</file>

<file path=ppt/tags/tag84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84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84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845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84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847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848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849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</p:tagLst>
</file>

<file path=ppt/tags/tag850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85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85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853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854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855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856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857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</p:tagLst>
</file>

<file path=ppt/tags/tag858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859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860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861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862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863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864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86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86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4507</Words>
  <Application>WPS Office WWO_wpscloud_20260331155403-5956e8b171</Application>
  <PresentationFormat>宽屏</PresentationFormat>
  <Paragraphs>643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汉仪旗黑KW 55S</vt:lpstr>
      <vt:lpstr>汉仪书宋二KW</vt:lpstr>
      <vt:lpstr>Kingsoft Confetti</vt:lpstr>
      <vt:lpstr>Office 主题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dcterms:created xsi:type="dcterms:W3CDTF">2026-04-03T04:32:42Z</dcterms:created>
  <dcterms:modified xsi:type="dcterms:W3CDTF">2026-04-03T04:32:42Z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2052-12.9.0.25863</vt:lpwstr>
  </property>
  <property fmtid="{D5CDD505-2E9C-101B-9397-08002B2CF9AE}" pid="3" name="ICV">
    <vt:lpwstr>D9854DB733535438BC41CF69BAA6A344_42</vt:lpwstr>
  </property>
</Properties>
</file>